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98" r:id="rId7"/>
    <p:sldId id="277" r:id="rId8"/>
    <p:sldId id="299" r:id="rId9"/>
    <p:sldId id="300" r:id="rId10"/>
    <p:sldId id="301" r:id="rId11"/>
    <p:sldId id="297" r:id="rId12"/>
  </p:sldIdLst>
  <p:sldSz cx="12192000" cy="6858000"/>
  <p:notesSz cx="6858000" cy="9144000"/>
  <p:custDataLst>
    <p:tags r:id="rId15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edia College Amsterdam - Template-set" id="{A24A5A4D-D47A-4561-9FD3-2B551CA1ADB0}">
          <p14:sldIdLst>
            <p14:sldId id="256"/>
            <p14:sldId id="257"/>
            <p14:sldId id="298"/>
            <p14:sldId id="277"/>
            <p14:sldId id="299"/>
            <p14:sldId id="300"/>
            <p14:sldId id="301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lle de Korte" initials="JdK" lastIdx="1" clrIdx="0">
    <p:extLst>
      <p:ext uri="{19B8F6BF-5375-455C-9EA6-DF929625EA0E}">
        <p15:presenceInfo xmlns:p15="http://schemas.microsoft.com/office/powerpoint/2012/main" userId="Jelle de Korte" providerId="None"/>
      </p:ext>
    </p:extLst>
  </p:cmAuthor>
  <p:cmAuthor id="2" name="Kelsey Luhrman" initials="KL" lastIdx="2" clrIdx="1">
    <p:extLst>
      <p:ext uri="{19B8F6BF-5375-455C-9EA6-DF929625EA0E}">
        <p15:presenceInfo xmlns:p15="http://schemas.microsoft.com/office/powerpoint/2012/main" userId="S::kelsey@pptsolutions.nl::247c6756-96f6-4951-9417-041a4abadbc7" providerId="AD"/>
      </p:ext>
    </p:extLst>
  </p:cmAuthor>
  <p:cmAuthor id="3" name="Silvana Salamur" initials="SS" lastIdx="3" clrIdx="2">
    <p:extLst>
      <p:ext uri="{19B8F6BF-5375-455C-9EA6-DF929625EA0E}">
        <p15:presenceInfo xmlns:p15="http://schemas.microsoft.com/office/powerpoint/2012/main" userId="S::silvana@pptsolutions.nl::3aac54fb-3c7d-4ddc-aed0-f12c2c4488ad" providerId="AD"/>
      </p:ext>
    </p:extLst>
  </p:cmAuthor>
  <p:cmAuthor id="4" name="Eline Schoe" initials="ES" lastIdx="19" clrIdx="3">
    <p:extLst>
      <p:ext uri="{19B8F6BF-5375-455C-9EA6-DF929625EA0E}">
        <p15:presenceInfo xmlns:p15="http://schemas.microsoft.com/office/powerpoint/2012/main" userId="S::eline@pptstudios.nl::7e4c73be-f3d4-44a9-856c-7951ddeb280c" providerId="AD"/>
      </p:ext>
    </p:extLst>
  </p:cmAuthor>
  <p:cmAuthor id="5" name="Martyna Dziarnowska" initials="MD" lastIdx="8" clrIdx="4">
    <p:extLst>
      <p:ext uri="{19B8F6BF-5375-455C-9EA6-DF929625EA0E}">
        <p15:presenceInfo xmlns:p15="http://schemas.microsoft.com/office/powerpoint/2012/main" userId="S::martyna@pptsolutions.nl::86dfe841-816e-4f6c-a274-8b345ffb85d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CCF4"/>
    <a:srgbClr val="8C8C8C"/>
    <a:srgbClr val="BFBFBF"/>
    <a:srgbClr val="595959"/>
    <a:srgbClr val="BFD7FD"/>
    <a:srgbClr val="5998FA"/>
    <a:srgbClr val="0061F8"/>
    <a:srgbClr val="000000"/>
    <a:srgbClr val="1E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492276-F717-1048-96E8-2653BFFD008C}" v="1119" dt="2025-02-10T14:57:24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35"/>
    <p:restoredTop sz="85322"/>
  </p:normalViewPr>
  <p:slideViewPr>
    <p:cSldViewPr snapToGrid="0">
      <p:cViewPr>
        <p:scale>
          <a:sx n="95" d="100"/>
          <a:sy n="95" d="100"/>
        </p:scale>
        <p:origin x="2424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per Heidebrink" userId="3e5c4065-a441-4f8a-98d5-0ab70b5c57ea" providerId="ADAL" clId="{E3B5D11F-5D19-BA4C-B93D-D782F0A79D36}"/>
    <pc:docChg chg="modSld">
      <pc:chgData name="Jasper Heidebrink" userId="3e5c4065-a441-4f8a-98d5-0ab70b5c57ea" providerId="ADAL" clId="{E3B5D11F-5D19-BA4C-B93D-D782F0A79D36}" dt="2024-10-24T13:07:59.658" v="4" actId="20577"/>
      <pc:docMkLst>
        <pc:docMk/>
      </pc:docMkLst>
      <pc:sldChg chg="modSp mod">
        <pc:chgData name="Jasper Heidebrink" userId="3e5c4065-a441-4f8a-98d5-0ab70b5c57ea" providerId="ADAL" clId="{E3B5D11F-5D19-BA4C-B93D-D782F0A79D36}" dt="2024-10-24T13:07:59.658" v="4" actId="20577"/>
        <pc:sldMkLst>
          <pc:docMk/>
          <pc:sldMk cId="3094235117" sldId="282"/>
        </pc:sldMkLst>
      </pc:sldChg>
    </pc:docChg>
  </pc:docChgLst>
  <pc:docChgLst>
    <pc:chgData name="Jasper Heidebrink" userId="3e5c4065-a441-4f8a-98d5-0ab70b5c57ea" providerId="ADAL" clId="{F8F00AA0-5D30-F94D-A8B5-FF6DF7033138}"/>
    <pc:docChg chg="undo custSel modSld">
      <pc:chgData name="Jasper Heidebrink" userId="3e5c4065-a441-4f8a-98d5-0ab70b5c57ea" providerId="ADAL" clId="{F8F00AA0-5D30-F94D-A8B5-FF6DF7033138}" dt="2025-02-11T10:09:11.102" v="104" actId="20577"/>
      <pc:docMkLst>
        <pc:docMk/>
      </pc:docMkLst>
      <pc:sldChg chg="modSp mod">
        <pc:chgData name="Jasper Heidebrink" userId="3e5c4065-a441-4f8a-98d5-0ab70b5c57ea" providerId="ADAL" clId="{F8F00AA0-5D30-F94D-A8B5-FF6DF7033138}" dt="2025-02-04T14:09:39.593" v="49"/>
        <pc:sldMkLst>
          <pc:docMk/>
          <pc:sldMk cId="3768448597" sldId="256"/>
        </pc:sldMkLst>
        <pc:spChg chg="mod">
          <ac:chgData name="Jasper Heidebrink" userId="3e5c4065-a441-4f8a-98d5-0ab70b5c57ea" providerId="ADAL" clId="{F8F00AA0-5D30-F94D-A8B5-FF6DF7033138}" dt="2025-02-04T14:09:32.779" v="44" actId="14100"/>
          <ac:spMkLst>
            <pc:docMk/>
            <pc:sldMk cId="3768448597" sldId="256"/>
            <ac:spMk id="3" creationId="{457C64F5-9C40-C702-87B4-229902840835}"/>
          </ac:spMkLst>
        </pc:spChg>
        <pc:spChg chg="mod">
          <ac:chgData name="Jasper Heidebrink" userId="3e5c4065-a441-4f8a-98d5-0ab70b5c57ea" providerId="ADAL" clId="{F8F00AA0-5D30-F94D-A8B5-FF6DF7033138}" dt="2025-02-04T14:09:36.651" v="47" actId="20577"/>
          <ac:spMkLst>
            <pc:docMk/>
            <pc:sldMk cId="3768448597" sldId="256"/>
            <ac:spMk id="7" creationId="{96F254C2-46D5-976A-4CF5-4B52734F5030}"/>
          </ac:spMkLst>
        </pc:spChg>
        <pc:spChg chg="mod">
          <ac:chgData name="Jasper Heidebrink" userId="3e5c4065-a441-4f8a-98d5-0ab70b5c57ea" providerId="ADAL" clId="{F8F00AA0-5D30-F94D-A8B5-FF6DF7033138}" dt="2025-02-04T14:09:39.593" v="49"/>
          <ac:spMkLst>
            <pc:docMk/>
            <pc:sldMk cId="3768448597" sldId="256"/>
            <ac:spMk id="8" creationId="{A722F1A9-F9AD-C346-DA63-B1C43C6A5EC5}"/>
          </ac:spMkLst>
        </pc:spChg>
      </pc:sldChg>
      <pc:sldChg chg="modSp mod">
        <pc:chgData name="Jasper Heidebrink" userId="3e5c4065-a441-4f8a-98d5-0ab70b5c57ea" providerId="ADAL" clId="{F8F00AA0-5D30-F94D-A8B5-FF6DF7033138}" dt="2025-02-04T14:10:58.662" v="86" actId="20577"/>
        <pc:sldMkLst>
          <pc:docMk/>
          <pc:sldMk cId="279166490" sldId="257"/>
        </pc:sldMkLst>
        <pc:spChg chg="mod">
          <ac:chgData name="Jasper Heidebrink" userId="3e5c4065-a441-4f8a-98d5-0ab70b5c57ea" providerId="ADAL" clId="{F8F00AA0-5D30-F94D-A8B5-FF6DF7033138}" dt="2025-02-04T14:10:53.180" v="78" actId="20577"/>
          <ac:spMkLst>
            <pc:docMk/>
            <pc:sldMk cId="279166490" sldId="257"/>
            <ac:spMk id="2" creationId="{5978D6E7-A52E-60A7-939B-D02766449696}"/>
          </ac:spMkLst>
        </pc:spChg>
        <pc:spChg chg="mod">
          <ac:chgData name="Jasper Heidebrink" userId="3e5c4065-a441-4f8a-98d5-0ab70b5c57ea" providerId="ADAL" clId="{F8F00AA0-5D30-F94D-A8B5-FF6DF7033138}" dt="2025-02-04T14:10:58.662" v="86" actId="20577"/>
          <ac:spMkLst>
            <pc:docMk/>
            <pc:sldMk cId="279166490" sldId="257"/>
            <ac:spMk id="3" creationId="{C558468F-DF51-4E76-39C7-4E4004E4D849}"/>
          </ac:spMkLst>
        </pc:spChg>
      </pc:sldChg>
      <pc:sldChg chg="modSp mod">
        <pc:chgData name="Jasper Heidebrink" userId="3e5c4065-a441-4f8a-98d5-0ab70b5c57ea" providerId="ADAL" clId="{F8F00AA0-5D30-F94D-A8B5-FF6DF7033138}" dt="2025-02-11T09:12:59.382" v="89" actId="20577"/>
        <pc:sldMkLst>
          <pc:docMk/>
          <pc:sldMk cId="872361103" sldId="280"/>
        </pc:sldMkLst>
        <pc:spChg chg="mod">
          <ac:chgData name="Jasper Heidebrink" userId="3e5c4065-a441-4f8a-98d5-0ab70b5c57ea" providerId="ADAL" clId="{F8F00AA0-5D30-F94D-A8B5-FF6DF7033138}" dt="2025-02-11T09:12:59.382" v="89" actId="20577"/>
          <ac:spMkLst>
            <pc:docMk/>
            <pc:sldMk cId="872361103" sldId="280"/>
            <ac:spMk id="3" creationId="{F742CE90-5B96-68EA-3FC6-40538575C38C}"/>
          </ac:spMkLst>
        </pc:spChg>
      </pc:sldChg>
      <pc:sldChg chg="modSp mod">
        <pc:chgData name="Jasper Heidebrink" userId="3e5c4065-a441-4f8a-98d5-0ab70b5c57ea" providerId="ADAL" clId="{F8F00AA0-5D30-F94D-A8B5-FF6DF7033138}" dt="2025-02-11T10:09:11.102" v="104" actId="20577"/>
        <pc:sldMkLst>
          <pc:docMk/>
          <pc:sldMk cId="3427845064" sldId="285"/>
        </pc:sldMkLst>
        <pc:spChg chg="mod">
          <ac:chgData name="Jasper Heidebrink" userId="3e5c4065-a441-4f8a-98d5-0ab70b5c57ea" providerId="ADAL" clId="{F8F00AA0-5D30-F94D-A8B5-FF6DF7033138}" dt="2025-02-11T10:09:11.102" v="104" actId="20577"/>
          <ac:spMkLst>
            <pc:docMk/>
            <pc:sldMk cId="3427845064" sldId="285"/>
            <ac:spMk id="3" creationId="{00518C2A-7E70-D1BD-6C11-3DC1F9296D3C}"/>
          </ac:spMkLst>
        </pc:spChg>
      </pc:sldChg>
      <pc:sldChg chg="modSp mod">
        <pc:chgData name="Jasper Heidebrink" userId="3e5c4065-a441-4f8a-98d5-0ab70b5c57ea" providerId="ADAL" clId="{F8F00AA0-5D30-F94D-A8B5-FF6DF7033138}" dt="2025-02-11T09:15:06.582" v="101" actId="207"/>
        <pc:sldMkLst>
          <pc:docMk/>
          <pc:sldMk cId="239018511" sldId="291"/>
        </pc:sldMkLst>
        <pc:spChg chg="mod">
          <ac:chgData name="Jasper Heidebrink" userId="3e5c4065-a441-4f8a-98d5-0ab70b5c57ea" providerId="ADAL" clId="{F8F00AA0-5D30-F94D-A8B5-FF6DF7033138}" dt="2025-02-11T09:15:06.582" v="101" actId="207"/>
          <ac:spMkLst>
            <pc:docMk/>
            <pc:sldMk cId="239018511" sldId="291"/>
            <ac:spMk id="3" creationId="{B82F8761-B4A7-583C-E446-313839B5CB21}"/>
          </ac:spMkLst>
        </pc:spChg>
      </pc:sldChg>
      <pc:sldChg chg="modSp mod">
        <pc:chgData name="Jasper Heidebrink" userId="3e5c4065-a441-4f8a-98d5-0ab70b5c57ea" providerId="ADAL" clId="{F8F00AA0-5D30-F94D-A8B5-FF6DF7033138}" dt="2025-02-11T09:16:04.695" v="103" actId="20577"/>
        <pc:sldMkLst>
          <pc:docMk/>
          <pc:sldMk cId="659210280" sldId="293"/>
        </pc:sldMkLst>
        <pc:spChg chg="mod">
          <ac:chgData name="Jasper Heidebrink" userId="3e5c4065-a441-4f8a-98d5-0ab70b5c57ea" providerId="ADAL" clId="{F8F00AA0-5D30-F94D-A8B5-FF6DF7033138}" dt="2025-02-11T09:16:04.695" v="103" actId="20577"/>
          <ac:spMkLst>
            <pc:docMk/>
            <pc:sldMk cId="659210280" sldId="293"/>
            <ac:spMk id="3" creationId="{E4EF83A0-91E0-7F0F-0C12-25A7FC70B2B9}"/>
          </ac:spMkLst>
        </pc:spChg>
      </pc:sldChg>
    </pc:docChg>
  </pc:docChgLst>
  <pc:docChgLst>
    <pc:chgData name="Jasper Heidebrink" userId="3e5c4065-a441-4f8a-98d5-0ab70b5c57ea" providerId="ADAL" clId="{4496E7A4-27A3-054F-A3D1-5144A760BCED}"/>
    <pc:docChg chg="undo custSel addSld delSld modSld sldOrd modSection">
      <pc:chgData name="Jasper Heidebrink" userId="3e5c4065-a441-4f8a-98d5-0ab70b5c57ea" providerId="ADAL" clId="{4496E7A4-27A3-054F-A3D1-5144A760BCED}" dt="2024-11-11T13:11:52.378" v="436" actId="20577"/>
      <pc:docMkLst>
        <pc:docMk/>
      </pc:docMkLst>
      <pc:sldChg chg="modSp mod">
        <pc:chgData name="Jasper Heidebrink" userId="3e5c4065-a441-4f8a-98d5-0ab70b5c57ea" providerId="ADAL" clId="{4496E7A4-27A3-054F-A3D1-5144A760BCED}" dt="2024-11-11T11:54:39.512" v="9"/>
        <pc:sldMkLst>
          <pc:docMk/>
          <pc:sldMk cId="3768448597" sldId="256"/>
        </pc:sldMkLst>
      </pc:sldChg>
      <pc:sldChg chg="modSp mod">
        <pc:chgData name="Jasper Heidebrink" userId="3e5c4065-a441-4f8a-98d5-0ab70b5c57ea" providerId="ADAL" clId="{4496E7A4-27A3-054F-A3D1-5144A760BCED}" dt="2024-11-11T12:53:11.356" v="99"/>
        <pc:sldMkLst>
          <pc:docMk/>
          <pc:sldMk cId="279166490" sldId="257"/>
        </pc:sldMkLst>
      </pc:sldChg>
      <pc:sldChg chg="del">
        <pc:chgData name="Jasper Heidebrink" userId="3e5c4065-a441-4f8a-98d5-0ab70b5c57ea" providerId="ADAL" clId="{4496E7A4-27A3-054F-A3D1-5144A760BCED}" dt="2024-11-11T12:54:11.023" v="162" actId="2696"/>
        <pc:sldMkLst>
          <pc:docMk/>
          <pc:sldMk cId="2586521732" sldId="263"/>
        </pc:sldMkLst>
      </pc:sldChg>
      <pc:sldChg chg="modSp mod">
        <pc:chgData name="Jasper Heidebrink" userId="3e5c4065-a441-4f8a-98d5-0ab70b5c57ea" providerId="ADAL" clId="{4496E7A4-27A3-054F-A3D1-5144A760BCED}" dt="2024-11-11T12:59:41.582" v="262" actId="20577"/>
        <pc:sldMkLst>
          <pc:docMk/>
          <pc:sldMk cId="815136344" sldId="271"/>
        </pc:sldMkLst>
      </pc:sldChg>
      <pc:sldChg chg="del">
        <pc:chgData name="Jasper Heidebrink" userId="3e5c4065-a441-4f8a-98d5-0ab70b5c57ea" providerId="ADAL" clId="{4496E7A4-27A3-054F-A3D1-5144A760BCED}" dt="2024-11-11T12:54:13.884" v="164" actId="2696"/>
        <pc:sldMkLst>
          <pc:docMk/>
          <pc:sldMk cId="1488875686" sldId="272"/>
        </pc:sldMkLst>
      </pc:sldChg>
      <pc:sldChg chg="modSp mod">
        <pc:chgData name="Jasper Heidebrink" userId="3e5c4065-a441-4f8a-98d5-0ab70b5c57ea" providerId="ADAL" clId="{4496E7A4-27A3-054F-A3D1-5144A760BCED}" dt="2024-11-11T13:00:23.683" v="324" actId="20577"/>
        <pc:sldMkLst>
          <pc:docMk/>
          <pc:sldMk cId="3761874156" sldId="277"/>
        </pc:sldMkLst>
      </pc:sldChg>
      <pc:sldChg chg="del">
        <pc:chgData name="Jasper Heidebrink" userId="3e5c4065-a441-4f8a-98d5-0ab70b5c57ea" providerId="ADAL" clId="{4496E7A4-27A3-054F-A3D1-5144A760BCED}" dt="2024-11-11T12:53:55.419" v="155" actId="2696"/>
        <pc:sldMkLst>
          <pc:docMk/>
          <pc:sldMk cId="1546709232" sldId="278"/>
        </pc:sldMkLst>
      </pc:sldChg>
      <pc:sldChg chg="del">
        <pc:chgData name="Jasper Heidebrink" userId="3e5c4065-a441-4f8a-98d5-0ab70b5c57ea" providerId="ADAL" clId="{4496E7A4-27A3-054F-A3D1-5144A760BCED}" dt="2024-11-11T12:53:55.439" v="156" actId="2696"/>
        <pc:sldMkLst>
          <pc:docMk/>
          <pc:sldMk cId="2291877481" sldId="279"/>
        </pc:sldMkLst>
      </pc:sldChg>
      <pc:sldChg chg="modSp mod modNotesTx">
        <pc:chgData name="Jasper Heidebrink" userId="3e5c4065-a441-4f8a-98d5-0ab70b5c57ea" providerId="ADAL" clId="{4496E7A4-27A3-054F-A3D1-5144A760BCED}" dt="2024-11-11T13:07:53.419" v="379" actId="20577"/>
        <pc:sldMkLst>
          <pc:docMk/>
          <pc:sldMk cId="872361103" sldId="280"/>
        </pc:sldMkLst>
      </pc:sldChg>
      <pc:sldChg chg="del">
        <pc:chgData name="Jasper Heidebrink" userId="3e5c4065-a441-4f8a-98d5-0ab70b5c57ea" providerId="ADAL" clId="{4496E7A4-27A3-054F-A3D1-5144A760BCED}" dt="2024-11-11T12:54:08.333" v="158" actId="2696"/>
        <pc:sldMkLst>
          <pc:docMk/>
          <pc:sldMk cId="2285148131" sldId="281"/>
        </pc:sldMkLst>
      </pc:sldChg>
      <pc:sldChg chg="del">
        <pc:chgData name="Jasper Heidebrink" userId="3e5c4065-a441-4f8a-98d5-0ab70b5c57ea" providerId="ADAL" clId="{4496E7A4-27A3-054F-A3D1-5144A760BCED}" dt="2024-11-11T12:54:08.352" v="159" actId="2696"/>
        <pc:sldMkLst>
          <pc:docMk/>
          <pc:sldMk cId="3094235117" sldId="282"/>
        </pc:sldMkLst>
      </pc:sldChg>
      <pc:sldChg chg="del">
        <pc:chgData name="Jasper Heidebrink" userId="3e5c4065-a441-4f8a-98d5-0ab70b5c57ea" providerId="ADAL" clId="{4496E7A4-27A3-054F-A3D1-5144A760BCED}" dt="2024-11-11T12:54:08.367" v="160" actId="2696"/>
        <pc:sldMkLst>
          <pc:docMk/>
          <pc:sldMk cId="3882192238" sldId="283"/>
        </pc:sldMkLst>
      </pc:sldChg>
      <pc:sldChg chg="del">
        <pc:chgData name="Jasper Heidebrink" userId="3e5c4065-a441-4f8a-98d5-0ab70b5c57ea" providerId="ADAL" clId="{4496E7A4-27A3-054F-A3D1-5144A760BCED}" dt="2024-11-11T12:54:16.684" v="165" actId="2696"/>
        <pc:sldMkLst>
          <pc:docMk/>
          <pc:sldMk cId="2998100079" sldId="284"/>
        </pc:sldMkLst>
      </pc:sldChg>
      <pc:sldChg chg="modSp mod modNotesTx">
        <pc:chgData name="Jasper Heidebrink" userId="3e5c4065-a441-4f8a-98d5-0ab70b5c57ea" providerId="ADAL" clId="{4496E7A4-27A3-054F-A3D1-5144A760BCED}" dt="2024-11-11T13:11:52.378" v="436" actId="20577"/>
        <pc:sldMkLst>
          <pc:docMk/>
          <pc:sldMk cId="3427845064" sldId="285"/>
        </pc:sldMkLst>
      </pc:sldChg>
      <pc:sldChg chg="del">
        <pc:chgData name="Jasper Heidebrink" userId="3e5c4065-a441-4f8a-98d5-0ab70b5c57ea" providerId="ADAL" clId="{4496E7A4-27A3-054F-A3D1-5144A760BCED}" dt="2024-11-11T12:54:11.021" v="161" actId="2696"/>
        <pc:sldMkLst>
          <pc:docMk/>
          <pc:sldMk cId="577209853" sldId="286"/>
        </pc:sldMkLst>
      </pc:sldChg>
      <pc:sldChg chg="modSp add mod modNotesTx">
        <pc:chgData name="Jasper Heidebrink" userId="3e5c4065-a441-4f8a-98d5-0ab70b5c57ea" providerId="ADAL" clId="{4496E7A4-27A3-054F-A3D1-5144A760BCED}" dt="2024-11-11T13:07:48.770" v="377" actId="20577"/>
        <pc:sldMkLst>
          <pc:docMk/>
          <pc:sldMk cId="4199355678" sldId="286"/>
        </pc:sldMkLst>
      </pc:sldChg>
      <pc:sldChg chg="modSp add mod modNotesTx">
        <pc:chgData name="Jasper Heidebrink" userId="3e5c4065-a441-4f8a-98d5-0ab70b5c57ea" providerId="ADAL" clId="{4496E7A4-27A3-054F-A3D1-5144A760BCED}" dt="2024-11-11T13:10:04.910" v="410" actId="20577"/>
        <pc:sldMkLst>
          <pc:docMk/>
          <pc:sldMk cId="905200766" sldId="287"/>
        </pc:sldMkLst>
      </pc:sldChg>
      <pc:sldChg chg="del">
        <pc:chgData name="Jasper Heidebrink" userId="3e5c4065-a441-4f8a-98d5-0ab70b5c57ea" providerId="ADAL" clId="{4496E7A4-27A3-054F-A3D1-5144A760BCED}" dt="2024-11-11T12:54:12.537" v="163" actId="2696"/>
        <pc:sldMkLst>
          <pc:docMk/>
          <pc:sldMk cId="1146289619" sldId="287"/>
        </pc:sldMkLst>
      </pc:sldChg>
      <pc:sldChg chg="modSp add mod ord modNotesTx">
        <pc:chgData name="Jasper Heidebrink" userId="3e5c4065-a441-4f8a-98d5-0ab70b5c57ea" providerId="ADAL" clId="{4496E7A4-27A3-054F-A3D1-5144A760BCED}" dt="2024-11-11T13:08:25.346" v="388" actId="113"/>
        <pc:sldMkLst>
          <pc:docMk/>
          <pc:sldMk cId="1048766222" sldId="288"/>
        </pc:sldMkLst>
      </pc:sldChg>
      <pc:sldChg chg="modSp add mod modNotesTx">
        <pc:chgData name="Jasper Heidebrink" userId="3e5c4065-a441-4f8a-98d5-0ab70b5c57ea" providerId="ADAL" clId="{4496E7A4-27A3-054F-A3D1-5144A760BCED}" dt="2024-11-11T13:10:43.791" v="419" actId="20577"/>
        <pc:sldMkLst>
          <pc:docMk/>
          <pc:sldMk cId="3010709423" sldId="289"/>
        </pc:sldMkLst>
      </pc:sldChg>
      <pc:sldChg chg="modSp add mod modNotesTx">
        <pc:chgData name="Jasper Heidebrink" userId="3e5c4065-a441-4f8a-98d5-0ab70b5c57ea" providerId="ADAL" clId="{4496E7A4-27A3-054F-A3D1-5144A760BCED}" dt="2024-11-11T13:10:56.835" v="420"/>
        <pc:sldMkLst>
          <pc:docMk/>
          <pc:sldMk cId="3368283045" sldId="290"/>
        </pc:sldMkLst>
      </pc:sldChg>
    </pc:docChg>
  </pc:docChgLst>
  <pc:docChgLst>
    <pc:chgData name="Jasper Heidebrink" userId="S::j.heidebrink@ma-web.nl::3e5c4065-a441-4f8a-98d5-0ab70b5c57ea" providerId="AD" clId="Web-{EBDD52B8-DA69-4A05-9E0C-F09901DA8534}"/>
    <pc:docChg chg="addSld delSld modSld modSection">
      <pc:chgData name="Jasper Heidebrink" userId="S::j.heidebrink@ma-web.nl::3e5c4065-a441-4f8a-98d5-0ab70b5c57ea" providerId="AD" clId="Web-{EBDD52B8-DA69-4A05-9E0C-F09901DA8534}" dt="2024-10-08T18:43:36.299" v="41" actId="20577"/>
      <pc:docMkLst>
        <pc:docMk/>
      </pc:docMkLst>
      <pc:sldChg chg="del">
        <pc:chgData name="Jasper Heidebrink" userId="S::j.heidebrink@ma-web.nl::3e5c4065-a441-4f8a-98d5-0ab70b5c57ea" providerId="AD" clId="Web-{EBDD52B8-DA69-4A05-9E0C-F09901DA8534}" dt="2024-10-08T18:42:49.547" v="14"/>
        <pc:sldMkLst>
          <pc:docMk/>
          <pc:sldMk cId="1924199356" sldId="270"/>
        </pc:sldMkLst>
      </pc:sldChg>
      <pc:sldChg chg="addSp delSp modSp">
        <pc:chgData name="Jasper Heidebrink" userId="S::j.heidebrink@ma-web.nl::3e5c4065-a441-4f8a-98d5-0ab70b5c57ea" providerId="AD" clId="Web-{EBDD52B8-DA69-4A05-9E0C-F09901DA8534}" dt="2024-10-08T18:42:34.766" v="12" actId="1076"/>
        <pc:sldMkLst>
          <pc:docMk/>
          <pc:sldMk cId="1488875686" sldId="272"/>
        </pc:sldMkLst>
      </pc:sldChg>
      <pc:sldChg chg="modSp">
        <pc:chgData name="Jasper Heidebrink" userId="S::j.heidebrink@ma-web.nl::3e5c4065-a441-4f8a-98d5-0ab70b5c57ea" providerId="AD" clId="Web-{EBDD52B8-DA69-4A05-9E0C-F09901DA8534}" dt="2024-10-08T18:43:36.299" v="41" actId="20577"/>
        <pc:sldMkLst>
          <pc:docMk/>
          <pc:sldMk cId="577209853" sldId="286"/>
        </pc:sldMkLst>
      </pc:sldChg>
      <pc:sldChg chg="delSp modSp add replId">
        <pc:chgData name="Jasper Heidebrink" userId="S::j.heidebrink@ma-web.nl::3e5c4065-a441-4f8a-98d5-0ab70b5c57ea" providerId="AD" clId="Web-{EBDD52B8-DA69-4A05-9E0C-F09901DA8534}" dt="2024-10-08T18:43:20.986" v="33" actId="20577"/>
        <pc:sldMkLst>
          <pc:docMk/>
          <pc:sldMk cId="1146289619" sldId="287"/>
        </pc:sldMkLst>
      </pc:sldChg>
    </pc:docChg>
  </pc:docChgLst>
  <pc:docChgLst>
    <pc:chgData name="Jasper Heidebrink" userId="3e5c4065-a441-4f8a-98d5-0ab70b5c57ea" providerId="ADAL" clId="{96492276-F717-1048-96E8-2653BFFD008C}"/>
    <pc:docChg chg="undo redo custSel addSld delSld modSld sldOrd modSection">
      <pc:chgData name="Jasper Heidebrink" userId="3e5c4065-a441-4f8a-98d5-0ab70b5c57ea" providerId="ADAL" clId="{96492276-F717-1048-96E8-2653BFFD008C}" dt="2025-02-10T14:57:24.157" v="1112" actId="1076"/>
      <pc:docMkLst>
        <pc:docMk/>
      </pc:docMkLst>
      <pc:sldChg chg="addSp modSp mod modClrScheme chgLayout">
        <pc:chgData name="Jasper Heidebrink" userId="3e5c4065-a441-4f8a-98d5-0ab70b5c57ea" providerId="ADAL" clId="{96492276-F717-1048-96E8-2653BFFD008C}" dt="2025-02-10T14:55:45.645" v="1091" actId="20577"/>
        <pc:sldMkLst>
          <pc:docMk/>
          <pc:sldMk cId="279166490" sldId="257"/>
        </pc:sldMkLst>
        <pc:spChg chg="mod">
          <ac:chgData name="Jasper Heidebrink" userId="3e5c4065-a441-4f8a-98d5-0ab70b5c57ea" providerId="ADAL" clId="{96492276-F717-1048-96E8-2653BFFD008C}" dt="2025-02-10T14:28:21.368" v="583" actId="26606"/>
          <ac:spMkLst>
            <pc:docMk/>
            <pc:sldMk cId="279166490" sldId="257"/>
            <ac:spMk id="2" creationId="{5978D6E7-A52E-60A7-939B-D02766449696}"/>
          </ac:spMkLst>
        </pc:spChg>
        <pc:spChg chg="mod">
          <ac:chgData name="Jasper Heidebrink" userId="3e5c4065-a441-4f8a-98d5-0ab70b5c57ea" providerId="ADAL" clId="{96492276-F717-1048-96E8-2653BFFD008C}" dt="2025-02-10T14:55:45.645" v="1091" actId="20577"/>
          <ac:spMkLst>
            <pc:docMk/>
            <pc:sldMk cId="279166490" sldId="257"/>
            <ac:spMk id="3" creationId="{C558468F-DF51-4E76-39C7-4E4004E4D849}"/>
          </ac:spMkLst>
        </pc:spChg>
        <pc:spChg chg="add mod">
          <ac:chgData name="Jasper Heidebrink" userId="3e5c4065-a441-4f8a-98d5-0ab70b5c57ea" providerId="ADAL" clId="{96492276-F717-1048-96E8-2653BFFD008C}" dt="2025-02-10T14:55:33.236" v="1066" actId="767"/>
          <ac:spMkLst>
            <pc:docMk/>
            <pc:sldMk cId="279166490" sldId="257"/>
            <ac:spMk id="4" creationId="{C7443500-B303-BA74-7163-1949F1D532B6}"/>
          </ac:spMkLst>
        </pc:spChg>
        <pc:picChg chg="add mod ord">
          <ac:chgData name="Jasper Heidebrink" userId="3e5c4065-a441-4f8a-98d5-0ab70b5c57ea" providerId="ADAL" clId="{96492276-F717-1048-96E8-2653BFFD008C}" dt="2025-02-10T14:28:43.041" v="613" actId="1037"/>
          <ac:picMkLst>
            <pc:docMk/>
            <pc:sldMk cId="279166490" sldId="257"/>
            <ac:picMk id="5" creationId="{9C7CE7F7-E42C-E70F-EABF-8FD9FD917DCB}"/>
          </ac:picMkLst>
        </pc:picChg>
      </pc:sldChg>
      <pc:sldChg chg="modSp mod">
        <pc:chgData name="Jasper Heidebrink" userId="3e5c4065-a441-4f8a-98d5-0ab70b5c57ea" providerId="ADAL" clId="{96492276-F717-1048-96E8-2653BFFD008C}" dt="2025-02-10T14:26:37.339" v="579" actId="20577"/>
        <pc:sldMkLst>
          <pc:docMk/>
          <pc:sldMk cId="815136344" sldId="271"/>
        </pc:sldMkLst>
        <pc:spChg chg="mod">
          <ac:chgData name="Jasper Heidebrink" userId="3e5c4065-a441-4f8a-98d5-0ab70b5c57ea" providerId="ADAL" clId="{96492276-F717-1048-96E8-2653BFFD008C}" dt="2025-02-10T14:26:37.339" v="579" actId="20577"/>
          <ac:spMkLst>
            <pc:docMk/>
            <pc:sldMk cId="815136344" sldId="271"/>
            <ac:spMk id="8" creationId="{2DED6284-C8AD-303D-0556-DCE289B21E50}"/>
          </ac:spMkLst>
        </pc:spChg>
      </pc:sldChg>
      <pc:sldChg chg="addSp modSp mod">
        <pc:chgData name="Jasper Heidebrink" userId="3e5c4065-a441-4f8a-98d5-0ab70b5c57ea" providerId="ADAL" clId="{96492276-F717-1048-96E8-2653BFFD008C}" dt="2025-02-10T14:42:11.598" v="850" actId="20577"/>
        <pc:sldMkLst>
          <pc:docMk/>
          <pc:sldMk cId="3761874156" sldId="277"/>
        </pc:sldMkLst>
        <pc:spChg chg="mod">
          <ac:chgData name="Jasper Heidebrink" userId="3e5c4065-a441-4f8a-98d5-0ab70b5c57ea" providerId="ADAL" clId="{96492276-F717-1048-96E8-2653BFFD008C}" dt="2025-02-10T14:42:11.598" v="850" actId="20577"/>
          <ac:spMkLst>
            <pc:docMk/>
            <pc:sldMk cId="3761874156" sldId="277"/>
            <ac:spMk id="3" creationId="{C558468F-DF51-4E76-39C7-4E4004E4D849}"/>
          </ac:spMkLst>
        </pc:spChg>
        <pc:picChg chg="add mod">
          <ac:chgData name="Jasper Heidebrink" userId="3e5c4065-a441-4f8a-98d5-0ab70b5c57ea" providerId="ADAL" clId="{96492276-F717-1048-96E8-2653BFFD008C}" dt="2025-02-10T14:37:56.093" v="827" actId="14100"/>
          <ac:picMkLst>
            <pc:docMk/>
            <pc:sldMk cId="3761874156" sldId="277"/>
            <ac:picMk id="4" creationId="{5C1B4912-2CC8-12A9-D4E3-BB551D658FD5}"/>
          </ac:picMkLst>
        </pc:picChg>
        <pc:picChg chg="add mod">
          <ac:chgData name="Jasper Heidebrink" userId="3e5c4065-a441-4f8a-98d5-0ab70b5c57ea" providerId="ADAL" clId="{96492276-F717-1048-96E8-2653BFFD008C}" dt="2025-02-10T14:37:31.630" v="825" actId="1038"/>
          <ac:picMkLst>
            <pc:docMk/>
            <pc:sldMk cId="3761874156" sldId="277"/>
            <ac:picMk id="5" creationId="{58170A58-7F1C-9649-F96B-B119F882F06C}"/>
          </ac:picMkLst>
        </pc:picChg>
        <pc:picChg chg="add mod">
          <ac:chgData name="Jasper Heidebrink" userId="3e5c4065-a441-4f8a-98d5-0ab70b5c57ea" providerId="ADAL" clId="{96492276-F717-1048-96E8-2653BFFD008C}" dt="2025-02-10T14:37:50.547" v="826" actId="1035"/>
          <ac:picMkLst>
            <pc:docMk/>
            <pc:sldMk cId="3761874156" sldId="277"/>
            <ac:picMk id="6" creationId="{49B8A07A-330E-DABB-2CB3-72BDAB905E72}"/>
          </ac:picMkLst>
        </pc:picChg>
      </pc:sldChg>
      <pc:sldChg chg="addSp modSp mod modNotesTx">
        <pc:chgData name="Jasper Heidebrink" userId="3e5c4065-a441-4f8a-98d5-0ab70b5c57ea" providerId="ADAL" clId="{96492276-F717-1048-96E8-2653BFFD008C}" dt="2025-02-10T14:16:06.927" v="142" actId="113"/>
        <pc:sldMkLst>
          <pc:docMk/>
          <pc:sldMk cId="872361103" sldId="280"/>
        </pc:sldMkLst>
        <pc:spChg chg="mod">
          <ac:chgData name="Jasper Heidebrink" userId="3e5c4065-a441-4f8a-98d5-0ab70b5c57ea" providerId="ADAL" clId="{96492276-F717-1048-96E8-2653BFFD008C}" dt="2025-02-10T14:00:16.236" v="39" actId="20577"/>
          <ac:spMkLst>
            <pc:docMk/>
            <pc:sldMk cId="872361103" sldId="280"/>
            <ac:spMk id="2" creationId="{422E80D9-F77C-DA77-8E2F-97A5BF140299}"/>
          </ac:spMkLst>
        </pc:spChg>
        <pc:spChg chg="mod">
          <ac:chgData name="Jasper Heidebrink" userId="3e5c4065-a441-4f8a-98d5-0ab70b5c57ea" providerId="ADAL" clId="{96492276-F717-1048-96E8-2653BFFD008C}" dt="2025-02-10T14:16:06.927" v="142" actId="113"/>
          <ac:spMkLst>
            <pc:docMk/>
            <pc:sldMk cId="872361103" sldId="280"/>
            <ac:spMk id="3" creationId="{F742CE90-5B96-68EA-3FC6-40538575C38C}"/>
          </ac:spMkLst>
        </pc:spChg>
        <pc:spChg chg="add mod">
          <ac:chgData name="Jasper Heidebrink" userId="3e5c4065-a441-4f8a-98d5-0ab70b5c57ea" providerId="ADAL" clId="{96492276-F717-1048-96E8-2653BFFD008C}" dt="2025-02-10T14:00:13.249" v="31" actId="767"/>
          <ac:spMkLst>
            <pc:docMk/>
            <pc:sldMk cId="872361103" sldId="280"/>
            <ac:spMk id="4" creationId="{42BFF791-3487-01C1-CB30-1D39E3153423}"/>
          </ac:spMkLst>
        </pc:spChg>
      </pc:sldChg>
      <pc:sldChg chg="addSp modSp mod ord modNotesTx">
        <pc:chgData name="Jasper Heidebrink" userId="3e5c4065-a441-4f8a-98d5-0ab70b5c57ea" providerId="ADAL" clId="{96492276-F717-1048-96E8-2653BFFD008C}" dt="2025-02-10T14:52:20.372" v="1042" actId="1076"/>
        <pc:sldMkLst>
          <pc:docMk/>
          <pc:sldMk cId="3427845064" sldId="285"/>
        </pc:sldMkLst>
        <pc:spChg chg="mod">
          <ac:chgData name="Jasper Heidebrink" userId="3e5c4065-a441-4f8a-98d5-0ab70b5c57ea" providerId="ADAL" clId="{96492276-F717-1048-96E8-2653BFFD008C}" dt="2025-02-10T14:24:33.086" v="327" actId="20577"/>
          <ac:spMkLst>
            <pc:docMk/>
            <pc:sldMk cId="3427845064" sldId="285"/>
            <ac:spMk id="2" creationId="{C878F63F-54A8-A7D3-EE50-4AADFA78C3B2}"/>
          </ac:spMkLst>
        </pc:spChg>
        <pc:spChg chg="mod">
          <ac:chgData name="Jasper Heidebrink" userId="3e5c4065-a441-4f8a-98d5-0ab70b5c57ea" providerId="ADAL" clId="{96492276-F717-1048-96E8-2653BFFD008C}" dt="2025-02-10T14:26:31.643" v="573" actId="20577"/>
          <ac:spMkLst>
            <pc:docMk/>
            <pc:sldMk cId="3427845064" sldId="285"/>
            <ac:spMk id="3" creationId="{00518C2A-7E70-D1BD-6C11-3DC1F9296D3C}"/>
          </ac:spMkLst>
        </pc:spChg>
        <pc:picChg chg="add mod modCrop">
          <ac:chgData name="Jasper Heidebrink" userId="3e5c4065-a441-4f8a-98d5-0ab70b5c57ea" providerId="ADAL" clId="{96492276-F717-1048-96E8-2653BFFD008C}" dt="2025-02-10T14:52:20.372" v="1042" actId="1076"/>
          <ac:picMkLst>
            <pc:docMk/>
            <pc:sldMk cId="3427845064" sldId="285"/>
            <ac:picMk id="5" creationId="{DD3ACF6F-8743-110B-1539-589EA36AC240}"/>
          </ac:picMkLst>
        </pc:picChg>
      </pc:sldChg>
      <pc:sldChg chg="addSp modSp mod modClrScheme chgLayout modNotesTx">
        <pc:chgData name="Jasper Heidebrink" userId="3e5c4065-a441-4f8a-98d5-0ab70b5c57ea" providerId="ADAL" clId="{96492276-F717-1048-96E8-2653BFFD008C}" dt="2025-02-10T14:48:31.756" v="965" actId="6549"/>
        <pc:sldMkLst>
          <pc:docMk/>
          <pc:sldMk cId="4199355678" sldId="286"/>
        </pc:sldMkLst>
        <pc:spChg chg="mod">
          <ac:chgData name="Jasper Heidebrink" userId="3e5c4065-a441-4f8a-98d5-0ab70b5c57ea" providerId="ADAL" clId="{96492276-F717-1048-96E8-2653BFFD008C}" dt="2025-02-10T14:45:01.281" v="885" actId="26606"/>
          <ac:spMkLst>
            <pc:docMk/>
            <pc:sldMk cId="4199355678" sldId="286"/>
            <ac:spMk id="2" creationId="{75D43108-81DC-5EA2-1CD2-A178E4E59292}"/>
          </ac:spMkLst>
        </pc:spChg>
        <pc:spChg chg="mod">
          <ac:chgData name="Jasper Heidebrink" userId="3e5c4065-a441-4f8a-98d5-0ab70b5c57ea" providerId="ADAL" clId="{96492276-F717-1048-96E8-2653BFFD008C}" dt="2025-02-10T14:48:31.756" v="965" actId="6549"/>
          <ac:spMkLst>
            <pc:docMk/>
            <pc:sldMk cId="4199355678" sldId="286"/>
            <ac:spMk id="3" creationId="{ECB1AE25-9154-4510-FE9E-B46D8EF23C66}"/>
          </ac:spMkLst>
        </pc:spChg>
        <pc:picChg chg="add mod ord modCrop">
          <ac:chgData name="Jasper Heidebrink" userId="3e5c4065-a441-4f8a-98d5-0ab70b5c57ea" providerId="ADAL" clId="{96492276-F717-1048-96E8-2653BFFD008C}" dt="2025-02-10T14:45:29.560" v="921" actId="18131"/>
          <ac:picMkLst>
            <pc:docMk/>
            <pc:sldMk cId="4199355678" sldId="286"/>
            <ac:picMk id="5" creationId="{2723C3AA-008A-1EA2-6807-4F06FA68A953}"/>
          </ac:picMkLst>
        </pc:picChg>
        <pc:picChg chg="add mod">
          <ac:chgData name="Jasper Heidebrink" userId="3e5c4065-a441-4f8a-98d5-0ab70b5c57ea" providerId="ADAL" clId="{96492276-F717-1048-96E8-2653BFFD008C}" dt="2025-02-10T14:44:29.208" v="865" actId="571"/>
          <ac:picMkLst>
            <pc:docMk/>
            <pc:sldMk cId="4199355678" sldId="286"/>
            <ac:picMk id="6" creationId="{BD82CBE5-4BD0-AD43-87CA-BEF97B334A83}"/>
          </ac:picMkLst>
        </pc:picChg>
      </pc:sldChg>
      <pc:sldChg chg="del">
        <pc:chgData name="Jasper Heidebrink" userId="3e5c4065-a441-4f8a-98d5-0ab70b5c57ea" providerId="ADAL" clId="{96492276-F717-1048-96E8-2653BFFD008C}" dt="2025-02-10T14:05:07.682" v="118" actId="2696"/>
        <pc:sldMkLst>
          <pc:docMk/>
          <pc:sldMk cId="905200766" sldId="287"/>
        </pc:sldMkLst>
      </pc:sldChg>
      <pc:sldChg chg="del">
        <pc:chgData name="Jasper Heidebrink" userId="3e5c4065-a441-4f8a-98d5-0ab70b5c57ea" providerId="ADAL" clId="{96492276-F717-1048-96E8-2653BFFD008C}" dt="2025-02-10T14:05:07.660" v="117" actId="2696"/>
        <pc:sldMkLst>
          <pc:docMk/>
          <pc:sldMk cId="1048766222" sldId="288"/>
        </pc:sldMkLst>
      </pc:sldChg>
      <pc:sldChg chg="del">
        <pc:chgData name="Jasper Heidebrink" userId="3e5c4065-a441-4f8a-98d5-0ab70b5c57ea" providerId="ADAL" clId="{96492276-F717-1048-96E8-2653BFFD008C}" dt="2025-02-10T14:05:07.695" v="119" actId="2696"/>
        <pc:sldMkLst>
          <pc:docMk/>
          <pc:sldMk cId="3010709423" sldId="289"/>
        </pc:sldMkLst>
      </pc:sldChg>
      <pc:sldChg chg="modSp del mod">
        <pc:chgData name="Jasper Heidebrink" userId="3e5c4065-a441-4f8a-98d5-0ab70b5c57ea" providerId="ADAL" clId="{96492276-F717-1048-96E8-2653BFFD008C}" dt="2025-02-10T14:22:50.973" v="291" actId="2696"/>
        <pc:sldMkLst>
          <pc:docMk/>
          <pc:sldMk cId="3368283045" sldId="290"/>
        </pc:sldMkLst>
        <pc:spChg chg="mod">
          <ac:chgData name="Jasper Heidebrink" userId="3e5c4065-a441-4f8a-98d5-0ab70b5c57ea" providerId="ADAL" clId="{96492276-F717-1048-96E8-2653BFFD008C}" dt="2025-02-10T14:13:24.345" v="123" actId="14100"/>
          <ac:spMkLst>
            <pc:docMk/>
            <pc:sldMk cId="3368283045" sldId="290"/>
            <ac:spMk id="3" creationId="{D47E70CD-3A53-4A17-DE63-8A5906C3F596}"/>
          </ac:spMkLst>
        </pc:spChg>
      </pc:sldChg>
      <pc:sldChg chg="addSp delSp modSp add mod modMedia setBg modClrScheme delAnim chgLayout modNotesTx">
        <pc:chgData name="Jasper Heidebrink" userId="3e5c4065-a441-4f8a-98d5-0ab70b5c57ea" providerId="ADAL" clId="{96492276-F717-1048-96E8-2653BFFD008C}" dt="2025-02-10T14:20:06.364" v="199"/>
        <pc:sldMkLst>
          <pc:docMk/>
          <pc:sldMk cId="239018511" sldId="291"/>
        </pc:sldMkLst>
        <pc:spChg chg="mod ord">
          <ac:chgData name="Jasper Heidebrink" userId="3e5c4065-a441-4f8a-98d5-0ab70b5c57ea" providerId="ADAL" clId="{96492276-F717-1048-96E8-2653BFFD008C}" dt="2025-02-10T14:19:22.593" v="185" actId="26606"/>
          <ac:spMkLst>
            <pc:docMk/>
            <pc:sldMk cId="239018511" sldId="291"/>
            <ac:spMk id="2" creationId="{82370AEE-3A41-8982-421C-6C60456D607F}"/>
          </ac:spMkLst>
        </pc:spChg>
        <pc:spChg chg="mod">
          <ac:chgData name="Jasper Heidebrink" userId="3e5c4065-a441-4f8a-98d5-0ab70b5c57ea" providerId="ADAL" clId="{96492276-F717-1048-96E8-2653BFFD008C}" dt="2025-02-10T14:19:22.593" v="185" actId="26606"/>
          <ac:spMkLst>
            <pc:docMk/>
            <pc:sldMk cId="239018511" sldId="291"/>
            <ac:spMk id="3" creationId="{B82F8761-B4A7-583C-E446-313839B5CB21}"/>
          </ac:spMkLst>
        </pc:spChg>
        <pc:spChg chg="add mod">
          <ac:chgData name="Jasper Heidebrink" userId="3e5c4065-a441-4f8a-98d5-0ab70b5c57ea" providerId="ADAL" clId="{96492276-F717-1048-96E8-2653BFFD008C}" dt="2025-02-10T14:14:28.025" v="132" actId="767"/>
          <ac:spMkLst>
            <pc:docMk/>
            <pc:sldMk cId="239018511" sldId="291"/>
            <ac:spMk id="4" creationId="{C2572862-F916-C365-2850-E9893401B026}"/>
          </ac:spMkLst>
        </pc:spChg>
        <pc:spChg chg="add mod">
          <ac:chgData name="Jasper Heidebrink" userId="3e5c4065-a441-4f8a-98d5-0ab70b5c57ea" providerId="ADAL" clId="{96492276-F717-1048-96E8-2653BFFD008C}" dt="2025-02-10T14:14:58.414" v="136" actId="767"/>
          <ac:spMkLst>
            <pc:docMk/>
            <pc:sldMk cId="239018511" sldId="291"/>
            <ac:spMk id="5" creationId="{D622E17F-1401-E370-CC63-F8503D475567}"/>
          </ac:spMkLst>
        </pc:spChg>
        <pc:spChg chg="add del mod">
          <ac:chgData name="Jasper Heidebrink" userId="3e5c4065-a441-4f8a-98d5-0ab70b5c57ea" providerId="ADAL" clId="{96492276-F717-1048-96E8-2653BFFD008C}" dt="2025-02-10T14:19:22.593" v="185" actId="26606"/>
          <ac:spMkLst>
            <pc:docMk/>
            <pc:sldMk cId="239018511" sldId="291"/>
            <ac:spMk id="11" creationId="{621B2FF3-8F3F-1E16-D5B5-0F1F52E8C356}"/>
          </ac:spMkLst>
        </pc:spChg>
        <pc:picChg chg="add del mod">
          <ac:chgData name="Jasper Heidebrink" userId="3e5c4065-a441-4f8a-98d5-0ab70b5c57ea" providerId="ADAL" clId="{96492276-F717-1048-96E8-2653BFFD008C}" dt="2025-02-10T14:19:22.593" v="185" actId="26606"/>
          <ac:picMkLst>
            <pc:docMk/>
            <pc:sldMk cId="239018511" sldId="291"/>
            <ac:picMk id="7" creationId="{D5EF6874-F493-C466-092F-17EE2B693E1A}"/>
          </ac:picMkLst>
        </pc:picChg>
      </pc:sldChg>
      <pc:sldChg chg="addSp modSp new mod modNotesTx">
        <pc:chgData name="Jasper Heidebrink" userId="3e5c4065-a441-4f8a-98d5-0ab70b5c57ea" providerId="ADAL" clId="{96492276-F717-1048-96E8-2653BFFD008C}" dt="2025-02-10T14:49:58.752" v="974" actId="166"/>
        <pc:sldMkLst>
          <pc:docMk/>
          <pc:sldMk cId="614216743" sldId="292"/>
        </pc:sldMkLst>
        <pc:spChg chg="mod">
          <ac:chgData name="Jasper Heidebrink" userId="3e5c4065-a441-4f8a-98d5-0ab70b5c57ea" providerId="ADAL" clId="{96492276-F717-1048-96E8-2653BFFD008C}" dt="2025-02-10T14:21:41.554" v="238" actId="20577"/>
          <ac:spMkLst>
            <pc:docMk/>
            <pc:sldMk cId="614216743" sldId="292"/>
            <ac:spMk id="2" creationId="{5EE886E6-F688-6C6B-B66C-25E3DCD0BE50}"/>
          </ac:spMkLst>
        </pc:spChg>
        <pc:spChg chg="mod">
          <ac:chgData name="Jasper Heidebrink" userId="3e5c4065-a441-4f8a-98d5-0ab70b5c57ea" providerId="ADAL" clId="{96492276-F717-1048-96E8-2653BFFD008C}" dt="2025-02-10T14:21:46.242" v="240" actId="20577"/>
          <ac:spMkLst>
            <pc:docMk/>
            <pc:sldMk cId="614216743" sldId="292"/>
            <ac:spMk id="3" creationId="{F3B7CFA2-685C-5FF4-C28A-6AFB6425B4A6}"/>
          </ac:spMkLst>
        </pc:spChg>
        <pc:spChg chg="add mod">
          <ac:chgData name="Jasper Heidebrink" userId="3e5c4065-a441-4f8a-98d5-0ab70b5c57ea" providerId="ADAL" clId="{96492276-F717-1048-96E8-2653BFFD008C}" dt="2025-02-10T14:49:53.468" v="973" actId="208"/>
          <ac:spMkLst>
            <pc:docMk/>
            <pc:sldMk cId="614216743" sldId="292"/>
            <ac:spMk id="7" creationId="{7CDB9B08-282A-0754-91F2-DA5405F3EECD}"/>
          </ac:spMkLst>
        </pc:spChg>
        <pc:picChg chg="add mod">
          <ac:chgData name="Jasper Heidebrink" userId="3e5c4065-a441-4f8a-98d5-0ab70b5c57ea" providerId="ADAL" clId="{96492276-F717-1048-96E8-2653BFFD008C}" dt="2025-02-10T14:49:58.752" v="974" actId="166"/>
          <ac:picMkLst>
            <pc:docMk/>
            <pc:sldMk cId="614216743" sldId="292"/>
            <ac:picMk id="6" creationId="{C7D5BBB7-D614-191F-7958-6F0406138D24}"/>
          </ac:picMkLst>
        </pc:picChg>
      </pc:sldChg>
      <pc:sldChg chg="modSp add mod modNotesTx">
        <pc:chgData name="Jasper Heidebrink" userId="3e5c4065-a441-4f8a-98d5-0ab70b5c57ea" providerId="ADAL" clId="{96492276-F717-1048-96E8-2653BFFD008C}" dt="2025-02-10T14:22:38.978" v="290"/>
        <pc:sldMkLst>
          <pc:docMk/>
          <pc:sldMk cId="659210280" sldId="293"/>
        </pc:sldMkLst>
        <pc:spChg chg="mod">
          <ac:chgData name="Jasper Heidebrink" userId="3e5c4065-a441-4f8a-98d5-0ab70b5c57ea" providerId="ADAL" clId="{96492276-F717-1048-96E8-2653BFFD008C}" dt="2025-02-10T14:21:35.374" v="231" actId="20577"/>
          <ac:spMkLst>
            <pc:docMk/>
            <pc:sldMk cId="659210280" sldId="293"/>
            <ac:spMk id="2" creationId="{B0E4B50F-AC6C-FF11-D555-27DB8AEF62F7}"/>
          </ac:spMkLst>
        </pc:spChg>
        <pc:spChg chg="mod">
          <ac:chgData name="Jasper Heidebrink" userId="3e5c4065-a441-4f8a-98d5-0ab70b5c57ea" providerId="ADAL" clId="{96492276-F717-1048-96E8-2653BFFD008C}" dt="2025-02-10T14:22:30.784" v="288" actId="114"/>
          <ac:spMkLst>
            <pc:docMk/>
            <pc:sldMk cId="659210280" sldId="293"/>
            <ac:spMk id="3" creationId="{E4EF83A0-91E0-7F0F-0C12-25A7FC70B2B9}"/>
          </ac:spMkLst>
        </pc:spChg>
      </pc:sldChg>
      <pc:sldChg chg="addSp modSp add mod modNotesTx">
        <pc:chgData name="Jasper Heidebrink" userId="3e5c4065-a441-4f8a-98d5-0ab70b5c57ea" providerId="ADAL" clId="{96492276-F717-1048-96E8-2653BFFD008C}" dt="2025-02-10T14:53:21.315" v="1045" actId="14100"/>
        <pc:sldMkLst>
          <pc:docMk/>
          <pc:sldMk cId="3087446002" sldId="294"/>
        </pc:sldMkLst>
        <pc:spChg chg="mod">
          <ac:chgData name="Jasper Heidebrink" userId="3e5c4065-a441-4f8a-98d5-0ab70b5c57ea" providerId="ADAL" clId="{96492276-F717-1048-96E8-2653BFFD008C}" dt="2025-02-10T14:23:02.469" v="298" actId="20577"/>
          <ac:spMkLst>
            <pc:docMk/>
            <pc:sldMk cId="3087446002" sldId="294"/>
            <ac:spMk id="2" creationId="{42C06493-DB3C-CE51-5C20-93E52F31A334}"/>
          </ac:spMkLst>
        </pc:spChg>
        <pc:spChg chg="mod">
          <ac:chgData name="Jasper Heidebrink" userId="3e5c4065-a441-4f8a-98d5-0ab70b5c57ea" providerId="ADAL" clId="{96492276-F717-1048-96E8-2653BFFD008C}" dt="2025-02-10T14:23:11.759" v="301"/>
          <ac:spMkLst>
            <pc:docMk/>
            <pc:sldMk cId="3087446002" sldId="294"/>
            <ac:spMk id="3" creationId="{4A4FF5D3-3CCF-2CB8-E450-B86BFA3C63A8}"/>
          </ac:spMkLst>
        </pc:spChg>
        <pc:picChg chg="add mod">
          <ac:chgData name="Jasper Heidebrink" userId="3e5c4065-a441-4f8a-98d5-0ab70b5c57ea" providerId="ADAL" clId="{96492276-F717-1048-96E8-2653BFFD008C}" dt="2025-02-10T14:53:21.315" v="1045" actId="14100"/>
          <ac:picMkLst>
            <pc:docMk/>
            <pc:sldMk cId="3087446002" sldId="294"/>
            <ac:picMk id="4" creationId="{3BEA43CF-A9EB-41F8-C49B-5B585FE9A4B7}"/>
          </ac:picMkLst>
        </pc:picChg>
      </pc:sldChg>
      <pc:sldChg chg="addSp modSp add mod modNotesTx">
        <pc:chgData name="Jasper Heidebrink" userId="3e5c4065-a441-4f8a-98d5-0ab70b5c57ea" providerId="ADAL" clId="{96492276-F717-1048-96E8-2653BFFD008C}" dt="2025-02-10T14:54:46.538" v="1065" actId="171"/>
        <pc:sldMkLst>
          <pc:docMk/>
          <pc:sldMk cId="2036120223" sldId="295"/>
        </pc:sldMkLst>
        <pc:spChg chg="mod">
          <ac:chgData name="Jasper Heidebrink" userId="3e5c4065-a441-4f8a-98d5-0ab70b5c57ea" providerId="ADAL" clId="{96492276-F717-1048-96E8-2653BFFD008C}" dt="2025-02-10T14:23:41.545" v="309" actId="20577"/>
          <ac:spMkLst>
            <pc:docMk/>
            <pc:sldMk cId="2036120223" sldId="295"/>
            <ac:spMk id="2" creationId="{A48C40B3-6831-680E-CB8A-FDD7471153D6}"/>
          </ac:spMkLst>
        </pc:spChg>
        <pc:spChg chg="mod">
          <ac:chgData name="Jasper Heidebrink" userId="3e5c4065-a441-4f8a-98d5-0ab70b5c57ea" providerId="ADAL" clId="{96492276-F717-1048-96E8-2653BFFD008C}" dt="2025-02-10T14:23:47.436" v="312"/>
          <ac:spMkLst>
            <pc:docMk/>
            <pc:sldMk cId="2036120223" sldId="295"/>
            <ac:spMk id="3" creationId="{D693E8B0-6F9D-9753-473D-D24062A1127D}"/>
          </ac:spMkLst>
        </pc:spChg>
        <pc:spChg chg="add mod">
          <ac:chgData name="Jasper Heidebrink" userId="3e5c4065-a441-4f8a-98d5-0ab70b5c57ea" providerId="ADAL" clId="{96492276-F717-1048-96E8-2653BFFD008C}" dt="2025-02-10T14:54:46.538" v="1065" actId="171"/>
          <ac:spMkLst>
            <pc:docMk/>
            <pc:sldMk cId="2036120223" sldId="295"/>
            <ac:spMk id="6" creationId="{223350A1-ADD8-017E-D076-64AD30C9A85E}"/>
          </ac:spMkLst>
        </pc:spChg>
        <pc:picChg chg="add mod modCrop">
          <ac:chgData name="Jasper Heidebrink" userId="3e5c4065-a441-4f8a-98d5-0ab70b5c57ea" providerId="ADAL" clId="{96492276-F717-1048-96E8-2653BFFD008C}" dt="2025-02-10T14:54:01.186" v="1061" actId="1036"/>
          <ac:picMkLst>
            <pc:docMk/>
            <pc:sldMk cId="2036120223" sldId="295"/>
            <ac:picMk id="5" creationId="{72B4598C-4DA2-DFC6-344A-BC54EFCFF9A5}"/>
          </ac:picMkLst>
        </pc:picChg>
      </pc:sldChg>
      <pc:sldChg chg="modSp add mod modNotesTx">
        <pc:chgData name="Jasper Heidebrink" userId="3e5c4065-a441-4f8a-98d5-0ab70b5c57ea" providerId="ADAL" clId="{96492276-F717-1048-96E8-2653BFFD008C}" dt="2025-02-10T14:24:18.735" v="317" actId="14100"/>
        <pc:sldMkLst>
          <pc:docMk/>
          <pc:sldMk cId="3798878468" sldId="296"/>
        </pc:sldMkLst>
        <pc:spChg chg="mod">
          <ac:chgData name="Jasper Heidebrink" userId="3e5c4065-a441-4f8a-98d5-0ab70b5c57ea" providerId="ADAL" clId="{96492276-F717-1048-96E8-2653BFFD008C}" dt="2025-02-10T14:23:57.094" v="314" actId="20577"/>
          <ac:spMkLst>
            <pc:docMk/>
            <pc:sldMk cId="3798878468" sldId="296"/>
            <ac:spMk id="2" creationId="{A396F787-0DFC-9D6B-6BAB-3C0FC73EB03F}"/>
          </ac:spMkLst>
        </pc:spChg>
        <pc:spChg chg="mod">
          <ac:chgData name="Jasper Heidebrink" userId="3e5c4065-a441-4f8a-98d5-0ab70b5c57ea" providerId="ADAL" clId="{96492276-F717-1048-96E8-2653BFFD008C}" dt="2025-02-10T14:24:18.735" v="317" actId="14100"/>
          <ac:spMkLst>
            <pc:docMk/>
            <pc:sldMk cId="3798878468" sldId="296"/>
            <ac:spMk id="3" creationId="{7CC2DB19-7B2D-5D09-E7BA-F8FA90927F02}"/>
          </ac:spMkLst>
        </pc:spChg>
      </pc:sldChg>
      <pc:sldChg chg="addSp delSp modSp add mod modNotesTx">
        <pc:chgData name="Jasper Heidebrink" userId="3e5c4065-a441-4f8a-98d5-0ab70b5c57ea" providerId="ADAL" clId="{96492276-F717-1048-96E8-2653BFFD008C}" dt="2025-02-10T14:57:24.157" v="1112" actId="1076"/>
        <pc:sldMkLst>
          <pc:docMk/>
          <pc:sldMk cId="2154461793" sldId="297"/>
        </pc:sldMkLst>
        <pc:spChg chg="mod">
          <ac:chgData name="Jasper Heidebrink" userId="3e5c4065-a441-4f8a-98d5-0ab70b5c57ea" providerId="ADAL" clId="{96492276-F717-1048-96E8-2653BFFD008C}" dt="2025-02-10T14:56:15.645" v="1108" actId="20577"/>
          <ac:spMkLst>
            <pc:docMk/>
            <pc:sldMk cId="2154461793" sldId="297"/>
            <ac:spMk id="2" creationId="{6CC26A9D-5B7B-1569-8864-459A1B24ED24}"/>
          </ac:spMkLst>
        </pc:spChg>
        <pc:spChg chg="mod">
          <ac:chgData name="Jasper Heidebrink" userId="3e5c4065-a441-4f8a-98d5-0ab70b5c57ea" providerId="ADAL" clId="{96492276-F717-1048-96E8-2653BFFD008C}" dt="2025-02-10T14:56:09.715" v="1100"/>
          <ac:spMkLst>
            <pc:docMk/>
            <pc:sldMk cId="2154461793" sldId="297"/>
            <ac:spMk id="3" creationId="{6D199D43-0CC2-57C0-4E64-859C5FF89FEF}"/>
          </ac:spMkLst>
        </pc:spChg>
        <pc:picChg chg="add mod">
          <ac:chgData name="Jasper Heidebrink" userId="3e5c4065-a441-4f8a-98d5-0ab70b5c57ea" providerId="ADAL" clId="{96492276-F717-1048-96E8-2653BFFD008C}" dt="2025-02-10T14:57:24.157" v="1112" actId="1076"/>
          <ac:picMkLst>
            <pc:docMk/>
            <pc:sldMk cId="2154461793" sldId="297"/>
            <ac:picMk id="4" creationId="{1991838E-8151-DD34-5BFF-B8E02F5E9F3A}"/>
          </ac:picMkLst>
        </pc:picChg>
        <pc:picChg chg="del">
          <ac:chgData name="Jasper Heidebrink" userId="3e5c4065-a441-4f8a-98d5-0ab70b5c57ea" providerId="ADAL" clId="{96492276-F717-1048-96E8-2653BFFD008C}" dt="2025-02-10T14:57:13.594" v="1111" actId="478"/>
          <ac:picMkLst>
            <pc:docMk/>
            <pc:sldMk cId="2154461793" sldId="297"/>
            <ac:picMk id="5" creationId="{5101F7A5-DFA2-5A4C-B2A6-AC34E6B1152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3B44D9DC-BFDE-70DB-37D2-5120EDE7C9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BC32AC8-ADEA-5A24-D08F-B9E583A640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D8170-AF3A-49D5-80D5-9AA599CA2B5A}" type="datetimeFigureOut">
              <a:rPr lang="nl-NL" smtClean="0"/>
              <a:t>24-03-2025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5ACE027-8153-01D4-6B6E-5EA19C4B0A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DF9D566-75C9-E730-A0C7-1E8C58EE84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C578E-C328-47E2-9A85-9D93F4DE8D5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416953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90A07-196B-4F4B-8E8C-301FB387CBE5}" type="datetimeFigureOut">
              <a:rPr lang="nl-NL" smtClean="0"/>
              <a:t>24-03-2025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176B4-2F3E-4542-A88B-B482618D0CA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779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9298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2305D-01EA-901C-B6DD-723948467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AFF57-93D5-4927-355E-B560F61B6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80170E-6A3E-E25D-BA3E-9EE78F336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GB" dirty="0"/>
              <a:t>Alle </a:t>
            </a:r>
            <a:r>
              <a:rPr lang="en-GB" dirty="0" err="1"/>
              <a:t>studenten</a:t>
            </a:r>
            <a:r>
              <a:rPr lang="en-GB" dirty="0"/>
              <a:t> </a:t>
            </a:r>
            <a:r>
              <a:rPr lang="en-GB" dirty="0" err="1"/>
              <a:t>geven</a:t>
            </a:r>
            <a:r>
              <a:rPr lang="en-GB" dirty="0"/>
              <a:t> om de </a:t>
            </a:r>
            <a:r>
              <a:rPr lang="en-GB" dirty="0" err="1"/>
              <a:t>beurt</a:t>
            </a:r>
            <a:r>
              <a:rPr lang="en-GB" dirty="0"/>
              <a:t> even </a:t>
            </a:r>
            <a:r>
              <a:rPr lang="en-GB" dirty="0" err="1"/>
              <a:t>aan</a:t>
            </a:r>
            <a:r>
              <a:rPr lang="en-GB" dirty="0"/>
              <a:t> hoe </a:t>
            </a:r>
            <a:r>
              <a:rPr lang="en-GB" dirty="0" err="1"/>
              <a:t>zij</a:t>
            </a:r>
            <a:r>
              <a:rPr lang="en-GB" dirty="0"/>
              <a:t> er </a:t>
            </a:r>
            <a:r>
              <a:rPr lang="en-GB" dirty="0" err="1"/>
              <a:t>vandaag</a:t>
            </a:r>
            <a:r>
              <a:rPr lang="en-GB" dirty="0"/>
              <a:t> </a:t>
            </a:r>
            <a:r>
              <a:rPr lang="en-GB" dirty="0" err="1"/>
              <a:t>bij</a:t>
            </a:r>
            <a:r>
              <a:rPr lang="en-GB" dirty="0"/>
              <a:t> </a:t>
            </a:r>
            <a:r>
              <a:rPr lang="en-GB" dirty="0" err="1"/>
              <a:t>zitten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F71BD-DECD-4344-1CEE-6CBAABF21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628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NL" dirty="0"/>
              <a:t>Overzicht rest van de periode, wek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865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C980C-F8F5-67D2-1A2D-FC38D3CAD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80F22-1E1B-1348-F464-390E666EE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D594F-7A2C-5AC5-ED88-B1A3BDA04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Var mag </a:t>
            </a: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niet</a:t>
            </a: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 in </a:t>
            </a: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php</a:t>
            </a:r>
            <a:endParaRPr lang="en-GB" b="0" i="0" dirty="0">
              <a:solidFill>
                <a:srgbClr val="6B7280"/>
              </a:solidFill>
              <a:effectLst/>
              <a:latin typeface="Inter var"/>
            </a:endParaRPr>
          </a:p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Variabele</a:t>
            </a: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begint</a:t>
            </a: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 met $</a:t>
            </a:r>
          </a:p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Regel </a:t>
            </a: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afsluiten</a:t>
            </a: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 met ;</a:t>
            </a:r>
          </a:p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“ op regel 2 </a:t>
            </a: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moet</a:t>
            </a: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enkel</a:t>
            </a: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zijn</a:t>
            </a:r>
            <a:endParaRPr lang="en-GB" b="0" i="0" dirty="0">
              <a:solidFill>
                <a:srgbClr val="6B7280"/>
              </a:solidFill>
              <a:effectLst/>
              <a:latin typeface="Inter var"/>
            </a:endParaRPr>
          </a:p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Quotes op regel 3 </a:t>
            </a: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moet</a:t>
            </a: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dubbel</a:t>
            </a: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zijn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50F03-81E0-1626-CA16-60791A6FE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231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ADFC6-8442-0304-AF43-7B1FDB51A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99988-CD90-C9EC-FC6F-A35DBD79B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449CA-35D6-5AD9-A339-8658C8B8C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Je mist:</a:t>
            </a:r>
          </a:p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Intro in de </a:t>
            </a: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migratie</a:t>
            </a:r>
            <a:endParaRPr lang="en-GB" b="0" i="0" dirty="0">
              <a:solidFill>
                <a:srgbClr val="6B7280"/>
              </a:solidFill>
              <a:effectLst/>
              <a:latin typeface="Inter var"/>
            </a:endParaRPr>
          </a:p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Waarom</a:t>
            </a: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geen</a:t>
            </a: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 ID in de </a:t>
            </a: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seeder</a:t>
            </a: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?</a:t>
            </a:r>
          </a:p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Waarom</a:t>
            </a: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geen</a:t>
            </a: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 timestamps in de </a:t>
            </a: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seeder</a:t>
            </a: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7E6A1-8FD9-EAD3-5EFD-A1B8DBBED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2973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E1587-001E-A90C-7F09-E3126B94B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3ED23D-F6A2-7013-19B1-D1F00E0BF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D7360-ED8A-B3C0-3F31-88399618B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Ik mis de &lt;x-app-layout&gt; tag</a:t>
            </a:r>
          </a:p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Waarom</a:t>
            </a: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zie</a:t>
            </a: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ik</a:t>
            </a: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dirty="0" err="1">
                <a:solidFill>
                  <a:srgbClr val="6B7280"/>
                </a:solidFill>
                <a:effectLst/>
                <a:latin typeface="Inter var"/>
              </a:rPr>
              <a:t>geen</a:t>
            </a:r>
            <a:r>
              <a:rPr lang="en-GB" b="0" i="0" dirty="0">
                <a:solidFill>
                  <a:srgbClr val="6B7280"/>
                </a:solidFill>
                <a:effectLst/>
                <a:latin typeface="Inter var"/>
              </a:rPr>
              <a:t> intro?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FF9E0-4708-514A-FFE5-BBA88D639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91145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DC790-860B-63B5-4B20-03A6C5509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ACF7F-C61F-EA15-51E0-7BE7545FF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6C8983-DFFC-B758-39AA-422CDC79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https://</a:t>
            </a:r>
            <a:r>
              <a:rPr lang="en-GB" err="1"/>
              <a:t>ma.simulise.com</a:t>
            </a:r>
            <a:r>
              <a:rPr lang="en-GB"/>
              <a:t>/school/assignment/plan/5f6227d9-96d9-4015-bbff-a8444204c6f6/view</a:t>
            </a:r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87E75-1CB4-44B8-B449-0DE5196A5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54943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3B74E89-B81B-BFC8-E803-5A1C114EC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781" t="32769" r="18741" b="32032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6D5B9B49-170B-35ED-ED94-8825C464ED8A}"/>
              </a:ext>
            </a:extLst>
          </p:cNvPr>
          <p:cNvSpPr/>
          <p:nvPr userDrawn="1"/>
        </p:nvSpPr>
        <p:spPr>
          <a:xfrm>
            <a:off x="0" y="-425941"/>
            <a:ext cx="1712392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Titel slide magenta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C8CA73A-9A86-9A9F-7664-B6EB7417B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2117292"/>
            <a:ext cx="8932406" cy="396025"/>
          </a:xfrm>
        </p:spPr>
        <p:txBody>
          <a:bodyPr/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rPr lang="nl-NL"/>
              <a:t>Tekst invoegen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CE972B3-B3B1-C6E4-DE8F-2A821412863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43366" y="239690"/>
            <a:ext cx="2000250" cy="63722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42B7A72-981D-D1F1-6397-C0349346321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375" y="584200"/>
            <a:ext cx="3842800" cy="1053212"/>
          </a:xfrm>
          <a:prstGeom prst="rect">
            <a:avLst/>
          </a:prstGeom>
        </p:spPr>
      </p:pic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B7E32531-9043-845A-DE3B-49ACFCEFAD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4" y="2704352"/>
            <a:ext cx="8932405" cy="396875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Tekst </a:t>
            </a:r>
            <a:r>
              <a:rPr lang="en-GB" err="1"/>
              <a:t>invoegen</a:t>
            </a:r>
            <a:endParaRPr lang="en-GB"/>
          </a:p>
        </p:txBody>
      </p:sp>
      <p:sp>
        <p:nvSpPr>
          <p:cNvPr id="17" name="Tijdelijke aanduiding voor tekst 15">
            <a:extLst>
              <a:ext uri="{FF2B5EF4-FFF2-40B4-BE49-F238E27FC236}">
                <a16:creationId xmlns:a16="http://schemas.microsoft.com/office/drawing/2014/main" id="{DFB03C0D-2827-F855-00DC-A14012836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75" y="5308598"/>
            <a:ext cx="2926387" cy="258235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Naam:</a:t>
            </a:r>
          </a:p>
        </p:txBody>
      </p:sp>
      <p:sp>
        <p:nvSpPr>
          <p:cNvPr id="18" name="Tijdelijke aanduiding voor tekst 15">
            <a:extLst>
              <a:ext uri="{FF2B5EF4-FFF2-40B4-BE49-F238E27FC236}">
                <a16:creationId xmlns:a16="http://schemas.microsoft.com/office/drawing/2014/main" id="{A07DE196-3E62-E222-389A-9B1682FE9F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5" y="6052854"/>
            <a:ext cx="2926387" cy="258235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Datum:</a:t>
            </a:r>
          </a:p>
        </p:txBody>
      </p:sp>
      <p:sp>
        <p:nvSpPr>
          <p:cNvPr id="19" name="Tijdelijke aanduiding voor tekst 15">
            <a:extLst>
              <a:ext uri="{FF2B5EF4-FFF2-40B4-BE49-F238E27FC236}">
                <a16:creationId xmlns:a16="http://schemas.microsoft.com/office/drawing/2014/main" id="{53887AD4-FA05-CCF8-5684-48A73028EE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2885" y="6052854"/>
            <a:ext cx="2926387" cy="258235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Project:</a:t>
            </a:r>
          </a:p>
        </p:txBody>
      </p:sp>
    </p:spTree>
    <p:extLst>
      <p:ext uri="{BB962C8B-B14F-4D97-AF65-F5344CB8AC3E}">
        <p14:creationId xmlns:p14="http://schemas.microsoft.com/office/powerpoint/2010/main" val="340832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>
        <p:tmplLst>
          <p:tmpl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zw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9DF5E492-43D0-B0A3-33CA-9084AA6085DA}"/>
              </a:ext>
            </a:extLst>
          </p:cNvPr>
          <p:cNvSpPr/>
          <p:nvPr userDrawn="1"/>
        </p:nvSpPr>
        <p:spPr>
          <a:xfrm>
            <a:off x="472966" y="5768975"/>
            <a:ext cx="3142593" cy="9786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6D5B9B49-170B-35ED-ED94-8825C464ED8A}"/>
              </a:ext>
            </a:extLst>
          </p:cNvPr>
          <p:cNvSpPr/>
          <p:nvPr userDrawn="1"/>
        </p:nvSpPr>
        <p:spPr>
          <a:xfrm>
            <a:off x="0" y="-425941"/>
            <a:ext cx="140461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Titel slide zwart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C8CA73A-9A86-9A9F-7664-B6EB7417B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2117292"/>
            <a:ext cx="8932406" cy="396025"/>
          </a:xfrm>
        </p:spPr>
        <p:txBody>
          <a:bodyPr/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rPr lang="nl-NL"/>
              <a:t>Tekst invoegen</a:t>
            </a:r>
            <a:endParaRPr lang="en-GB"/>
          </a:p>
        </p:txBody>
      </p:sp>
      <p:grpSp>
        <p:nvGrpSpPr>
          <p:cNvPr id="37" name="Groep 36">
            <a:extLst>
              <a:ext uri="{FF2B5EF4-FFF2-40B4-BE49-F238E27FC236}">
                <a16:creationId xmlns:a16="http://schemas.microsoft.com/office/drawing/2014/main" id="{D7BEE2A0-AA31-91AA-3A54-C40023E71A0A}"/>
              </a:ext>
            </a:extLst>
          </p:cNvPr>
          <p:cNvGrpSpPr/>
          <p:nvPr userDrawn="1"/>
        </p:nvGrpSpPr>
        <p:grpSpPr>
          <a:xfrm>
            <a:off x="602556" y="607818"/>
            <a:ext cx="3827618" cy="1021054"/>
            <a:chOff x="602556" y="607818"/>
            <a:chExt cx="3827618" cy="1021054"/>
          </a:xfrm>
        </p:grpSpPr>
        <p:sp>
          <p:nvSpPr>
            <p:cNvPr id="6" name="Vrije vorm: vorm 5">
              <a:extLst>
                <a:ext uri="{FF2B5EF4-FFF2-40B4-BE49-F238E27FC236}">
                  <a16:creationId xmlns:a16="http://schemas.microsoft.com/office/drawing/2014/main" id="{671B2A5F-7B8E-3DE2-F1D6-E0E7A5A50D12}"/>
                </a:ext>
              </a:extLst>
            </p:cNvPr>
            <p:cNvSpPr/>
            <p:nvPr/>
          </p:nvSpPr>
          <p:spPr>
            <a:xfrm>
              <a:off x="602556" y="607818"/>
              <a:ext cx="1196495" cy="1009668"/>
            </a:xfrm>
            <a:custGeom>
              <a:avLst/>
              <a:gdLst>
                <a:gd name="connsiteX0" fmla="*/ 1022849 w 1196495"/>
                <a:gd name="connsiteY0" fmla="*/ 1009668 h 1009668"/>
                <a:gd name="connsiteX1" fmla="*/ 928914 w 1196495"/>
                <a:gd name="connsiteY1" fmla="*/ 1009668 h 1009668"/>
                <a:gd name="connsiteX2" fmla="*/ 754327 w 1196495"/>
                <a:gd name="connsiteY2" fmla="*/ 835082 h 1009668"/>
                <a:gd name="connsiteX3" fmla="*/ 754327 w 1196495"/>
                <a:gd name="connsiteY3" fmla="*/ 668086 h 1009668"/>
                <a:gd name="connsiteX4" fmla="*/ 598718 w 1196495"/>
                <a:gd name="connsiteY4" fmla="*/ 759174 h 1009668"/>
                <a:gd name="connsiteX5" fmla="*/ 443108 w 1196495"/>
                <a:gd name="connsiteY5" fmla="*/ 668086 h 1009668"/>
                <a:gd name="connsiteX6" fmla="*/ 443108 w 1196495"/>
                <a:gd name="connsiteY6" fmla="*/ 835082 h 1009668"/>
                <a:gd name="connsiteX7" fmla="*/ 268522 w 1196495"/>
                <a:gd name="connsiteY7" fmla="*/ 1009668 h 1009668"/>
                <a:gd name="connsiteX8" fmla="*/ 174586 w 1196495"/>
                <a:gd name="connsiteY8" fmla="*/ 1009668 h 1009668"/>
                <a:gd name="connsiteX9" fmla="*/ 0 w 1196495"/>
                <a:gd name="connsiteY9" fmla="*/ 835082 h 1009668"/>
                <a:gd name="connsiteX10" fmla="*/ 0 w 1196495"/>
                <a:gd name="connsiteY10" fmla="*/ 224029 h 1009668"/>
                <a:gd name="connsiteX11" fmla="*/ 102475 w 1196495"/>
                <a:gd name="connsiteY11" fmla="*/ 34261 h 1009668"/>
                <a:gd name="connsiteX12" fmla="*/ 369099 w 1196495"/>
                <a:gd name="connsiteY12" fmla="*/ 57033 h 1009668"/>
                <a:gd name="connsiteX13" fmla="*/ 598718 w 1196495"/>
                <a:gd name="connsiteY13" fmla="*/ 263880 h 1009668"/>
                <a:gd name="connsiteX14" fmla="*/ 827388 w 1196495"/>
                <a:gd name="connsiteY14" fmla="*/ 57033 h 1009668"/>
                <a:gd name="connsiteX15" fmla="*/ 1094012 w 1196495"/>
                <a:gd name="connsiteY15" fmla="*/ 34261 h 1009668"/>
                <a:gd name="connsiteX16" fmla="*/ 1196487 w 1196495"/>
                <a:gd name="connsiteY16" fmla="*/ 224029 h 1009668"/>
                <a:gd name="connsiteX17" fmla="*/ 1196487 w 1196495"/>
                <a:gd name="connsiteY17" fmla="*/ 835082 h 1009668"/>
                <a:gd name="connsiteX18" fmla="*/ 1022849 w 1196495"/>
                <a:gd name="connsiteY18" fmla="*/ 1009668 h 100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96495" h="1009668">
                  <a:moveTo>
                    <a:pt x="1022849" y="1009668"/>
                  </a:moveTo>
                  <a:lnTo>
                    <a:pt x="928914" y="1009668"/>
                  </a:lnTo>
                  <a:cubicBezTo>
                    <a:pt x="833081" y="1009668"/>
                    <a:pt x="754327" y="930914"/>
                    <a:pt x="754327" y="835082"/>
                  </a:cubicBezTo>
                  <a:lnTo>
                    <a:pt x="754327" y="668086"/>
                  </a:lnTo>
                  <a:cubicBezTo>
                    <a:pt x="754327" y="668086"/>
                    <a:pt x="703090" y="759174"/>
                    <a:pt x="598718" y="759174"/>
                  </a:cubicBezTo>
                  <a:cubicBezTo>
                    <a:pt x="494345" y="759174"/>
                    <a:pt x="443108" y="668086"/>
                    <a:pt x="443108" y="668086"/>
                  </a:cubicBezTo>
                  <a:lnTo>
                    <a:pt x="443108" y="835082"/>
                  </a:lnTo>
                  <a:cubicBezTo>
                    <a:pt x="443108" y="930914"/>
                    <a:pt x="364354" y="1009668"/>
                    <a:pt x="268522" y="1009668"/>
                  </a:cubicBezTo>
                  <a:lnTo>
                    <a:pt x="174586" y="1009668"/>
                  </a:lnTo>
                  <a:cubicBezTo>
                    <a:pt x="78754" y="1009668"/>
                    <a:pt x="0" y="930914"/>
                    <a:pt x="0" y="835082"/>
                  </a:cubicBezTo>
                  <a:lnTo>
                    <a:pt x="0" y="224029"/>
                  </a:lnTo>
                  <a:cubicBezTo>
                    <a:pt x="0" y="146224"/>
                    <a:pt x="37954" y="75061"/>
                    <a:pt x="102475" y="34261"/>
                  </a:cubicBezTo>
                  <a:cubicBezTo>
                    <a:pt x="185973" y="-18874"/>
                    <a:pt x="296038" y="-9386"/>
                    <a:pt x="369099" y="57033"/>
                  </a:cubicBezTo>
                  <a:lnTo>
                    <a:pt x="598718" y="263880"/>
                  </a:lnTo>
                  <a:lnTo>
                    <a:pt x="827388" y="57033"/>
                  </a:lnTo>
                  <a:cubicBezTo>
                    <a:pt x="900449" y="-9386"/>
                    <a:pt x="1010514" y="-17925"/>
                    <a:pt x="1094012" y="34261"/>
                  </a:cubicBezTo>
                  <a:cubicBezTo>
                    <a:pt x="1158533" y="75061"/>
                    <a:pt x="1196487" y="146224"/>
                    <a:pt x="1196487" y="224029"/>
                  </a:cubicBezTo>
                  <a:lnTo>
                    <a:pt x="1196487" y="835082"/>
                  </a:lnTo>
                  <a:cubicBezTo>
                    <a:pt x="1197436" y="931863"/>
                    <a:pt x="1118682" y="1009668"/>
                    <a:pt x="1022849" y="1009668"/>
                  </a:cubicBezTo>
                  <a:close/>
                </a:path>
              </a:pathLst>
            </a:custGeom>
            <a:noFill/>
            <a:ln w="19790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001286A2-97D5-E4D3-287F-B16B477E5182}"/>
                </a:ext>
              </a:extLst>
            </p:cNvPr>
            <p:cNvSpPr/>
            <p:nvPr/>
          </p:nvSpPr>
          <p:spPr>
            <a:xfrm>
              <a:off x="3157781" y="1478955"/>
              <a:ext cx="138530" cy="148018"/>
            </a:xfrm>
            <a:custGeom>
              <a:avLst/>
              <a:gdLst>
                <a:gd name="connsiteX0" fmla="*/ 68317 w 138530"/>
                <a:gd name="connsiteY0" fmla="*/ 26567 h 148018"/>
                <a:gd name="connsiteX1" fmla="*/ 92038 w 138530"/>
                <a:gd name="connsiteY1" fmla="*/ 91089 h 148018"/>
                <a:gd name="connsiteX2" fmla="*/ 44596 w 138530"/>
                <a:gd name="connsiteY2" fmla="*/ 91089 h 148018"/>
                <a:gd name="connsiteX3" fmla="*/ 68317 w 138530"/>
                <a:gd name="connsiteY3" fmla="*/ 26567 h 148018"/>
                <a:gd name="connsiteX4" fmla="*/ 55033 w 138530"/>
                <a:gd name="connsiteY4" fmla="*/ 0 h 148018"/>
                <a:gd name="connsiteX5" fmla="*/ 0 w 138530"/>
                <a:gd name="connsiteY5" fmla="*/ 148019 h 148018"/>
                <a:gd name="connsiteX6" fmla="*/ 24670 w 138530"/>
                <a:gd name="connsiteY6" fmla="*/ 148019 h 148018"/>
                <a:gd name="connsiteX7" fmla="*/ 37954 w 138530"/>
                <a:gd name="connsiteY7" fmla="*/ 111014 h 148018"/>
                <a:gd name="connsiteX8" fmla="*/ 98679 w 138530"/>
                <a:gd name="connsiteY8" fmla="*/ 111014 h 148018"/>
                <a:gd name="connsiteX9" fmla="*/ 112912 w 138530"/>
                <a:gd name="connsiteY9" fmla="*/ 148019 h 148018"/>
                <a:gd name="connsiteX10" fmla="*/ 138531 w 138530"/>
                <a:gd name="connsiteY10" fmla="*/ 148019 h 148018"/>
                <a:gd name="connsiteX11" fmla="*/ 83498 w 138530"/>
                <a:gd name="connsiteY11" fmla="*/ 0 h 148018"/>
                <a:gd name="connsiteX12" fmla="*/ 55033 w 138530"/>
                <a:gd name="connsiteY12" fmla="*/ 0 h 148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8530" h="148018">
                  <a:moveTo>
                    <a:pt x="68317" y="26567"/>
                  </a:moveTo>
                  <a:lnTo>
                    <a:pt x="92038" y="91089"/>
                  </a:lnTo>
                  <a:lnTo>
                    <a:pt x="44596" y="91089"/>
                  </a:lnTo>
                  <a:lnTo>
                    <a:pt x="68317" y="26567"/>
                  </a:lnTo>
                  <a:close/>
                  <a:moveTo>
                    <a:pt x="55033" y="0"/>
                  </a:moveTo>
                  <a:lnTo>
                    <a:pt x="0" y="148019"/>
                  </a:lnTo>
                  <a:lnTo>
                    <a:pt x="24670" y="148019"/>
                  </a:lnTo>
                  <a:lnTo>
                    <a:pt x="37954" y="111014"/>
                  </a:lnTo>
                  <a:lnTo>
                    <a:pt x="98679" y="111014"/>
                  </a:lnTo>
                  <a:lnTo>
                    <a:pt x="112912" y="148019"/>
                  </a:lnTo>
                  <a:lnTo>
                    <a:pt x="138531" y="148019"/>
                  </a:lnTo>
                  <a:lnTo>
                    <a:pt x="83498" y="0"/>
                  </a:lnTo>
                  <a:lnTo>
                    <a:pt x="55033" y="0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096A276C-8687-E125-B23C-F3A848073465}"/>
                </a:ext>
              </a:extLst>
            </p:cNvPr>
            <p:cNvSpPr/>
            <p:nvPr/>
          </p:nvSpPr>
          <p:spPr>
            <a:xfrm>
              <a:off x="3310544" y="1517858"/>
              <a:ext cx="164149" cy="109116"/>
            </a:xfrm>
            <a:custGeom>
              <a:avLst/>
              <a:gdLst>
                <a:gd name="connsiteX0" fmla="*/ 152763 w 164149"/>
                <a:gd name="connsiteY0" fmla="*/ 11386 h 109116"/>
                <a:gd name="connsiteX1" fmla="*/ 164149 w 164149"/>
                <a:gd name="connsiteY1" fmla="*/ 48391 h 109116"/>
                <a:gd name="connsiteX2" fmla="*/ 164149 w 164149"/>
                <a:gd name="connsiteY2" fmla="*/ 109117 h 109116"/>
                <a:gd name="connsiteX3" fmla="*/ 141377 w 164149"/>
                <a:gd name="connsiteY3" fmla="*/ 109117 h 109116"/>
                <a:gd name="connsiteX4" fmla="*/ 141377 w 164149"/>
                <a:gd name="connsiteY4" fmla="*/ 48391 h 109116"/>
                <a:gd name="connsiteX5" fmla="*/ 135684 w 164149"/>
                <a:gd name="connsiteY5" fmla="*/ 26567 h 109116"/>
                <a:gd name="connsiteX6" fmla="*/ 118605 w 164149"/>
                <a:gd name="connsiteY6" fmla="*/ 18977 h 109116"/>
                <a:gd name="connsiteX7" fmla="*/ 99628 w 164149"/>
                <a:gd name="connsiteY7" fmla="*/ 27516 h 109116"/>
                <a:gd name="connsiteX8" fmla="*/ 92986 w 164149"/>
                <a:gd name="connsiteY8" fmla="*/ 50288 h 109116"/>
                <a:gd name="connsiteX9" fmla="*/ 92986 w 164149"/>
                <a:gd name="connsiteY9" fmla="*/ 109117 h 109116"/>
                <a:gd name="connsiteX10" fmla="*/ 70214 w 164149"/>
                <a:gd name="connsiteY10" fmla="*/ 109117 h 109116"/>
                <a:gd name="connsiteX11" fmla="*/ 70214 w 164149"/>
                <a:gd name="connsiteY11" fmla="*/ 48391 h 109116"/>
                <a:gd name="connsiteX12" fmla="*/ 64521 w 164149"/>
                <a:gd name="connsiteY12" fmla="*/ 26567 h 109116"/>
                <a:gd name="connsiteX13" fmla="*/ 47442 w 164149"/>
                <a:gd name="connsiteY13" fmla="*/ 18977 h 109116"/>
                <a:gd name="connsiteX14" fmla="*/ 29414 w 164149"/>
                <a:gd name="connsiteY14" fmla="*/ 27516 h 109116"/>
                <a:gd name="connsiteX15" fmla="*/ 22772 w 164149"/>
                <a:gd name="connsiteY15" fmla="*/ 50288 h 109116"/>
                <a:gd name="connsiteX16" fmla="*/ 22772 w 164149"/>
                <a:gd name="connsiteY16" fmla="*/ 108168 h 109116"/>
                <a:gd name="connsiteX17" fmla="*/ 0 w 164149"/>
                <a:gd name="connsiteY17" fmla="*/ 108168 h 109116"/>
                <a:gd name="connsiteX18" fmla="*/ 0 w 164149"/>
                <a:gd name="connsiteY18" fmla="*/ 949 h 109116"/>
                <a:gd name="connsiteX19" fmla="*/ 19926 w 164149"/>
                <a:gd name="connsiteY19" fmla="*/ 949 h 109116"/>
                <a:gd name="connsiteX20" fmla="*/ 22772 w 164149"/>
                <a:gd name="connsiteY20" fmla="*/ 15181 h 109116"/>
                <a:gd name="connsiteX21" fmla="*/ 54084 w 164149"/>
                <a:gd name="connsiteY21" fmla="*/ 0 h 109116"/>
                <a:gd name="connsiteX22" fmla="*/ 74009 w 164149"/>
                <a:gd name="connsiteY22" fmla="*/ 4744 h 109116"/>
                <a:gd name="connsiteX23" fmla="*/ 87293 w 164149"/>
                <a:gd name="connsiteY23" fmla="*/ 19926 h 109116"/>
                <a:gd name="connsiteX24" fmla="*/ 102475 w 164149"/>
                <a:gd name="connsiteY24" fmla="*/ 5693 h 109116"/>
                <a:gd name="connsiteX25" fmla="*/ 125247 w 164149"/>
                <a:gd name="connsiteY25" fmla="*/ 949 h 109116"/>
                <a:gd name="connsiteX26" fmla="*/ 152763 w 164149"/>
                <a:gd name="connsiteY26" fmla="*/ 11386 h 10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4149" h="109116">
                  <a:moveTo>
                    <a:pt x="152763" y="11386"/>
                  </a:moveTo>
                  <a:cubicBezTo>
                    <a:pt x="160354" y="18977"/>
                    <a:pt x="164149" y="31312"/>
                    <a:pt x="164149" y="48391"/>
                  </a:cubicBezTo>
                  <a:lnTo>
                    <a:pt x="164149" y="109117"/>
                  </a:lnTo>
                  <a:lnTo>
                    <a:pt x="141377" y="109117"/>
                  </a:lnTo>
                  <a:lnTo>
                    <a:pt x="141377" y="48391"/>
                  </a:lnTo>
                  <a:cubicBezTo>
                    <a:pt x="141377" y="38902"/>
                    <a:pt x="139480" y="31312"/>
                    <a:pt x="135684" y="26567"/>
                  </a:cubicBezTo>
                  <a:cubicBezTo>
                    <a:pt x="131889" y="21823"/>
                    <a:pt x="126196" y="18977"/>
                    <a:pt x="118605" y="18977"/>
                  </a:cubicBezTo>
                  <a:cubicBezTo>
                    <a:pt x="111014" y="18977"/>
                    <a:pt x="104372" y="21823"/>
                    <a:pt x="99628" y="27516"/>
                  </a:cubicBezTo>
                  <a:cubicBezTo>
                    <a:pt x="94884" y="33209"/>
                    <a:pt x="92986" y="40800"/>
                    <a:pt x="92986" y="50288"/>
                  </a:cubicBezTo>
                  <a:lnTo>
                    <a:pt x="92986" y="109117"/>
                  </a:lnTo>
                  <a:lnTo>
                    <a:pt x="70214" y="109117"/>
                  </a:lnTo>
                  <a:lnTo>
                    <a:pt x="70214" y="48391"/>
                  </a:lnTo>
                  <a:cubicBezTo>
                    <a:pt x="70214" y="38902"/>
                    <a:pt x="68317" y="31312"/>
                    <a:pt x="64521" y="26567"/>
                  </a:cubicBezTo>
                  <a:cubicBezTo>
                    <a:pt x="60726" y="21823"/>
                    <a:pt x="55033" y="18977"/>
                    <a:pt x="47442" y="18977"/>
                  </a:cubicBezTo>
                  <a:cubicBezTo>
                    <a:pt x="39851" y="18977"/>
                    <a:pt x="33209" y="21823"/>
                    <a:pt x="29414" y="27516"/>
                  </a:cubicBezTo>
                  <a:cubicBezTo>
                    <a:pt x="24670" y="33209"/>
                    <a:pt x="22772" y="40800"/>
                    <a:pt x="22772" y="50288"/>
                  </a:cubicBezTo>
                  <a:lnTo>
                    <a:pt x="22772" y="108168"/>
                  </a:lnTo>
                  <a:lnTo>
                    <a:pt x="0" y="108168"/>
                  </a:lnTo>
                  <a:lnTo>
                    <a:pt x="0" y="949"/>
                  </a:lnTo>
                  <a:lnTo>
                    <a:pt x="19926" y="949"/>
                  </a:lnTo>
                  <a:lnTo>
                    <a:pt x="22772" y="15181"/>
                  </a:lnTo>
                  <a:cubicBezTo>
                    <a:pt x="30363" y="4744"/>
                    <a:pt x="40800" y="0"/>
                    <a:pt x="54084" y="0"/>
                  </a:cubicBezTo>
                  <a:cubicBezTo>
                    <a:pt x="61675" y="0"/>
                    <a:pt x="68317" y="1898"/>
                    <a:pt x="74009" y="4744"/>
                  </a:cubicBezTo>
                  <a:cubicBezTo>
                    <a:pt x="79702" y="7591"/>
                    <a:pt x="84447" y="13284"/>
                    <a:pt x="87293" y="19926"/>
                  </a:cubicBezTo>
                  <a:cubicBezTo>
                    <a:pt x="91089" y="13284"/>
                    <a:pt x="95833" y="8540"/>
                    <a:pt x="102475" y="5693"/>
                  </a:cubicBezTo>
                  <a:cubicBezTo>
                    <a:pt x="109117" y="1898"/>
                    <a:pt x="115759" y="949"/>
                    <a:pt x="125247" y="949"/>
                  </a:cubicBezTo>
                  <a:cubicBezTo>
                    <a:pt x="135684" y="0"/>
                    <a:pt x="146121" y="3795"/>
                    <a:pt x="152763" y="11386"/>
                  </a:cubicBezTo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FE16F662-9F2B-B097-8C7F-89D214C22BF0}"/>
                </a:ext>
              </a:extLst>
            </p:cNvPr>
            <p:cNvSpPr/>
            <p:nvPr/>
          </p:nvSpPr>
          <p:spPr>
            <a:xfrm>
              <a:off x="3488926" y="1515960"/>
              <a:ext cx="93935" cy="111014"/>
            </a:xfrm>
            <a:custGeom>
              <a:avLst/>
              <a:gdLst>
                <a:gd name="connsiteX0" fmla="*/ 20875 w 93935"/>
                <a:gd name="connsiteY0" fmla="*/ 74958 h 111014"/>
                <a:gd name="connsiteX1" fmla="*/ 28465 w 93935"/>
                <a:gd name="connsiteY1" fmla="*/ 89191 h 111014"/>
                <a:gd name="connsiteX2" fmla="*/ 47442 w 93935"/>
                <a:gd name="connsiteY2" fmla="*/ 94884 h 111014"/>
                <a:gd name="connsiteX3" fmla="*/ 64521 w 93935"/>
                <a:gd name="connsiteY3" fmla="*/ 91089 h 111014"/>
                <a:gd name="connsiteX4" fmla="*/ 71163 w 93935"/>
                <a:gd name="connsiteY4" fmla="*/ 80651 h 111014"/>
                <a:gd name="connsiteX5" fmla="*/ 68317 w 93935"/>
                <a:gd name="connsiteY5" fmla="*/ 72112 h 111014"/>
                <a:gd name="connsiteX6" fmla="*/ 60726 w 93935"/>
                <a:gd name="connsiteY6" fmla="*/ 68317 h 111014"/>
                <a:gd name="connsiteX7" fmla="*/ 45544 w 93935"/>
                <a:gd name="connsiteY7" fmla="*/ 65470 h 111014"/>
                <a:gd name="connsiteX8" fmla="*/ 21823 w 93935"/>
                <a:gd name="connsiteY8" fmla="*/ 60726 h 111014"/>
                <a:gd name="connsiteX9" fmla="*/ 6642 w 93935"/>
                <a:gd name="connsiteY9" fmla="*/ 51237 h 111014"/>
                <a:gd name="connsiteX10" fmla="*/ 949 w 93935"/>
                <a:gd name="connsiteY10" fmla="*/ 34158 h 111014"/>
                <a:gd name="connsiteX11" fmla="*/ 6642 w 93935"/>
                <a:gd name="connsiteY11" fmla="*/ 16130 h 111014"/>
                <a:gd name="connsiteX12" fmla="*/ 21823 w 93935"/>
                <a:gd name="connsiteY12" fmla="*/ 3795 h 111014"/>
                <a:gd name="connsiteX13" fmla="*/ 43647 w 93935"/>
                <a:gd name="connsiteY13" fmla="*/ 0 h 111014"/>
                <a:gd name="connsiteX14" fmla="*/ 76856 w 93935"/>
                <a:gd name="connsiteY14" fmla="*/ 9488 h 111014"/>
                <a:gd name="connsiteX15" fmla="*/ 91089 w 93935"/>
                <a:gd name="connsiteY15" fmla="*/ 35107 h 111014"/>
                <a:gd name="connsiteX16" fmla="*/ 69265 w 93935"/>
                <a:gd name="connsiteY16" fmla="*/ 35107 h 111014"/>
                <a:gd name="connsiteX17" fmla="*/ 61675 w 93935"/>
                <a:gd name="connsiteY17" fmla="*/ 22772 h 111014"/>
                <a:gd name="connsiteX18" fmla="*/ 45544 w 93935"/>
                <a:gd name="connsiteY18" fmla="*/ 18028 h 111014"/>
                <a:gd name="connsiteX19" fmla="*/ 29414 w 93935"/>
                <a:gd name="connsiteY19" fmla="*/ 21823 h 111014"/>
                <a:gd name="connsiteX20" fmla="*/ 23721 w 93935"/>
                <a:gd name="connsiteY20" fmla="*/ 32261 h 111014"/>
                <a:gd name="connsiteX21" fmla="*/ 26568 w 93935"/>
                <a:gd name="connsiteY21" fmla="*/ 39851 h 111014"/>
                <a:gd name="connsiteX22" fmla="*/ 34158 w 93935"/>
                <a:gd name="connsiteY22" fmla="*/ 43647 h 111014"/>
                <a:gd name="connsiteX23" fmla="*/ 49340 w 93935"/>
                <a:gd name="connsiteY23" fmla="*/ 45544 h 111014"/>
                <a:gd name="connsiteX24" fmla="*/ 73061 w 93935"/>
                <a:gd name="connsiteY24" fmla="*/ 50289 h 111014"/>
                <a:gd name="connsiteX25" fmla="*/ 88242 w 93935"/>
                <a:gd name="connsiteY25" fmla="*/ 59777 h 111014"/>
                <a:gd name="connsiteX26" fmla="*/ 93935 w 93935"/>
                <a:gd name="connsiteY26" fmla="*/ 77805 h 111014"/>
                <a:gd name="connsiteX27" fmla="*/ 88242 w 93935"/>
                <a:gd name="connsiteY27" fmla="*/ 95833 h 111014"/>
                <a:gd name="connsiteX28" fmla="*/ 72112 w 93935"/>
                <a:gd name="connsiteY28" fmla="*/ 107219 h 111014"/>
                <a:gd name="connsiteX29" fmla="*/ 49340 w 93935"/>
                <a:gd name="connsiteY29" fmla="*/ 111014 h 111014"/>
                <a:gd name="connsiteX30" fmla="*/ 14233 w 93935"/>
                <a:gd name="connsiteY30" fmla="*/ 101526 h 111014"/>
                <a:gd name="connsiteX31" fmla="*/ 0 w 93935"/>
                <a:gd name="connsiteY31" fmla="*/ 74010 h 111014"/>
                <a:gd name="connsiteX32" fmla="*/ 20875 w 93935"/>
                <a:gd name="connsiteY32" fmla="*/ 74010 h 11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3935" h="111014">
                  <a:moveTo>
                    <a:pt x="20875" y="74958"/>
                  </a:moveTo>
                  <a:cubicBezTo>
                    <a:pt x="20875" y="80651"/>
                    <a:pt x="23721" y="85396"/>
                    <a:pt x="28465" y="89191"/>
                  </a:cubicBezTo>
                  <a:cubicBezTo>
                    <a:pt x="33209" y="92986"/>
                    <a:pt x="39851" y="94884"/>
                    <a:pt x="47442" y="94884"/>
                  </a:cubicBezTo>
                  <a:cubicBezTo>
                    <a:pt x="54084" y="94884"/>
                    <a:pt x="59777" y="93935"/>
                    <a:pt x="64521" y="91089"/>
                  </a:cubicBezTo>
                  <a:cubicBezTo>
                    <a:pt x="69265" y="88242"/>
                    <a:pt x="71163" y="85396"/>
                    <a:pt x="71163" y="80651"/>
                  </a:cubicBezTo>
                  <a:cubicBezTo>
                    <a:pt x="71163" y="76856"/>
                    <a:pt x="70214" y="74010"/>
                    <a:pt x="68317" y="72112"/>
                  </a:cubicBezTo>
                  <a:cubicBezTo>
                    <a:pt x="66419" y="70214"/>
                    <a:pt x="63572" y="69265"/>
                    <a:pt x="60726" y="68317"/>
                  </a:cubicBezTo>
                  <a:cubicBezTo>
                    <a:pt x="57879" y="67368"/>
                    <a:pt x="52186" y="66419"/>
                    <a:pt x="45544" y="65470"/>
                  </a:cubicBezTo>
                  <a:cubicBezTo>
                    <a:pt x="36056" y="64521"/>
                    <a:pt x="28465" y="62623"/>
                    <a:pt x="21823" y="60726"/>
                  </a:cubicBezTo>
                  <a:cubicBezTo>
                    <a:pt x="16130" y="58828"/>
                    <a:pt x="10437" y="55982"/>
                    <a:pt x="6642" y="51237"/>
                  </a:cubicBezTo>
                  <a:cubicBezTo>
                    <a:pt x="2847" y="47442"/>
                    <a:pt x="949" y="41749"/>
                    <a:pt x="949" y="34158"/>
                  </a:cubicBezTo>
                  <a:cubicBezTo>
                    <a:pt x="949" y="27516"/>
                    <a:pt x="2847" y="21823"/>
                    <a:pt x="6642" y="16130"/>
                  </a:cubicBezTo>
                  <a:cubicBezTo>
                    <a:pt x="10437" y="11386"/>
                    <a:pt x="15181" y="6642"/>
                    <a:pt x="21823" y="3795"/>
                  </a:cubicBezTo>
                  <a:cubicBezTo>
                    <a:pt x="28465" y="949"/>
                    <a:pt x="36056" y="0"/>
                    <a:pt x="43647" y="0"/>
                  </a:cubicBezTo>
                  <a:cubicBezTo>
                    <a:pt x="56930" y="0"/>
                    <a:pt x="68317" y="2847"/>
                    <a:pt x="76856" y="9488"/>
                  </a:cubicBezTo>
                  <a:cubicBezTo>
                    <a:pt x="85396" y="15181"/>
                    <a:pt x="90140" y="23721"/>
                    <a:pt x="91089" y="35107"/>
                  </a:cubicBezTo>
                  <a:lnTo>
                    <a:pt x="69265" y="35107"/>
                  </a:lnTo>
                  <a:cubicBezTo>
                    <a:pt x="68317" y="30363"/>
                    <a:pt x="66419" y="26568"/>
                    <a:pt x="61675" y="22772"/>
                  </a:cubicBezTo>
                  <a:cubicBezTo>
                    <a:pt x="56930" y="19926"/>
                    <a:pt x="52186" y="18028"/>
                    <a:pt x="45544" y="18028"/>
                  </a:cubicBezTo>
                  <a:cubicBezTo>
                    <a:pt x="38902" y="18028"/>
                    <a:pt x="33209" y="18977"/>
                    <a:pt x="29414" y="21823"/>
                  </a:cubicBezTo>
                  <a:cubicBezTo>
                    <a:pt x="25619" y="24670"/>
                    <a:pt x="23721" y="27516"/>
                    <a:pt x="23721" y="32261"/>
                  </a:cubicBezTo>
                  <a:cubicBezTo>
                    <a:pt x="23721" y="35107"/>
                    <a:pt x="24670" y="37954"/>
                    <a:pt x="26568" y="39851"/>
                  </a:cubicBezTo>
                  <a:cubicBezTo>
                    <a:pt x="28465" y="41749"/>
                    <a:pt x="31312" y="42698"/>
                    <a:pt x="34158" y="43647"/>
                  </a:cubicBezTo>
                  <a:cubicBezTo>
                    <a:pt x="37005" y="44596"/>
                    <a:pt x="42698" y="44596"/>
                    <a:pt x="49340" y="45544"/>
                  </a:cubicBezTo>
                  <a:cubicBezTo>
                    <a:pt x="58828" y="46493"/>
                    <a:pt x="66419" y="48391"/>
                    <a:pt x="73061" y="50289"/>
                  </a:cubicBezTo>
                  <a:cubicBezTo>
                    <a:pt x="79703" y="52186"/>
                    <a:pt x="84447" y="55982"/>
                    <a:pt x="88242" y="59777"/>
                  </a:cubicBezTo>
                  <a:cubicBezTo>
                    <a:pt x="92038" y="64521"/>
                    <a:pt x="93935" y="70214"/>
                    <a:pt x="93935" y="77805"/>
                  </a:cubicBezTo>
                  <a:cubicBezTo>
                    <a:pt x="93935" y="84447"/>
                    <a:pt x="92038" y="90140"/>
                    <a:pt x="88242" y="95833"/>
                  </a:cubicBezTo>
                  <a:cubicBezTo>
                    <a:pt x="84447" y="100577"/>
                    <a:pt x="78754" y="105321"/>
                    <a:pt x="72112" y="107219"/>
                  </a:cubicBezTo>
                  <a:cubicBezTo>
                    <a:pt x="65470" y="110065"/>
                    <a:pt x="57879" y="111014"/>
                    <a:pt x="49340" y="111014"/>
                  </a:cubicBezTo>
                  <a:cubicBezTo>
                    <a:pt x="35107" y="111014"/>
                    <a:pt x="22772" y="108168"/>
                    <a:pt x="14233" y="101526"/>
                  </a:cubicBezTo>
                  <a:cubicBezTo>
                    <a:pt x="5693" y="94884"/>
                    <a:pt x="949" y="86344"/>
                    <a:pt x="0" y="74010"/>
                  </a:cubicBezTo>
                  <a:lnTo>
                    <a:pt x="20875" y="74010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F7DAF0E0-267A-A133-78B5-CFF220F87D7D}"/>
                </a:ext>
              </a:extLst>
            </p:cNvPr>
            <p:cNvSpPr/>
            <p:nvPr/>
          </p:nvSpPr>
          <p:spPr>
            <a:xfrm>
              <a:off x="3591400" y="1488444"/>
              <a:ext cx="70214" cy="137581"/>
            </a:xfrm>
            <a:custGeom>
              <a:avLst/>
              <a:gdLst>
                <a:gd name="connsiteX0" fmla="*/ 18977 w 70214"/>
                <a:gd name="connsiteY0" fmla="*/ 50288 h 137581"/>
                <a:gd name="connsiteX1" fmla="*/ 0 w 70214"/>
                <a:gd name="connsiteY1" fmla="*/ 50288 h 137581"/>
                <a:gd name="connsiteX2" fmla="*/ 0 w 70214"/>
                <a:gd name="connsiteY2" fmla="*/ 30363 h 137581"/>
                <a:gd name="connsiteX3" fmla="*/ 18977 w 70214"/>
                <a:gd name="connsiteY3" fmla="*/ 30363 h 137581"/>
                <a:gd name="connsiteX4" fmla="*/ 18977 w 70214"/>
                <a:gd name="connsiteY4" fmla="*/ 0 h 137581"/>
                <a:gd name="connsiteX5" fmla="*/ 41749 w 70214"/>
                <a:gd name="connsiteY5" fmla="*/ 0 h 137581"/>
                <a:gd name="connsiteX6" fmla="*/ 41749 w 70214"/>
                <a:gd name="connsiteY6" fmla="*/ 30363 h 137581"/>
                <a:gd name="connsiteX7" fmla="*/ 67368 w 70214"/>
                <a:gd name="connsiteY7" fmla="*/ 30363 h 137581"/>
                <a:gd name="connsiteX8" fmla="*/ 67368 w 70214"/>
                <a:gd name="connsiteY8" fmla="*/ 50288 h 137581"/>
                <a:gd name="connsiteX9" fmla="*/ 41749 w 70214"/>
                <a:gd name="connsiteY9" fmla="*/ 50288 h 137581"/>
                <a:gd name="connsiteX10" fmla="*/ 41749 w 70214"/>
                <a:gd name="connsiteY10" fmla="*/ 106270 h 137581"/>
                <a:gd name="connsiteX11" fmla="*/ 44595 w 70214"/>
                <a:gd name="connsiteY11" fmla="*/ 114810 h 137581"/>
                <a:gd name="connsiteX12" fmla="*/ 53135 w 70214"/>
                <a:gd name="connsiteY12" fmla="*/ 117656 h 137581"/>
                <a:gd name="connsiteX13" fmla="*/ 70214 w 70214"/>
                <a:gd name="connsiteY13" fmla="*/ 117656 h 137581"/>
                <a:gd name="connsiteX14" fmla="*/ 70214 w 70214"/>
                <a:gd name="connsiteY14" fmla="*/ 137582 h 137581"/>
                <a:gd name="connsiteX15" fmla="*/ 48391 w 70214"/>
                <a:gd name="connsiteY15" fmla="*/ 137582 h 137581"/>
                <a:gd name="connsiteX16" fmla="*/ 25618 w 70214"/>
                <a:gd name="connsiteY16" fmla="*/ 129991 h 137581"/>
                <a:gd name="connsiteX17" fmla="*/ 18977 w 70214"/>
                <a:gd name="connsiteY17" fmla="*/ 108168 h 137581"/>
                <a:gd name="connsiteX18" fmla="*/ 18977 w 70214"/>
                <a:gd name="connsiteY18" fmla="*/ 50288 h 137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0214" h="137581">
                  <a:moveTo>
                    <a:pt x="18977" y="50288"/>
                  </a:moveTo>
                  <a:lnTo>
                    <a:pt x="0" y="50288"/>
                  </a:lnTo>
                  <a:lnTo>
                    <a:pt x="0" y="30363"/>
                  </a:lnTo>
                  <a:lnTo>
                    <a:pt x="18977" y="30363"/>
                  </a:lnTo>
                  <a:lnTo>
                    <a:pt x="18977" y="0"/>
                  </a:lnTo>
                  <a:lnTo>
                    <a:pt x="41749" y="0"/>
                  </a:lnTo>
                  <a:lnTo>
                    <a:pt x="41749" y="30363"/>
                  </a:lnTo>
                  <a:lnTo>
                    <a:pt x="67368" y="30363"/>
                  </a:lnTo>
                  <a:lnTo>
                    <a:pt x="67368" y="50288"/>
                  </a:lnTo>
                  <a:lnTo>
                    <a:pt x="41749" y="50288"/>
                  </a:lnTo>
                  <a:lnTo>
                    <a:pt x="41749" y="106270"/>
                  </a:lnTo>
                  <a:cubicBezTo>
                    <a:pt x="41749" y="110065"/>
                    <a:pt x="42698" y="113861"/>
                    <a:pt x="44595" y="114810"/>
                  </a:cubicBezTo>
                  <a:cubicBezTo>
                    <a:pt x="46493" y="116707"/>
                    <a:pt x="49339" y="117656"/>
                    <a:pt x="53135" y="117656"/>
                  </a:cubicBezTo>
                  <a:lnTo>
                    <a:pt x="70214" y="117656"/>
                  </a:lnTo>
                  <a:lnTo>
                    <a:pt x="70214" y="137582"/>
                  </a:lnTo>
                  <a:lnTo>
                    <a:pt x="48391" y="137582"/>
                  </a:lnTo>
                  <a:cubicBezTo>
                    <a:pt x="37954" y="137582"/>
                    <a:pt x="30363" y="134735"/>
                    <a:pt x="25618" y="129991"/>
                  </a:cubicBezTo>
                  <a:cubicBezTo>
                    <a:pt x="20874" y="125247"/>
                    <a:pt x="18977" y="117656"/>
                    <a:pt x="18977" y="108168"/>
                  </a:cubicBezTo>
                  <a:lnTo>
                    <a:pt x="18977" y="50288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0865A37F-F4E2-A5B5-0E05-72B3A1CC8443}"/>
                </a:ext>
              </a:extLst>
            </p:cNvPr>
            <p:cNvSpPr/>
            <p:nvPr/>
          </p:nvSpPr>
          <p:spPr>
            <a:xfrm>
              <a:off x="3669205" y="1517858"/>
              <a:ext cx="106270" cy="111014"/>
            </a:xfrm>
            <a:custGeom>
              <a:avLst/>
              <a:gdLst>
                <a:gd name="connsiteX0" fmla="*/ 6642 w 106270"/>
                <a:gd name="connsiteY0" fmla="*/ 25619 h 111014"/>
                <a:gd name="connsiteX1" fmla="*/ 25619 w 106270"/>
                <a:gd name="connsiteY1" fmla="*/ 6642 h 111014"/>
                <a:gd name="connsiteX2" fmla="*/ 53135 w 106270"/>
                <a:gd name="connsiteY2" fmla="*/ 0 h 111014"/>
                <a:gd name="connsiteX3" fmla="*/ 80651 w 106270"/>
                <a:gd name="connsiteY3" fmla="*/ 6642 h 111014"/>
                <a:gd name="connsiteX4" fmla="*/ 99628 w 106270"/>
                <a:gd name="connsiteY4" fmla="*/ 24670 h 111014"/>
                <a:gd name="connsiteX5" fmla="*/ 106270 w 106270"/>
                <a:gd name="connsiteY5" fmla="*/ 52186 h 111014"/>
                <a:gd name="connsiteX6" fmla="*/ 105321 w 106270"/>
                <a:gd name="connsiteY6" fmla="*/ 60726 h 111014"/>
                <a:gd name="connsiteX7" fmla="*/ 23721 w 106270"/>
                <a:gd name="connsiteY7" fmla="*/ 60726 h 111014"/>
                <a:gd name="connsiteX8" fmla="*/ 23721 w 106270"/>
                <a:gd name="connsiteY8" fmla="*/ 61675 h 111014"/>
                <a:gd name="connsiteX9" fmla="*/ 32261 w 106270"/>
                <a:gd name="connsiteY9" fmla="*/ 84447 h 111014"/>
                <a:gd name="connsiteX10" fmla="*/ 53135 w 106270"/>
                <a:gd name="connsiteY10" fmla="*/ 92986 h 111014"/>
                <a:gd name="connsiteX11" fmla="*/ 71163 w 106270"/>
                <a:gd name="connsiteY11" fmla="*/ 88242 h 111014"/>
                <a:gd name="connsiteX12" fmla="*/ 80651 w 106270"/>
                <a:gd name="connsiteY12" fmla="*/ 74009 h 111014"/>
                <a:gd name="connsiteX13" fmla="*/ 103424 w 106270"/>
                <a:gd name="connsiteY13" fmla="*/ 74009 h 111014"/>
                <a:gd name="connsiteX14" fmla="*/ 87293 w 106270"/>
                <a:gd name="connsiteY14" fmla="*/ 100577 h 111014"/>
                <a:gd name="connsiteX15" fmla="*/ 55033 w 106270"/>
                <a:gd name="connsiteY15" fmla="*/ 111014 h 111014"/>
                <a:gd name="connsiteX16" fmla="*/ 25619 w 106270"/>
                <a:gd name="connsiteY16" fmla="*/ 104372 h 111014"/>
                <a:gd name="connsiteX17" fmla="*/ 6642 w 106270"/>
                <a:gd name="connsiteY17" fmla="*/ 85396 h 111014"/>
                <a:gd name="connsiteX18" fmla="*/ 0 w 106270"/>
                <a:gd name="connsiteY18" fmla="*/ 56930 h 111014"/>
                <a:gd name="connsiteX19" fmla="*/ 6642 w 106270"/>
                <a:gd name="connsiteY19" fmla="*/ 25619 h 111014"/>
                <a:gd name="connsiteX20" fmla="*/ 83498 w 106270"/>
                <a:gd name="connsiteY20" fmla="*/ 43647 h 111014"/>
                <a:gd name="connsiteX21" fmla="*/ 74010 w 106270"/>
                <a:gd name="connsiteY21" fmla="*/ 25619 h 111014"/>
                <a:gd name="connsiteX22" fmla="*/ 54084 w 106270"/>
                <a:gd name="connsiteY22" fmla="*/ 18977 h 111014"/>
                <a:gd name="connsiteX23" fmla="*/ 35107 w 106270"/>
                <a:gd name="connsiteY23" fmla="*/ 25619 h 111014"/>
                <a:gd name="connsiteX24" fmla="*/ 25619 w 106270"/>
                <a:gd name="connsiteY24" fmla="*/ 43647 h 111014"/>
                <a:gd name="connsiteX25" fmla="*/ 83498 w 106270"/>
                <a:gd name="connsiteY25" fmla="*/ 43647 h 11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6270" h="111014">
                  <a:moveTo>
                    <a:pt x="6642" y="25619"/>
                  </a:moveTo>
                  <a:cubicBezTo>
                    <a:pt x="11386" y="17079"/>
                    <a:pt x="17079" y="10437"/>
                    <a:pt x="25619" y="6642"/>
                  </a:cubicBezTo>
                  <a:cubicBezTo>
                    <a:pt x="33209" y="1898"/>
                    <a:pt x="42698" y="0"/>
                    <a:pt x="53135" y="0"/>
                  </a:cubicBezTo>
                  <a:cubicBezTo>
                    <a:pt x="63572" y="0"/>
                    <a:pt x="73061" y="1898"/>
                    <a:pt x="80651" y="6642"/>
                  </a:cubicBezTo>
                  <a:cubicBezTo>
                    <a:pt x="88242" y="10437"/>
                    <a:pt x="94884" y="17079"/>
                    <a:pt x="99628" y="24670"/>
                  </a:cubicBezTo>
                  <a:cubicBezTo>
                    <a:pt x="104372" y="32261"/>
                    <a:pt x="106270" y="41749"/>
                    <a:pt x="106270" y="52186"/>
                  </a:cubicBezTo>
                  <a:cubicBezTo>
                    <a:pt x="106270" y="55033"/>
                    <a:pt x="106270" y="57879"/>
                    <a:pt x="105321" y="60726"/>
                  </a:cubicBezTo>
                  <a:lnTo>
                    <a:pt x="23721" y="60726"/>
                  </a:lnTo>
                  <a:lnTo>
                    <a:pt x="23721" y="61675"/>
                  </a:lnTo>
                  <a:cubicBezTo>
                    <a:pt x="24670" y="71163"/>
                    <a:pt x="27517" y="78754"/>
                    <a:pt x="32261" y="84447"/>
                  </a:cubicBezTo>
                  <a:cubicBezTo>
                    <a:pt x="37954" y="90140"/>
                    <a:pt x="44596" y="92986"/>
                    <a:pt x="53135" y="92986"/>
                  </a:cubicBezTo>
                  <a:cubicBezTo>
                    <a:pt x="59777" y="92986"/>
                    <a:pt x="66419" y="91089"/>
                    <a:pt x="71163" y="88242"/>
                  </a:cubicBezTo>
                  <a:cubicBezTo>
                    <a:pt x="75907" y="85396"/>
                    <a:pt x="78754" y="80651"/>
                    <a:pt x="80651" y="74009"/>
                  </a:cubicBezTo>
                  <a:lnTo>
                    <a:pt x="103424" y="74009"/>
                  </a:lnTo>
                  <a:cubicBezTo>
                    <a:pt x="101526" y="85396"/>
                    <a:pt x="95833" y="93935"/>
                    <a:pt x="87293" y="100577"/>
                  </a:cubicBezTo>
                  <a:cubicBezTo>
                    <a:pt x="78754" y="107219"/>
                    <a:pt x="67368" y="111014"/>
                    <a:pt x="55033" y="111014"/>
                  </a:cubicBezTo>
                  <a:cubicBezTo>
                    <a:pt x="43647" y="111014"/>
                    <a:pt x="34158" y="109117"/>
                    <a:pt x="25619" y="104372"/>
                  </a:cubicBezTo>
                  <a:cubicBezTo>
                    <a:pt x="17079" y="99628"/>
                    <a:pt x="10437" y="92986"/>
                    <a:pt x="6642" y="85396"/>
                  </a:cubicBezTo>
                  <a:cubicBezTo>
                    <a:pt x="1898" y="76856"/>
                    <a:pt x="0" y="67368"/>
                    <a:pt x="0" y="56930"/>
                  </a:cubicBezTo>
                  <a:cubicBezTo>
                    <a:pt x="0" y="44595"/>
                    <a:pt x="2847" y="34158"/>
                    <a:pt x="6642" y="25619"/>
                  </a:cubicBezTo>
                  <a:moveTo>
                    <a:pt x="83498" y="43647"/>
                  </a:moveTo>
                  <a:cubicBezTo>
                    <a:pt x="82549" y="36056"/>
                    <a:pt x="79703" y="29414"/>
                    <a:pt x="74010" y="25619"/>
                  </a:cubicBezTo>
                  <a:cubicBezTo>
                    <a:pt x="68317" y="20874"/>
                    <a:pt x="61675" y="18977"/>
                    <a:pt x="54084" y="18977"/>
                  </a:cubicBezTo>
                  <a:cubicBezTo>
                    <a:pt x="46493" y="18977"/>
                    <a:pt x="39851" y="20874"/>
                    <a:pt x="35107" y="25619"/>
                  </a:cubicBezTo>
                  <a:cubicBezTo>
                    <a:pt x="29414" y="30363"/>
                    <a:pt x="26568" y="36056"/>
                    <a:pt x="25619" y="43647"/>
                  </a:cubicBezTo>
                  <a:lnTo>
                    <a:pt x="83498" y="43647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9">
              <a:extLst>
                <a:ext uri="{FF2B5EF4-FFF2-40B4-BE49-F238E27FC236}">
                  <a16:creationId xmlns:a16="http://schemas.microsoft.com/office/drawing/2014/main" id="{D9BA2BE7-217C-215C-9978-C7DA1C94DFE7}"/>
                </a:ext>
              </a:extLst>
            </p:cNvPr>
            <p:cNvSpPr/>
            <p:nvPr/>
          </p:nvSpPr>
          <p:spPr>
            <a:xfrm>
              <a:off x="3791606" y="1517858"/>
              <a:ext cx="60725" cy="109116"/>
            </a:xfrm>
            <a:custGeom>
              <a:avLst/>
              <a:gdLst>
                <a:gd name="connsiteX0" fmla="*/ 60726 w 60725"/>
                <a:gd name="connsiteY0" fmla="*/ 949 h 109116"/>
                <a:gd name="connsiteX1" fmla="*/ 60726 w 60725"/>
                <a:gd name="connsiteY1" fmla="*/ 21823 h 109116"/>
                <a:gd name="connsiteX2" fmla="*/ 50288 w 60725"/>
                <a:gd name="connsiteY2" fmla="*/ 21823 h 109116"/>
                <a:gd name="connsiteX3" fmla="*/ 29414 w 60725"/>
                <a:gd name="connsiteY3" fmla="*/ 31312 h 109116"/>
                <a:gd name="connsiteX4" fmla="*/ 22772 w 60725"/>
                <a:gd name="connsiteY4" fmla="*/ 55033 h 109116"/>
                <a:gd name="connsiteX5" fmla="*/ 22772 w 60725"/>
                <a:gd name="connsiteY5" fmla="*/ 109117 h 109116"/>
                <a:gd name="connsiteX6" fmla="*/ 0 w 60725"/>
                <a:gd name="connsiteY6" fmla="*/ 109117 h 109116"/>
                <a:gd name="connsiteX7" fmla="*/ 0 w 60725"/>
                <a:gd name="connsiteY7" fmla="*/ 949 h 109116"/>
                <a:gd name="connsiteX8" fmla="*/ 19925 w 60725"/>
                <a:gd name="connsiteY8" fmla="*/ 949 h 109116"/>
                <a:gd name="connsiteX9" fmla="*/ 22772 w 60725"/>
                <a:gd name="connsiteY9" fmla="*/ 17079 h 109116"/>
                <a:gd name="connsiteX10" fmla="*/ 35107 w 60725"/>
                <a:gd name="connsiteY10" fmla="*/ 4744 h 109116"/>
                <a:gd name="connsiteX11" fmla="*/ 55033 w 60725"/>
                <a:gd name="connsiteY11" fmla="*/ 0 h 109116"/>
                <a:gd name="connsiteX12" fmla="*/ 60726 w 60725"/>
                <a:gd name="connsiteY12" fmla="*/ 0 h 10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725" h="109116">
                  <a:moveTo>
                    <a:pt x="60726" y="949"/>
                  </a:moveTo>
                  <a:lnTo>
                    <a:pt x="60726" y="21823"/>
                  </a:lnTo>
                  <a:lnTo>
                    <a:pt x="50288" y="21823"/>
                  </a:lnTo>
                  <a:cubicBezTo>
                    <a:pt x="40800" y="21823"/>
                    <a:pt x="34158" y="24670"/>
                    <a:pt x="29414" y="31312"/>
                  </a:cubicBezTo>
                  <a:cubicBezTo>
                    <a:pt x="25618" y="37005"/>
                    <a:pt x="22772" y="45544"/>
                    <a:pt x="22772" y="55033"/>
                  </a:cubicBezTo>
                  <a:lnTo>
                    <a:pt x="22772" y="109117"/>
                  </a:lnTo>
                  <a:lnTo>
                    <a:pt x="0" y="109117"/>
                  </a:lnTo>
                  <a:lnTo>
                    <a:pt x="0" y="949"/>
                  </a:lnTo>
                  <a:lnTo>
                    <a:pt x="19925" y="949"/>
                  </a:lnTo>
                  <a:lnTo>
                    <a:pt x="22772" y="17079"/>
                  </a:lnTo>
                  <a:cubicBezTo>
                    <a:pt x="25618" y="12335"/>
                    <a:pt x="29414" y="7591"/>
                    <a:pt x="35107" y="4744"/>
                  </a:cubicBezTo>
                  <a:cubicBezTo>
                    <a:pt x="39851" y="1898"/>
                    <a:pt x="46493" y="0"/>
                    <a:pt x="55033" y="0"/>
                  </a:cubicBezTo>
                  <a:lnTo>
                    <a:pt x="60726" y="0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" name="Vrije vorm: vorm 20">
              <a:extLst>
                <a:ext uri="{FF2B5EF4-FFF2-40B4-BE49-F238E27FC236}">
                  <a16:creationId xmlns:a16="http://schemas.microsoft.com/office/drawing/2014/main" id="{46ABCFFA-1E6F-AEFD-AE03-EDBD40E1BD92}"/>
                </a:ext>
              </a:extLst>
            </p:cNvPr>
            <p:cNvSpPr/>
            <p:nvPr/>
          </p:nvSpPr>
          <p:spPr>
            <a:xfrm>
              <a:off x="3858024" y="1478955"/>
              <a:ext cx="109116" cy="148967"/>
            </a:xfrm>
            <a:custGeom>
              <a:avLst/>
              <a:gdLst>
                <a:gd name="connsiteX0" fmla="*/ 109117 w 109116"/>
                <a:gd name="connsiteY0" fmla="*/ 0 h 148967"/>
                <a:gd name="connsiteX1" fmla="*/ 109117 w 109116"/>
                <a:gd name="connsiteY1" fmla="*/ 148019 h 148967"/>
                <a:gd name="connsiteX2" fmla="*/ 89191 w 109116"/>
                <a:gd name="connsiteY2" fmla="*/ 148019 h 148967"/>
                <a:gd name="connsiteX3" fmla="*/ 86344 w 109116"/>
                <a:gd name="connsiteY3" fmla="*/ 131889 h 148967"/>
                <a:gd name="connsiteX4" fmla="*/ 51237 w 109116"/>
                <a:gd name="connsiteY4" fmla="*/ 148968 h 148967"/>
                <a:gd name="connsiteX5" fmla="*/ 24670 w 109116"/>
                <a:gd name="connsiteY5" fmla="*/ 142326 h 148967"/>
                <a:gd name="connsiteX6" fmla="*/ 6642 w 109116"/>
                <a:gd name="connsiteY6" fmla="*/ 123349 h 148967"/>
                <a:gd name="connsiteX7" fmla="*/ 0 w 109116"/>
                <a:gd name="connsiteY7" fmla="*/ 93935 h 148967"/>
                <a:gd name="connsiteX8" fmla="*/ 6642 w 109116"/>
                <a:gd name="connsiteY8" fmla="*/ 64521 h 148967"/>
                <a:gd name="connsiteX9" fmla="*/ 24670 w 109116"/>
                <a:gd name="connsiteY9" fmla="*/ 45544 h 148967"/>
                <a:gd name="connsiteX10" fmla="*/ 51237 w 109116"/>
                <a:gd name="connsiteY10" fmla="*/ 38902 h 148967"/>
                <a:gd name="connsiteX11" fmla="*/ 72112 w 109116"/>
                <a:gd name="connsiteY11" fmla="*/ 43647 h 148967"/>
                <a:gd name="connsiteX12" fmla="*/ 86344 w 109116"/>
                <a:gd name="connsiteY12" fmla="*/ 55981 h 148967"/>
                <a:gd name="connsiteX13" fmla="*/ 86344 w 109116"/>
                <a:gd name="connsiteY13" fmla="*/ 949 h 148967"/>
                <a:gd name="connsiteX14" fmla="*/ 109117 w 109116"/>
                <a:gd name="connsiteY14" fmla="*/ 949 h 148967"/>
                <a:gd name="connsiteX15" fmla="*/ 77805 w 109116"/>
                <a:gd name="connsiteY15" fmla="*/ 120503 h 148967"/>
                <a:gd name="connsiteX16" fmla="*/ 86344 w 109116"/>
                <a:gd name="connsiteY16" fmla="*/ 94884 h 148967"/>
                <a:gd name="connsiteX17" fmla="*/ 77805 w 109116"/>
                <a:gd name="connsiteY17" fmla="*/ 68316 h 148967"/>
                <a:gd name="connsiteX18" fmla="*/ 55033 w 109116"/>
                <a:gd name="connsiteY18" fmla="*/ 57879 h 148967"/>
                <a:gd name="connsiteX19" fmla="*/ 32260 w 109116"/>
                <a:gd name="connsiteY19" fmla="*/ 68316 h 148967"/>
                <a:gd name="connsiteX20" fmla="*/ 23721 w 109116"/>
                <a:gd name="connsiteY20" fmla="*/ 93935 h 148967"/>
                <a:gd name="connsiteX21" fmla="*/ 32260 w 109116"/>
                <a:gd name="connsiteY21" fmla="*/ 119554 h 148967"/>
                <a:gd name="connsiteX22" fmla="*/ 55033 w 109116"/>
                <a:gd name="connsiteY22" fmla="*/ 129991 h 148967"/>
                <a:gd name="connsiteX23" fmla="*/ 77805 w 109116"/>
                <a:gd name="connsiteY23" fmla="*/ 120503 h 148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9116" h="148967">
                  <a:moveTo>
                    <a:pt x="109117" y="0"/>
                  </a:moveTo>
                  <a:lnTo>
                    <a:pt x="109117" y="148019"/>
                  </a:lnTo>
                  <a:lnTo>
                    <a:pt x="89191" y="148019"/>
                  </a:lnTo>
                  <a:lnTo>
                    <a:pt x="86344" y="131889"/>
                  </a:lnTo>
                  <a:cubicBezTo>
                    <a:pt x="77805" y="143275"/>
                    <a:pt x="66419" y="148968"/>
                    <a:pt x="51237" y="148968"/>
                  </a:cubicBezTo>
                  <a:cubicBezTo>
                    <a:pt x="41749" y="148968"/>
                    <a:pt x="32260" y="147070"/>
                    <a:pt x="24670" y="142326"/>
                  </a:cubicBezTo>
                  <a:cubicBezTo>
                    <a:pt x="17079" y="137582"/>
                    <a:pt x="10437" y="131889"/>
                    <a:pt x="6642" y="123349"/>
                  </a:cubicBezTo>
                  <a:cubicBezTo>
                    <a:pt x="1898" y="114810"/>
                    <a:pt x="0" y="105321"/>
                    <a:pt x="0" y="93935"/>
                  </a:cubicBezTo>
                  <a:cubicBezTo>
                    <a:pt x="0" y="82549"/>
                    <a:pt x="1898" y="73061"/>
                    <a:pt x="6642" y="64521"/>
                  </a:cubicBezTo>
                  <a:cubicBezTo>
                    <a:pt x="11386" y="55981"/>
                    <a:pt x="17079" y="49340"/>
                    <a:pt x="24670" y="45544"/>
                  </a:cubicBezTo>
                  <a:cubicBezTo>
                    <a:pt x="32260" y="40800"/>
                    <a:pt x="40800" y="38902"/>
                    <a:pt x="51237" y="38902"/>
                  </a:cubicBezTo>
                  <a:cubicBezTo>
                    <a:pt x="58828" y="38902"/>
                    <a:pt x="66419" y="40800"/>
                    <a:pt x="72112" y="43647"/>
                  </a:cubicBezTo>
                  <a:cubicBezTo>
                    <a:pt x="77805" y="46493"/>
                    <a:pt x="82549" y="50288"/>
                    <a:pt x="86344" y="55981"/>
                  </a:cubicBezTo>
                  <a:lnTo>
                    <a:pt x="86344" y="949"/>
                  </a:lnTo>
                  <a:lnTo>
                    <a:pt x="109117" y="949"/>
                  </a:lnTo>
                  <a:close/>
                  <a:moveTo>
                    <a:pt x="77805" y="120503"/>
                  </a:moveTo>
                  <a:cubicBezTo>
                    <a:pt x="83498" y="113861"/>
                    <a:pt x="86344" y="105321"/>
                    <a:pt x="86344" y="94884"/>
                  </a:cubicBezTo>
                  <a:cubicBezTo>
                    <a:pt x="86344" y="84447"/>
                    <a:pt x="83498" y="74958"/>
                    <a:pt x="77805" y="68316"/>
                  </a:cubicBezTo>
                  <a:cubicBezTo>
                    <a:pt x="72112" y="61675"/>
                    <a:pt x="64521" y="57879"/>
                    <a:pt x="55033" y="57879"/>
                  </a:cubicBezTo>
                  <a:cubicBezTo>
                    <a:pt x="45544" y="57879"/>
                    <a:pt x="37954" y="61675"/>
                    <a:pt x="32260" y="68316"/>
                  </a:cubicBezTo>
                  <a:cubicBezTo>
                    <a:pt x="26567" y="74958"/>
                    <a:pt x="23721" y="83498"/>
                    <a:pt x="23721" y="93935"/>
                  </a:cubicBezTo>
                  <a:cubicBezTo>
                    <a:pt x="23721" y="104372"/>
                    <a:pt x="26567" y="112912"/>
                    <a:pt x="32260" y="119554"/>
                  </a:cubicBezTo>
                  <a:cubicBezTo>
                    <a:pt x="37954" y="126196"/>
                    <a:pt x="45544" y="129991"/>
                    <a:pt x="55033" y="129991"/>
                  </a:cubicBezTo>
                  <a:cubicBezTo>
                    <a:pt x="64521" y="129991"/>
                    <a:pt x="72112" y="127144"/>
                    <a:pt x="77805" y="120503"/>
                  </a:cubicBezTo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475D1163-5979-9CB1-D00B-7657AA968EE2}"/>
                </a:ext>
              </a:extLst>
            </p:cNvPr>
            <p:cNvSpPr/>
            <p:nvPr/>
          </p:nvSpPr>
          <p:spPr>
            <a:xfrm>
              <a:off x="3980425" y="1518807"/>
              <a:ext cx="109116" cy="109116"/>
            </a:xfrm>
            <a:custGeom>
              <a:avLst/>
              <a:gdLst>
                <a:gd name="connsiteX0" fmla="*/ 109117 w 109116"/>
                <a:gd name="connsiteY0" fmla="*/ 88242 h 109116"/>
                <a:gd name="connsiteX1" fmla="*/ 109117 w 109116"/>
                <a:gd name="connsiteY1" fmla="*/ 108168 h 109116"/>
                <a:gd name="connsiteX2" fmla="*/ 96781 w 109116"/>
                <a:gd name="connsiteY2" fmla="*/ 108168 h 109116"/>
                <a:gd name="connsiteX3" fmla="*/ 81600 w 109116"/>
                <a:gd name="connsiteY3" fmla="*/ 103424 h 109116"/>
                <a:gd name="connsiteX4" fmla="*/ 76856 w 109116"/>
                <a:gd name="connsiteY4" fmla="*/ 90140 h 109116"/>
                <a:gd name="connsiteX5" fmla="*/ 40800 w 109116"/>
                <a:gd name="connsiteY5" fmla="*/ 109117 h 109116"/>
                <a:gd name="connsiteX6" fmla="*/ 11386 w 109116"/>
                <a:gd name="connsiteY6" fmla="*/ 100577 h 109116"/>
                <a:gd name="connsiteX7" fmla="*/ 0 w 109116"/>
                <a:gd name="connsiteY7" fmla="*/ 77805 h 109116"/>
                <a:gd name="connsiteX8" fmla="*/ 11386 w 109116"/>
                <a:gd name="connsiteY8" fmla="*/ 52186 h 109116"/>
                <a:gd name="connsiteX9" fmla="*/ 45544 w 109116"/>
                <a:gd name="connsiteY9" fmla="*/ 43647 h 109116"/>
                <a:gd name="connsiteX10" fmla="*/ 73060 w 109116"/>
                <a:gd name="connsiteY10" fmla="*/ 43647 h 109116"/>
                <a:gd name="connsiteX11" fmla="*/ 73060 w 109116"/>
                <a:gd name="connsiteY11" fmla="*/ 37005 h 109116"/>
                <a:gd name="connsiteX12" fmla="*/ 66419 w 109116"/>
                <a:gd name="connsiteY12" fmla="*/ 22772 h 109116"/>
                <a:gd name="connsiteX13" fmla="*/ 49339 w 109116"/>
                <a:gd name="connsiteY13" fmla="*/ 18028 h 109116"/>
                <a:gd name="connsiteX14" fmla="*/ 33209 w 109116"/>
                <a:gd name="connsiteY14" fmla="*/ 22772 h 109116"/>
                <a:gd name="connsiteX15" fmla="*/ 25618 w 109116"/>
                <a:gd name="connsiteY15" fmla="*/ 34158 h 109116"/>
                <a:gd name="connsiteX16" fmla="*/ 2846 w 109116"/>
                <a:gd name="connsiteY16" fmla="*/ 34158 h 109116"/>
                <a:gd name="connsiteX17" fmla="*/ 17079 w 109116"/>
                <a:gd name="connsiteY17" fmla="*/ 8540 h 109116"/>
                <a:gd name="connsiteX18" fmla="*/ 50288 w 109116"/>
                <a:gd name="connsiteY18" fmla="*/ 0 h 109116"/>
                <a:gd name="connsiteX19" fmla="*/ 83498 w 109116"/>
                <a:gd name="connsiteY19" fmla="*/ 10437 h 109116"/>
                <a:gd name="connsiteX20" fmla="*/ 94884 w 109116"/>
                <a:gd name="connsiteY20" fmla="*/ 39851 h 109116"/>
                <a:gd name="connsiteX21" fmla="*/ 94884 w 109116"/>
                <a:gd name="connsiteY21" fmla="*/ 82549 h 109116"/>
                <a:gd name="connsiteX22" fmla="*/ 102475 w 109116"/>
                <a:gd name="connsiteY22" fmla="*/ 90140 h 109116"/>
                <a:gd name="connsiteX23" fmla="*/ 109117 w 109116"/>
                <a:gd name="connsiteY23" fmla="*/ 90140 h 109116"/>
                <a:gd name="connsiteX24" fmla="*/ 74958 w 109116"/>
                <a:gd name="connsiteY24" fmla="*/ 59777 h 109116"/>
                <a:gd name="connsiteX25" fmla="*/ 46493 w 109116"/>
                <a:gd name="connsiteY25" fmla="*/ 59777 h 109116"/>
                <a:gd name="connsiteX26" fmla="*/ 30363 w 109116"/>
                <a:gd name="connsiteY26" fmla="*/ 63572 h 109116"/>
                <a:gd name="connsiteX27" fmla="*/ 24670 w 109116"/>
                <a:gd name="connsiteY27" fmla="*/ 75907 h 109116"/>
                <a:gd name="connsiteX28" fmla="*/ 30363 w 109116"/>
                <a:gd name="connsiteY28" fmla="*/ 87293 h 109116"/>
                <a:gd name="connsiteX29" fmla="*/ 44595 w 109116"/>
                <a:gd name="connsiteY29" fmla="*/ 91089 h 109116"/>
                <a:gd name="connsiteX30" fmla="*/ 66419 w 109116"/>
                <a:gd name="connsiteY30" fmla="*/ 83498 h 109116"/>
                <a:gd name="connsiteX31" fmla="*/ 74958 w 109116"/>
                <a:gd name="connsiteY31" fmla="*/ 63572 h 109116"/>
                <a:gd name="connsiteX32" fmla="*/ 74958 w 109116"/>
                <a:gd name="connsiteY32" fmla="*/ 59777 h 10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09116" h="109116">
                  <a:moveTo>
                    <a:pt x="109117" y="88242"/>
                  </a:moveTo>
                  <a:lnTo>
                    <a:pt x="109117" y="108168"/>
                  </a:lnTo>
                  <a:lnTo>
                    <a:pt x="96781" y="108168"/>
                  </a:lnTo>
                  <a:cubicBezTo>
                    <a:pt x="90140" y="108168"/>
                    <a:pt x="84447" y="106270"/>
                    <a:pt x="81600" y="103424"/>
                  </a:cubicBezTo>
                  <a:cubicBezTo>
                    <a:pt x="78754" y="100577"/>
                    <a:pt x="76856" y="95833"/>
                    <a:pt x="76856" y="90140"/>
                  </a:cubicBezTo>
                  <a:cubicBezTo>
                    <a:pt x="68316" y="102475"/>
                    <a:pt x="56930" y="109117"/>
                    <a:pt x="40800" y="109117"/>
                  </a:cubicBezTo>
                  <a:cubicBezTo>
                    <a:pt x="28465" y="109117"/>
                    <a:pt x="18977" y="106270"/>
                    <a:pt x="11386" y="100577"/>
                  </a:cubicBezTo>
                  <a:cubicBezTo>
                    <a:pt x="3795" y="94884"/>
                    <a:pt x="0" y="87293"/>
                    <a:pt x="0" y="77805"/>
                  </a:cubicBezTo>
                  <a:cubicBezTo>
                    <a:pt x="0" y="66419"/>
                    <a:pt x="3795" y="57879"/>
                    <a:pt x="11386" y="52186"/>
                  </a:cubicBezTo>
                  <a:cubicBezTo>
                    <a:pt x="18977" y="46493"/>
                    <a:pt x="30363" y="43647"/>
                    <a:pt x="45544" y="43647"/>
                  </a:cubicBezTo>
                  <a:lnTo>
                    <a:pt x="73060" y="43647"/>
                  </a:lnTo>
                  <a:lnTo>
                    <a:pt x="73060" y="37005"/>
                  </a:lnTo>
                  <a:cubicBezTo>
                    <a:pt x="73060" y="31312"/>
                    <a:pt x="71163" y="26568"/>
                    <a:pt x="66419" y="22772"/>
                  </a:cubicBezTo>
                  <a:cubicBezTo>
                    <a:pt x="62623" y="18977"/>
                    <a:pt x="55981" y="18028"/>
                    <a:pt x="49339" y="18028"/>
                  </a:cubicBezTo>
                  <a:cubicBezTo>
                    <a:pt x="42698" y="18028"/>
                    <a:pt x="37005" y="19926"/>
                    <a:pt x="33209" y="22772"/>
                  </a:cubicBezTo>
                  <a:cubicBezTo>
                    <a:pt x="28465" y="25619"/>
                    <a:pt x="26567" y="29414"/>
                    <a:pt x="25618" y="34158"/>
                  </a:cubicBezTo>
                  <a:lnTo>
                    <a:pt x="2846" y="34158"/>
                  </a:lnTo>
                  <a:cubicBezTo>
                    <a:pt x="3795" y="23721"/>
                    <a:pt x="8539" y="15181"/>
                    <a:pt x="17079" y="8540"/>
                  </a:cubicBezTo>
                  <a:cubicBezTo>
                    <a:pt x="25618" y="2847"/>
                    <a:pt x="37005" y="0"/>
                    <a:pt x="50288" y="0"/>
                  </a:cubicBezTo>
                  <a:cubicBezTo>
                    <a:pt x="64521" y="0"/>
                    <a:pt x="75907" y="3795"/>
                    <a:pt x="83498" y="10437"/>
                  </a:cubicBezTo>
                  <a:cubicBezTo>
                    <a:pt x="91089" y="17079"/>
                    <a:pt x="94884" y="26568"/>
                    <a:pt x="94884" y="39851"/>
                  </a:cubicBezTo>
                  <a:lnTo>
                    <a:pt x="94884" y="82549"/>
                  </a:lnTo>
                  <a:cubicBezTo>
                    <a:pt x="94884" y="87293"/>
                    <a:pt x="97730" y="90140"/>
                    <a:pt x="102475" y="90140"/>
                  </a:cubicBezTo>
                  <a:lnTo>
                    <a:pt x="109117" y="90140"/>
                  </a:lnTo>
                  <a:close/>
                  <a:moveTo>
                    <a:pt x="74958" y="59777"/>
                  </a:moveTo>
                  <a:lnTo>
                    <a:pt x="46493" y="59777"/>
                  </a:lnTo>
                  <a:cubicBezTo>
                    <a:pt x="39851" y="59777"/>
                    <a:pt x="34158" y="60726"/>
                    <a:pt x="30363" y="63572"/>
                  </a:cubicBezTo>
                  <a:cubicBezTo>
                    <a:pt x="26567" y="66419"/>
                    <a:pt x="24670" y="70214"/>
                    <a:pt x="24670" y="75907"/>
                  </a:cubicBezTo>
                  <a:cubicBezTo>
                    <a:pt x="24670" y="80651"/>
                    <a:pt x="26567" y="84447"/>
                    <a:pt x="30363" y="87293"/>
                  </a:cubicBezTo>
                  <a:cubicBezTo>
                    <a:pt x="34158" y="90140"/>
                    <a:pt x="38902" y="91089"/>
                    <a:pt x="44595" y="91089"/>
                  </a:cubicBezTo>
                  <a:cubicBezTo>
                    <a:pt x="54084" y="91089"/>
                    <a:pt x="61675" y="88242"/>
                    <a:pt x="66419" y="83498"/>
                  </a:cubicBezTo>
                  <a:cubicBezTo>
                    <a:pt x="72112" y="78754"/>
                    <a:pt x="74009" y="72112"/>
                    <a:pt x="74958" y="63572"/>
                  </a:cubicBezTo>
                  <a:lnTo>
                    <a:pt x="74958" y="59777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EC7EF47E-3E7B-03B3-4372-018F9D8A4271}"/>
                </a:ext>
              </a:extLst>
            </p:cNvPr>
            <p:cNvSpPr/>
            <p:nvPr/>
          </p:nvSpPr>
          <p:spPr>
            <a:xfrm>
              <a:off x="4106620" y="1517858"/>
              <a:ext cx="164149" cy="109116"/>
            </a:xfrm>
            <a:custGeom>
              <a:avLst/>
              <a:gdLst>
                <a:gd name="connsiteX0" fmla="*/ 152763 w 164149"/>
                <a:gd name="connsiteY0" fmla="*/ 11386 h 109116"/>
                <a:gd name="connsiteX1" fmla="*/ 164149 w 164149"/>
                <a:gd name="connsiteY1" fmla="*/ 48391 h 109116"/>
                <a:gd name="connsiteX2" fmla="*/ 164149 w 164149"/>
                <a:gd name="connsiteY2" fmla="*/ 109117 h 109116"/>
                <a:gd name="connsiteX3" fmla="*/ 141377 w 164149"/>
                <a:gd name="connsiteY3" fmla="*/ 109117 h 109116"/>
                <a:gd name="connsiteX4" fmla="*/ 141377 w 164149"/>
                <a:gd name="connsiteY4" fmla="*/ 48391 h 109116"/>
                <a:gd name="connsiteX5" fmla="*/ 135684 w 164149"/>
                <a:gd name="connsiteY5" fmla="*/ 26567 h 109116"/>
                <a:gd name="connsiteX6" fmla="*/ 118605 w 164149"/>
                <a:gd name="connsiteY6" fmla="*/ 18977 h 109116"/>
                <a:gd name="connsiteX7" fmla="*/ 99628 w 164149"/>
                <a:gd name="connsiteY7" fmla="*/ 27516 h 109116"/>
                <a:gd name="connsiteX8" fmla="*/ 92986 w 164149"/>
                <a:gd name="connsiteY8" fmla="*/ 50288 h 109116"/>
                <a:gd name="connsiteX9" fmla="*/ 92986 w 164149"/>
                <a:gd name="connsiteY9" fmla="*/ 109117 h 109116"/>
                <a:gd name="connsiteX10" fmla="*/ 70214 w 164149"/>
                <a:gd name="connsiteY10" fmla="*/ 109117 h 109116"/>
                <a:gd name="connsiteX11" fmla="*/ 70214 w 164149"/>
                <a:gd name="connsiteY11" fmla="*/ 48391 h 109116"/>
                <a:gd name="connsiteX12" fmla="*/ 64521 w 164149"/>
                <a:gd name="connsiteY12" fmla="*/ 26567 h 109116"/>
                <a:gd name="connsiteX13" fmla="*/ 47442 w 164149"/>
                <a:gd name="connsiteY13" fmla="*/ 18977 h 109116"/>
                <a:gd name="connsiteX14" fmla="*/ 29414 w 164149"/>
                <a:gd name="connsiteY14" fmla="*/ 27516 h 109116"/>
                <a:gd name="connsiteX15" fmla="*/ 22772 w 164149"/>
                <a:gd name="connsiteY15" fmla="*/ 50288 h 109116"/>
                <a:gd name="connsiteX16" fmla="*/ 22772 w 164149"/>
                <a:gd name="connsiteY16" fmla="*/ 108168 h 109116"/>
                <a:gd name="connsiteX17" fmla="*/ 0 w 164149"/>
                <a:gd name="connsiteY17" fmla="*/ 108168 h 109116"/>
                <a:gd name="connsiteX18" fmla="*/ 0 w 164149"/>
                <a:gd name="connsiteY18" fmla="*/ 949 h 109116"/>
                <a:gd name="connsiteX19" fmla="*/ 19926 w 164149"/>
                <a:gd name="connsiteY19" fmla="*/ 949 h 109116"/>
                <a:gd name="connsiteX20" fmla="*/ 22772 w 164149"/>
                <a:gd name="connsiteY20" fmla="*/ 15181 h 109116"/>
                <a:gd name="connsiteX21" fmla="*/ 54084 w 164149"/>
                <a:gd name="connsiteY21" fmla="*/ 0 h 109116"/>
                <a:gd name="connsiteX22" fmla="*/ 74010 w 164149"/>
                <a:gd name="connsiteY22" fmla="*/ 4744 h 109116"/>
                <a:gd name="connsiteX23" fmla="*/ 87293 w 164149"/>
                <a:gd name="connsiteY23" fmla="*/ 19926 h 109116"/>
                <a:gd name="connsiteX24" fmla="*/ 102475 w 164149"/>
                <a:gd name="connsiteY24" fmla="*/ 5693 h 109116"/>
                <a:gd name="connsiteX25" fmla="*/ 125247 w 164149"/>
                <a:gd name="connsiteY25" fmla="*/ 949 h 109116"/>
                <a:gd name="connsiteX26" fmla="*/ 152763 w 164149"/>
                <a:gd name="connsiteY26" fmla="*/ 11386 h 10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4149" h="109116">
                  <a:moveTo>
                    <a:pt x="152763" y="11386"/>
                  </a:moveTo>
                  <a:cubicBezTo>
                    <a:pt x="160354" y="18977"/>
                    <a:pt x="164149" y="31312"/>
                    <a:pt x="164149" y="48391"/>
                  </a:cubicBezTo>
                  <a:lnTo>
                    <a:pt x="164149" y="109117"/>
                  </a:lnTo>
                  <a:lnTo>
                    <a:pt x="141377" y="109117"/>
                  </a:lnTo>
                  <a:lnTo>
                    <a:pt x="141377" y="48391"/>
                  </a:lnTo>
                  <a:cubicBezTo>
                    <a:pt x="141377" y="38902"/>
                    <a:pt x="139480" y="31312"/>
                    <a:pt x="135684" y="26567"/>
                  </a:cubicBezTo>
                  <a:cubicBezTo>
                    <a:pt x="131889" y="21823"/>
                    <a:pt x="126196" y="18977"/>
                    <a:pt x="118605" y="18977"/>
                  </a:cubicBezTo>
                  <a:cubicBezTo>
                    <a:pt x="111014" y="18977"/>
                    <a:pt x="104372" y="21823"/>
                    <a:pt x="99628" y="27516"/>
                  </a:cubicBezTo>
                  <a:cubicBezTo>
                    <a:pt x="94884" y="33209"/>
                    <a:pt x="92986" y="40800"/>
                    <a:pt x="92986" y="50288"/>
                  </a:cubicBezTo>
                  <a:lnTo>
                    <a:pt x="92986" y="109117"/>
                  </a:lnTo>
                  <a:lnTo>
                    <a:pt x="70214" y="109117"/>
                  </a:lnTo>
                  <a:lnTo>
                    <a:pt x="70214" y="48391"/>
                  </a:lnTo>
                  <a:cubicBezTo>
                    <a:pt x="70214" y="38902"/>
                    <a:pt x="68317" y="31312"/>
                    <a:pt x="64521" y="26567"/>
                  </a:cubicBezTo>
                  <a:cubicBezTo>
                    <a:pt x="60726" y="21823"/>
                    <a:pt x="55033" y="18977"/>
                    <a:pt x="47442" y="18977"/>
                  </a:cubicBezTo>
                  <a:cubicBezTo>
                    <a:pt x="39851" y="18977"/>
                    <a:pt x="33209" y="21823"/>
                    <a:pt x="29414" y="27516"/>
                  </a:cubicBezTo>
                  <a:cubicBezTo>
                    <a:pt x="24670" y="33209"/>
                    <a:pt x="22772" y="40800"/>
                    <a:pt x="22772" y="50288"/>
                  </a:cubicBezTo>
                  <a:lnTo>
                    <a:pt x="22772" y="108168"/>
                  </a:lnTo>
                  <a:lnTo>
                    <a:pt x="0" y="108168"/>
                  </a:lnTo>
                  <a:lnTo>
                    <a:pt x="0" y="949"/>
                  </a:lnTo>
                  <a:lnTo>
                    <a:pt x="19926" y="949"/>
                  </a:lnTo>
                  <a:lnTo>
                    <a:pt x="22772" y="15181"/>
                  </a:lnTo>
                  <a:cubicBezTo>
                    <a:pt x="30363" y="4744"/>
                    <a:pt x="40800" y="0"/>
                    <a:pt x="54084" y="0"/>
                  </a:cubicBezTo>
                  <a:cubicBezTo>
                    <a:pt x="61675" y="0"/>
                    <a:pt x="68317" y="1898"/>
                    <a:pt x="74010" y="4744"/>
                  </a:cubicBezTo>
                  <a:cubicBezTo>
                    <a:pt x="79702" y="7591"/>
                    <a:pt x="84447" y="13284"/>
                    <a:pt x="87293" y="19926"/>
                  </a:cubicBezTo>
                  <a:cubicBezTo>
                    <a:pt x="91089" y="13284"/>
                    <a:pt x="95833" y="8540"/>
                    <a:pt x="102475" y="5693"/>
                  </a:cubicBezTo>
                  <a:cubicBezTo>
                    <a:pt x="109117" y="1898"/>
                    <a:pt x="115759" y="949"/>
                    <a:pt x="125247" y="949"/>
                  </a:cubicBezTo>
                  <a:cubicBezTo>
                    <a:pt x="135684" y="0"/>
                    <a:pt x="145173" y="3795"/>
                    <a:pt x="152763" y="11386"/>
                  </a:cubicBezTo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532CE22C-B373-0FC4-D6B6-47A25822281D}"/>
                </a:ext>
              </a:extLst>
            </p:cNvPr>
            <p:cNvSpPr/>
            <p:nvPr/>
          </p:nvSpPr>
          <p:spPr>
            <a:xfrm>
              <a:off x="3166320" y="1270211"/>
              <a:ext cx="156558" cy="148018"/>
            </a:xfrm>
            <a:custGeom>
              <a:avLst/>
              <a:gdLst>
                <a:gd name="connsiteX0" fmla="*/ 0 w 156558"/>
                <a:gd name="connsiteY0" fmla="*/ 0 h 148018"/>
                <a:gd name="connsiteX1" fmla="*/ 31312 w 156558"/>
                <a:gd name="connsiteY1" fmla="*/ 0 h 148018"/>
                <a:gd name="connsiteX2" fmla="*/ 78754 w 156558"/>
                <a:gd name="connsiteY2" fmla="*/ 116707 h 148018"/>
                <a:gd name="connsiteX3" fmla="*/ 125247 w 156558"/>
                <a:gd name="connsiteY3" fmla="*/ 0 h 148018"/>
                <a:gd name="connsiteX4" fmla="*/ 156559 w 156558"/>
                <a:gd name="connsiteY4" fmla="*/ 0 h 148018"/>
                <a:gd name="connsiteX5" fmla="*/ 156559 w 156558"/>
                <a:gd name="connsiteY5" fmla="*/ 148019 h 148018"/>
                <a:gd name="connsiteX6" fmla="*/ 132838 w 156558"/>
                <a:gd name="connsiteY6" fmla="*/ 148019 h 148018"/>
                <a:gd name="connsiteX7" fmla="*/ 132838 w 156558"/>
                <a:gd name="connsiteY7" fmla="*/ 38902 h 148018"/>
                <a:gd name="connsiteX8" fmla="*/ 88242 w 156558"/>
                <a:gd name="connsiteY8" fmla="*/ 148019 h 148018"/>
                <a:gd name="connsiteX9" fmla="*/ 68317 w 156558"/>
                <a:gd name="connsiteY9" fmla="*/ 148019 h 148018"/>
                <a:gd name="connsiteX10" fmla="*/ 23721 w 156558"/>
                <a:gd name="connsiteY10" fmla="*/ 38902 h 148018"/>
                <a:gd name="connsiteX11" fmla="*/ 23721 w 156558"/>
                <a:gd name="connsiteY11" fmla="*/ 148019 h 148018"/>
                <a:gd name="connsiteX12" fmla="*/ 0 w 156558"/>
                <a:gd name="connsiteY12" fmla="*/ 148019 h 148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558" h="148018">
                  <a:moveTo>
                    <a:pt x="0" y="0"/>
                  </a:moveTo>
                  <a:lnTo>
                    <a:pt x="31312" y="0"/>
                  </a:lnTo>
                  <a:lnTo>
                    <a:pt x="78754" y="116707"/>
                  </a:lnTo>
                  <a:lnTo>
                    <a:pt x="125247" y="0"/>
                  </a:lnTo>
                  <a:lnTo>
                    <a:pt x="156559" y="0"/>
                  </a:lnTo>
                  <a:lnTo>
                    <a:pt x="156559" y="148019"/>
                  </a:lnTo>
                  <a:lnTo>
                    <a:pt x="132838" y="148019"/>
                  </a:lnTo>
                  <a:lnTo>
                    <a:pt x="132838" y="38902"/>
                  </a:lnTo>
                  <a:lnTo>
                    <a:pt x="88242" y="148019"/>
                  </a:lnTo>
                  <a:lnTo>
                    <a:pt x="68317" y="148019"/>
                  </a:lnTo>
                  <a:lnTo>
                    <a:pt x="23721" y="38902"/>
                  </a:lnTo>
                  <a:lnTo>
                    <a:pt x="23721" y="148019"/>
                  </a:lnTo>
                  <a:lnTo>
                    <a:pt x="0" y="148019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D0866C1C-41B6-1856-FF4A-764C1E4C3B4E}"/>
                </a:ext>
              </a:extLst>
            </p:cNvPr>
            <p:cNvSpPr/>
            <p:nvPr/>
          </p:nvSpPr>
          <p:spPr>
            <a:xfrm>
              <a:off x="3339958" y="1309113"/>
              <a:ext cx="106269" cy="111014"/>
            </a:xfrm>
            <a:custGeom>
              <a:avLst/>
              <a:gdLst>
                <a:gd name="connsiteX0" fmla="*/ 6642 w 106269"/>
                <a:gd name="connsiteY0" fmla="*/ 25619 h 111014"/>
                <a:gd name="connsiteX1" fmla="*/ 25618 w 106269"/>
                <a:gd name="connsiteY1" fmla="*/ 6642 h 111014"/>
                <a:gd name="connsiteX2" fmla="*/ 53135 w 106269"/>
                <a:gd name="connsiteY2" fmla="*/ 0 h 111014"/>
                <a:gd name="connsiteX3" fmla="*/ 80651 w 106269"/>
                <a:gd name="connsiteY3" fmla="*/ 6642 h 111014"/>
                <a:gd name="connsiteX4" fmla="*/ 99628 w 106269"/>
                <a:gd name="connsiteY4" fmla="*/ 24670 h 111014"/>
                <a:gd name="connsiteX5" fmla="*/ 106270 w 106269"/>
                <a:gd name="connsiteY5" fmla="*/ 52186 h 111014"/>
                <a:gd name="connsiteX6" fmla="*/ 105321 w 106269"/>
                <a:gd name="connsiteY6" fmla="*/ 60726 h 111014"/>
                <a:gd name="connsiteX7" fmla="*/ 23721 w 106269"/>
                <a:gd name="connsiteY7" fmla="*/ 60726 h 111014"/>
                <a:gd name="connsiteX8" fmla="*/ 23721 w 106269"/>
                <a:gd name="connsiteY8" fmla="*/ 61675 h 111014"/>
                <a:gd name="connsiteX9" fmla="*/ 32260 w 106269"/>
                <a:gd name="connsiteY9" fmla="*/ 84447 h 111014"/>
                <a:gd name="connsiteX10" fmla="*/ 53135 w 106269"/>
                <a:gd name="connsiteY10" fmla="*/ 92986 h 111014"/>
                <a:gd name="connsiteX11" fmla="*/ 71163 w 106269"/>
                <a:gd name="connsiteY11" fmla="*/ 88242 h 111014"/>
                <a:gd name="connsiteX12" fmla="*/ 80651 w 106269"/>
                <a:gd name="connsiteY12" fmla="*/ 74009 h 111014"/>
                <a:gd name="connsiteX13" fmla="*/ 103423 w 106269"/>
                <a:gd name="connsiteY13" fmla="*/ 74009 h 111014"/>
                <a:gd name="connsiteX14" fmla="*/ 87293 w 106269"/>
                <a:gd name="connsiteY14" fmla="*/ 100577 h 111014"/>
                <a:gd name="connsiteX15" fmla="*/ 55033 w 106269"/>
                <a:gd name="connsiteY15" fmla="*/ 111014 h 111014"/>
                <a:gd name="connsiteX16" fmla="*/ 25618 w 106269"/>
                <a:gd name="connsiteY16" fmla="*/ 104372 h 111014"/>
                <a:gd name="connsiteX17" fmla="*/ 6642 w 106269"/>
                <a:gd name="connsiteY17" fmla="*/ 85396 h 111014"/>
                <a:gd name="connsiteX18" fmla="*/ 0 w 106269"/>
                <a:gd name="connsiteY18" fmla="*/ 55982 h 111014"/>
                <a:gd name="connsiteX19" fmla="*/ 6642 w 106269"/>
                <a:gd name="connsiteY19" fmla="*/ 25619 h 111014"/>
                <a:gd name="connsiteX20" fmla="*/ 82549 w 106269"/>
                <a:gd name="connsiteY20" fmla="*/ 43647 h 111014"/>
                <a:gd name="connsiteX21" fmla="*/ 73060 w 106269"/>
                <a:gd name="connsiteY21" fmla="*/ 25619 h 111014"/>
                <a:gd name="connsiteX22" fmla="*/ 53135 w 106269"/>
                <a:gd name="connsiteY22" fmla="*/ 18977 h 111014"/>
                <a:gd name="connsiteX23" fmla="*/ 34158 w 106269"/>
                <a:gd name="connsiteY23" fmla="*/ 25619 h 111014"/>
                <a:gd name="connsiteX24" fmla="*/ 24670 w 106269"/>
                <a:gd name="connsiteY24" fmla="*/ 43647 h 111014"/>
                <a:gd name="connsiteX25" fmla="*/ 82549 w 106269"/>
                <a:gd name="connsiteY25" fmla="*/ 43647 h 11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6269" h="111014">
                  <a:moveTo>
                    <a:pt x="6642" y="25619"/>
                  </a:moveTo>
                  <a:cubicBezTo>
                    <a:pt x="11386" y="17079"/>
                    <a:pt x="17079" y="10437"/>
                    <a:pt x="25618" y="6642"/>
                  </a:cubicBezTo>
                  <a:cubicBezTo>
                    <a:pt x="33209" y="1898"/>
                    <a:pt x="42698" y="0"/>
                    <a:pt x="53135" y="0"/>
                  </a:cubicBezTo>
                  <a:cubicBezTo>
                    <a:pt x="63572" y="0"/>
                    <a:pt x="73060" y="1898"/>
                    <a:pt x="80651" y="6642"/>
                  </a:cubicBezTo>
                  <a:cubicBezTo>
                    <a:pt x="88242" y="10437"/>
                    <a:pt x="94884" y="17079"/>
                    <a:pt x="99628" y="24670"/>
                  </a:cubicBezTo>
                  <a:cubicBezTo>
                    <a:pt x="104372" y="32261"/>
                    <a:pt x="106270" y="41749"/>
                    <a:pt x="106270" y="52186"/>
                  </a:cubicBezTo>
                  <a:cubicBezTo>
                    <a:pt x="106270" y="55033"/>
                    <a:pt x="106270" y="57879"/>
                    <a:pt x="105321" y="60726"/>
                  </a:cubicBezTo>
                  <a:lnTo>
                    <a:pt x="23721" y="60726"/>
                  </a:lnTo>
                  <a:lnTo>
                    <a:pt x="23721" y="61675"/>
                  </a:lnTo>
                  <a:cubicBezTo>
                    <a:pt x="24670" y="71163"/>
                    <a:pt x="27516" y="78754"/>
                    <a:pt x="32260" y="84447"/>
                  </a:cubicBezTo>
                  <a:cubicBezTo>
                    <a:pt x="37954" y="90140"/>
                    <a:pt x="44595" y="92986"/>
                    <a:pt x="53135" y="92986"/>
                  </a:cubicBezTo>
                  <a:cubicBezTo>
                    <a:pt x="59777" y="92986"/>
                    <a:pt x="66419" y="91089"/>
                    <a:pt x="71163" y="88242"/>
                  </a:cubicBezTo>
                  <a:cubicBezTo>
                    <a:pt x="75907" y="85396"/>
                    <a:pt x="78754" y="80651"/>
                    <a:pt x="80651" y="74009"/>
                  </a:cubicBezTo>
                  <a:lnTo>
                    <a:pt x="103423" y="74009"/>
                  </a:lnTo>
                  <a:cubicBezTo>
                    <a:pt x="101526" y="85396"/>
                    <a:pt x="95833" y="93935"/>
                    <a:pt x="87293" y="100577"/>
                  </a:cubicBezTo>
                  <a:cubicBezTo>
                    <a:pt x="78754" y="107219"/>
                    <a:pt x="67368" y="111014"/>
                    <a:pt x="55033" y="111014"/>
                  </a:cubicBezTo>
                  <a:cubicBezTo>
                    <a:pt x="43647" y="111014"/>
                    <a:pt x="34158" y="109117"/>
                    <a:pt x="25618" y="104372"/>
                  </a:cubicBezTo>
                  <a:cubicBezTo>
                    <a:pt x="17079" y="99628"/>
                    <a:pt x="10437" y="92986"/>
                    <a:pt x="6642" y="85396"/>
                  </a:cubicBezTo>
                  <a:cubicBezTo>
                    <a:pt x="1898" y="76856"/>
                    <a:pt x="0" y="67368"/>
                    <a:pt x="0" y="55982"/>
                  </a:cubicBezTo>
                  <a:cubicBezTo>
                    <a:pt x="0" y="43647"/>
                    <a:pt x="1898" y="34158"/>
                    <a:pt x="6642" y="25619"/>
                  </a:cubicBezTo>
                  <a:moveTo>
                    <a:pt x="82549" y="43647"/>
                  </a:moveTo>
                  <a:cubicBezTo>
                    <a:pt x="81600" y="36056"/>
                    <a:pt x="78754" y="29414"/>
                    <a:pt x="73060" y="25619"/>
                  </a:cubicBezTo>
                  <a:cubicBezTo>
                    <a:pt x="67368" y="20874"/>
                    <a:pt x="60726" y="18977"/>
                    <a:pt x="53135" y="18977"/>
                  </a:cubicBezTo>
                  <a:cubicBezTo>
                    <a:pt x="45544" y="18977"/>
                    <a:pt x="38902" y="20874"/>
                    <a:pt x="34158" y="25619"/>
                  </a:cubicBezTo>
                  <a:cubicBezTo>
                    <a:pt x="28465" y="30363"/>
                    <a:pt x="25618" y="36056"/>
                    <a:pt x="24670" y="43647"/>
                  </a:cubicBezTo>
                  <a:lnTo>
                    <a:pt x="82549" y="43647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DC209A95-B5E3-8A37-B9B9-9043A692CF1D}"/>
                </a:ext>
              </a:extLst>
            </p:cNvPr>
            <p:cNvSpPr/>
            <p:nvPr/>
          </p:nvSpPr>
          <p:spPr>
            <a:xfrm>
              <a:off x="3461409" y="1270211"/>
              <a:ext cx="109116" cy="148967"/>
            </a:xfrm>
            <a:custGeom>
              <a:avLst/>
              <a:gdLst>
                <a:gd name="connsiteX0" fmla="*/ 109117 w 109116"/>
                <a:gd name="connsiteY0" fmla="*/ 0 h 148967"/>
                <a:gd name="connsiteX1" fmla="*/ 109117 w 109116"/>
                <a:gd name="connsiteY1" fmla="*/ 148019 h 148967"/>
                <a:gd name="connsiteX2" fmla="*/ 89191 w 109116"/>
                <a:gd name="connsiteY2" fmla="*/ 148019 h 148967"/>
                <a:gd name="connsiteX3" fmla="*/ 86344 w 109116"/>
                <a:gd name="connsiteY3" fmla="*/ 131889 h 148967"/>
                <a:gd name="connsiteX4" fmla="*/ 51237 w 109116"/>
                <a:gd name="connsiteY4" fmla="*/ 148968 h 148967"/>
                <a:gd name="connsiteX5" fmla="*/ 24670 w 109116"/>
                <a:gd name="connsiteY5" fmla="*/ 142326 h 148967"/>
                <a:gd name="connsiteX6" fmla="*/ 6642 w 109116"/>
                <a:gd name="connsiteY6" fmla="*/ 123349 h 148967"/>
                <a:gd name="connsiteX7" fmla="*/ 0 w 109116"/>
                <a:gd name="connsiteY7" fmla="*/ 93935 h 148967"/>
                <a:gd name="connsiteX8" fmla="*/ 6642 w 109116"/>
                <a:gd name="connsiteY8" fmla="*/ 64521 h 148967"/>
                <a:gd name="connsiteX9" fmla="*/ 24670 w 109116"/>
                <a:gd name="connsiteY9" fmla="*/ 45544 h 148967"/>
                <a:gd name="connsiteX10" fmla="*/ 51237 w 109116"/>
                <a:gd name="connsiteY10" fmla="*/ 38902 h 148967"/>
                <a:gd name="connsiteX11" fmla="*/ 72112 w 109116"/>
                <a:gd name="connsiteY11" fmla="*/ 43647 h 148967"/>
                <a:gd name="connsiteX12" fmla="*/ 86344 w 109116"/>
                <a:gd name="connsiteY12" fmla="*/ 55981 h 148967"/>
                <a:gd name="connsiteX13" fmla="*/ 86344 w 109116"/>
                <a:gd name="connsiteY13" fmla="*/ 949 h 148967"/>
                <a:gd name="connsiteX14" fmla="*/ 109117 w 109116"/>
                <a:gd name="connsiteY14" fmla="*/ 949 h 148967"/>
                <a:gd name="connsiteX15" fmla="*/ 77805 w 109116"/>
                <a:gd name="connsiteY15" fmla="*/ 120503 h 148967"/>
                <a:gd name="connsiteX16" fmla="*/ 86344 w 109116"/>
                <a:gd name="connsiteY16" fmla="*/ 94884 h 148967"/>
                <a:gd name="connsiteX17" fmla="*/ 77805 w 109116"/>
                <a:gd name="connsiteY17" fmla="*/ 68316 h 148967"/>
                <a:gd name="connsiteX18" fmla="*/ 55033 w 109116"/>
                <a:gd name="connsiteY18" fmla="*/ 57879 h 148967"/>
                <a:gd name="connsiteX19" fmla="*/ 32260 w 109116"/>
                <a:gd name="connsiteY19" fmla="*/ 68316 h 148967"/>
                <a:gd name="connsiteX20" fmla="*/ 23721 w 109116"/>
                <a:gd name="connsiteY20" fmla="*/ 93935 h 148967"/>
                <a:gd name="connsiteX21" fmla="*/ 32260 w 109116"/>
                <a:gd name="connsiteY21" fmla="*/ 119554 h 148967"/>
                <a:gd name="connsiteX22" fmla="*/ 55033 w 109116"/>
                <a:gd name="connsiteY22" fmla="*/ 129991 h 148967"/>
                <a:gd name="connsiteX23" fmla="*/ 77805 w 109116"/>
                <a:gd name="connsiteY23" fmla="*/ 120503 h 148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9116" h="148967">
                  <a:moveTo>
                    <a:pt x="109117" y="0"/>
                  </a:moveTo>
                  <a:lnTo>
                    <a:pt x="109117" y="148019"/>
                  </a:lnTo>
                  <a:lnTo>
                    <a:pt x="89191" y="148019"/>
                  </a:lnTo>
                  <a:lnTo>
                    <a:pt x="86344" y="131889"/>
                  </a:lnTo>
                  <a:cubicBezTo>
                    <a:pt x="77805" y="143275"/>
                    <a:pt x="66419" y="148968"/>
                    <a:pt x="51237" y="148968"/>
                  </a:cubicBezTo>
                  <a:cubicBezTo>
                    <a:pt x="41749" y="148968"/>
                    <a:pt x="32260" y="147070"/>
                    <a:pt x="24670" y="142326"/>
                  </a:cubicBezTo>
                  <a:cubicBezTo>
                    <a:pt x="17079" y="137582"/>
                    <a:pt x="10437" y="131889"/>
                    <a:pt x="6642" y="123349"/>
                  </a:cubicBezTo>
                  <a:cubicBezTo>
                    <a:pt x="1898" y="114810"/>
                    <a:pt x="0" y="105321"/>
                    <a:pt x="0" y="93935"/>
                  </a:cubicBezTo>
                  <a:cubicBezTo>
                    <a:pt x="0" y="82549"/>
                    <a:pt x="1898" y="73061"/>
                    <a:pt x="6642" y="64521"/>
                  </a:cubicBezTo>
                  <a:cubicBezTo>
                    <a:pt x="11386" y="55981"/>
                    <a:pt x="17079" y="49340"/>
                    <a:pt x="24670" y="45544"/>
                  </a:cubicBezTo>
                  <a:cubicBezTo>
                    <a:pt x="32260" y="40800"/>
                    <a:pt x="40800" y="38902"/>
                    <a:pt x="51237" y="38902"/>
                  </a:cubicBezTo>
                  <a:cubicBezTo>
                    <a:pt x="58828" y="38902"/>
                    <a:pt x="66419" y="40800"/>
                    <a:pt x="72112" y="43647"/>
                  </a:cubicBezTo>
                  <a:cubicBezTo>
                    <a:pt x="77805" y="46493"/>
                    <a:pt x="82549" y="50288"/>
                    <a:pt x="86344" y="55981"/>
                  </a:cubicBezTo>
                  <a:lnTo>
                    <a:pt x="86344" y="949"/>
                  </a:lnTo>
                  <a:lnTo>
                    <a:pt x="109117" y="949"/>
                  </a:lnTo>
                  <a:close/>
                  <a:moveTo>
                    <a:pt x="77805" y="120503"/>
                  </a:moveTo>
                  <a:cubicBezTo>
                    <a:pt x="83498" y="113861"/>
                    <a:pt x="86344" y="105321"/>
                    <a:pt x="86344" y="94884"/>
                  </a:cubicBezTo>
                  <a:cubicBezTo>
                    <a:pt x="86344" y="84447"/>
                    <a:pt x="83498" y="74958"/>
                    <a:pt x="77805" y="68316"/>
                  </a:cubicBezTo>
                  <a:cubicBezTo>
                    <a:pt x="72112" y="61675"/>
                    <a:pt x="64521" y="57879"/>
                    <a:pt x="55033" y="57879"/>
                  </a:cubicBezTo>
                  <a:cubicBezTo>
                    <a:pt x="45544" y="57879"/>
                    <a:pt x="37954" y="61675"/>
                    <a:pt x="32260" y="68316"/>
                  </a:cubicBezTo>
                  <a:cubicBezTo>
                    <a:pt x="26568" y="74958"/>
                    <a:pt x="23721" y="83498"/>
                    <a:pt x="23721" y="93935"/>
                  </a:cubicBezTo>
                  <a:cubicBezTo>
                    <a:pt x="23721" y="104372"/>
                    <a:pt x="26568" y="112912"/>
                    <a:pt x="32260" y="119554"/>
                  </a:cubicBezTo>
                  <a:cubicBezTo>
                    <a:pt x="37954" y="126196"/>
                    <a:pt x="45544" y="129991"/>
                    <a:pt x="55033" y="129991"/>
                  </a:cubicBezTo>
                  <a:cubicBezTo>
                    <a:pt x="64521" y="129991"/>
                    <a:pt x="72112" y="127144"/>
                    <a:pt x="77805" y="120503"/>
                  </a:cubicBezTo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E85BF90F-8C17-E173-70EB-BBC9A1C28B99}"/>
                </a:ext>
              </a:extLst>
            </p:cNvPr>
            <p:cNvSpPr/>
            <p:nvPr/>
          </p:nvSpPr>
          <p:spPr>
            <a:xfrm>
              <a:off x="3591400" y="1266415"/>
              <a:ext cx="26567" cy="151814"/>
            </a:xfrm>
            <a:custGeom>
              <a:avLst/>
              <a:gdLst>
                <a:gd name="connsiteX0" fmla="*/ 22772 w 26567"/>
                <a:gd name="connsiteY0" fmla="*/ 3795 h 151814"/>
                <a:gd name="connsiteX1" fmla="*/ 26567 w 26567"/>
                <a:gd name="connsiteY1" fmla="*/ 13284 h 151814"/>
                <a:gd name="connsiteX2" fmla="*/ 22772 w 26567"/>
                <a:gd name="connsiteY2" fmla="*/ 22772 h 151814"/>
                <a:gd name="connsiteX3" fmla="*/ 13284 w 26567"/>
                <a:gd name="connsiteY3" fmla="*/ 26567 h 151814"/>
                <a:gd name="connsiteX4" fmla="*/ 3795 w 26567"/>
                <a:gd name="connsiteY4" fmla="*/ 22772 h 151814"/>
                <a:gd name="connsiteX5" fmla="*/ 0 w 26567"/>
                <a:gd name="connsiteY5" fmla="*/ 13284 h 151814"/>
                <a:gd name="connsiteX6" fmla="*/ 3795 w 26567"/>
                <a:gd name="connsiteY6" fmla="*/ 3795 h 151814"/>
                <a:gd name="connsiteX7" fmla="*/ 13284 w 26567"/>
                <a:gd name="connsiteY7" fmla="*/ 0 h 151814"/>
                <a:gd name="connsiteX8" fmla="*/ 22772 w 26567"/>
                <a:gd name="connsiteY8" fmla="*/ 3795 h 151814"/>
                <a:gd name="connsiteX9" fmla="*/ 949 w 26567"/>
                <a:gd name="connsiteY9" fmla="*/ 43647 h 151814"/>
                <a:gd name="connsiteX10" fmla="*/ 23721 w 26567"/>
                <a:gd name="connsiteY10" fmla="*/ 43647 h 151814"/>
                <a:gd name="connsiteX11" fmla="*/ 23721 w 26567"/>
                <a:gd name="connsiteY11" fmla="*/ 151814 h 151814"/>
                <a:gd name="connsiteX12" fmla="*/ 949 w 26567"/>
                <a:gd name="connsiteY12" fmla="*/ 151814 h 151814"/>
                <a:gd name="connsiteX13" fmla="*/ 949 w 26567"/>
                <a:gd name="connsiteY13" fmla="*/ 43647 h 15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567" h="151814">
                  <a:moveTo>
                    <a:pt x="22772" y="3795"/>
                  </a:moveTo>
                  <a:cubicBezTo>
                    <a:pt x="25618" y="6642"/>
                    <a:pt x="26567" y="9488"/>
                    <a:pt x="26567" y="13284"/>
                  </a:cubicBezTo>
                  <a:cubicBezTo>
                    <a:pt x="26567" y="17079"/>
                    <a:pt x="25618" y="20874"/>
                    <a:pt x="22772" y="22772"/>
                  </a:cubicBezTo>
                  <a:cubicBezTo>
                    <a:pt x="19926" y="25619"/>
                    <a:pt x="17079" y="26567"/>
                    <a:pt x="13284" y="26567"/>
                  </a:cubicBezTo>
                  <a:cubicBezTo>
                    <a:pt x="9488" y="26567"/>
                    <a:pt x="5693" y="25619"/>
                    <a:pt x="3795" y="22772"/>
                  </a:cubicBezTo>
                  <a:cubicBezTo>
                    <a:pt x="949" y="19926"/>
                    <a:pt x="0" y="17079"/>
                    <a:pt x="0" y="13284"/>
                  </a:cubicBezTo>
                  <a:cubicBezTo>
                    <a:pt x="0" y="9488"/>
                    <a:pt x="949" y="5693"/>
                    <a:pt x="3795" y="3795"/>
                  </a:cubicBezTo>
                  <a:cubicBezTo>
                    <a:pt x="6642" y="949"/>
                    <a:pt x="9488" y="0"/>
                    <a:pt x="13284" y="0"/>
                  </a:cubicBezTo>
                  <a:cubicBezTo>
                    <a:pt x="16130" y="0"/>
                    <a:pt x="19926" y="1898"/>
                    <a:pt x="22772" y="3795"/>
                  </a:cubicBezTo>
                  <a:moveTo>
                    <a:pt x="949" y="43647"/>
                  </a:moveTo>
                  <a:lnTo>
                    <a:pt x="23721" y="43647"/>
                  </a:lnTo>
                  <a:lnTo>
                    <a:pt x="23721" y="151814"/>
                  </a:lnTo>
                  <a:lnTo>
                    <a:pt x="949" y="151814"/>
                  </a:lnTo>
                  <a:lnTo>
                    <a:pt x="949" y="43647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E764E3D3-3581-8155-E2FD-2CD6014B67A3}"/>
                </a:ext>
              </a:extLst>
            </p:cNvPr>
            <p:cNvSpPr/>
            <p:nvPr/>
          </p:nvSpPr>
          <p:spPr>
            <a:xfrm>
              <a:off x="3632200" y="1310062"/>
              <a:ext cx="109116" cy="109116"/>
            </a:xfrm>
            <a:custGeom>
              <a:avLst/>
              <a:gdLst>
                <a:gd name="connsiteX0" fmla="*/ 109117 w 109116"/>
                <a:gd name="connsiteY0" fmla="*/ 88242 h 109116"/>
                <a:gd name="connsiteX1" fmla="*/ 109117 w 109116"/>
                <a:gd name="connsiteY1" fmla="*/ 108168 h 109116"/>
                <a:gd name="connsiteX2" fmla="*/ 96782 w 109116"/>
                <a:gd name="connsiteY2" fmla="*/ 108168 h 109116"/>
                <a:gd name="connsiteX3" fmla="*/ 81600 w 109116"/>
                <a:gd name="connsiteY3" fmla="*/ 103424 h 109116"/>
                <a:gd name="connsiteX4" fmla="*/ 76856 w 109116"/>
                <a:gd name="connsiteY4" fmla="*/ 90140 h 109116"/>
                <a:gd name="connsiteX5" fmla="*/ 40800 w 109116"/>
                <a:gd name="connsiteY5" fmla="*/ 109117 h 109116"/>
                <a:gd name="connsiteX6" fmla="*/ 11386 w 109116"/>
                <a:gd name="connsiteY6" fmla="*/ 100577 h 109116"/>
                <a:gd name="connsiteX7" fmla="*/ 0 w 109116"/>
                <a:gd name="connsiteY7" fmla="*/ 77805 h 109116"/>
                <a:gd name="connsiteX8" fmla="*/ 11386 w 109116"/>
                <a:gd name="connsiteY8" fmla="*/ 52186 h 109116"/>
                <a:gd name="connsiteX9" fmla="*/ 45544 w 109116"/>
                <a:gd name="connsiteY9" fmla="*/ 43647 h 109116"/>
                <a:gd name="connsiteX10" fmla="*/ 73061 w 109116"/>
                <a:gd name="connsiteY10" fmla="*/ 43647 h 109116"/>
                <a:gd name="connsiteX11" fmla="*/ 73061 w 109116"/>
                <a:gd name="connsiteY11" fmla="*/ 37005 h 109116"/>
                <a:gd name="connsiteX12" fmla="*/ 66419 w 109116"/>
                <a:gd name="connsiteY12" fmla="*/ 22772 h 109116"/>
                <a:gd name="connsiteX13" fmla="*/ 49340 w 109116"/>
                <a:gd name="connsiteY13" fmla="*/ 18028 h 109116"/>
                <a:gd name="connsiteX14" fmla="*/ 33209 w 109116"/>
                <a:gd name="connsiteY14" fmla="*/ 22772 h 109116"/>
                <a:gd name="connsiteX15" fmla="*/ 25619 w 109116"/>
                <a:gd name="connsiteY15" fmla="*/ 34158 h 109116"/>
                <a:gd name="connsiteX16" fmla="*/ 2847 w 109116"/>
                <a:gd name="connsiteY16" fmla="*/ 34158 h 109116"/>
                <a:gd name="connsiteX17" fmla="*/ 17079 w 109116"/>
                <a:gd name="connsiteY17" fmla="*/ 8540 h 109116"/>
                <a:gd name="connsiteX18" fmla="*/ 50289 w 109116"/>
                <a:gd name="connsiteY18" fmla="*/ 0 h 109116"/>
                <a:gd name="connsiteX19" fmla="*/ 83498 w 109116"/>
                <a:gd name="connsiteY19" fmla="*/ 10437 h 109116"/>
                <a:gd name="connsiteX20" fmla="*/ 94884 w 109116"/>
                <a:gd name="connsiteY20" fmla="*/ 39851 h 109116"/>
                <a:gd name="connsiteX21" fmla="*/ 94884 w 109116"/>
                <a:gd name="connsiteY21" fmla="*/ 80651 h 109116"/>
                <a:gd name="connsiteX22" fmla="*/ 102475 w 109116"/>
                <a:gd name="connsiteY22" fmla="*/ 88242 h 109116"/>
                <a:gd name="connsiteX23" fmla="*/ 109117 w 109116"/>
                <a:gd name="connsiteY23" fmla="*/ 88242 h 109116"/>
                <a:gd name="connsiteX24" fmla="*/ 74958 w 109116"/>
                <a:gd name="connsiteY24" fmla="*/ 59777 h 109116"/>
                <a:gd name="connsiteX25" fmla="*/ 46493 w 109116"/>
                <a:gd name="connsiteY25" fmla="*/ 59777 h 109116"/>
                <a:gd name="connsiteX26" fmla="*/ 30363 w 109116"/>
                <a:gd name="connsiteY26" fmla="*/ 63572 h 109116"/>
                <a:gd name="connsiteX27" fmla="*/ 24670 w 109116"/>
                <a:gd name="connsiteY27" fmla="*/ 75907 h 109116"/>
                <a:gd name="connsiteX28" fmla="*/ 30363 w 109116"/>
                <a:gd name="connsiteY28" fmla="*/ 87293 h 109116"/>
                <a:gd name="connsiteX29" fmla="*/ 44596 w 109116"/>
                <a:gd name="connsiteY29" fmla="*/ 91089 h 109116"/>
                <a:gd name="connsiteX30" fmla="*/ 66419 w 109116"/>
                <a:gd name="connsiteY30" fmla="*/ 83498 h 109116"/>
                <a:gd name="connsiteX31" fmla="*/ 74958 w 109116"/>
                <a:gd name="connsiteY31" fmla="*/ 63572 h 109116"/>
                <a:gd name="connsiteX32" fmla="*/ 74958 w 109116"/>
                <a:gd name="connsiteY32" fmla="*/ 59777 h 10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09116" h="109116">
                  <a:moveTo>
                    <a:pt x="109117" y="88242"/>
                  </a:moveTo>
                  <a:lnTo>
                    <a:pt x="109117" y="108168"/>
                  </a:lnTo>
                  <a:lnTo>
                    <a:pt x="96782" y="108168"/>
                  </a:lnTo>
                  <a:cubicBezTo>
                    <a:pt x="90140" y="108168"/>
                    <a:pt x="84447" y="106270"/>
                    <a:pt x="81600" y="103424"/>
                  </a:cubicBezTo>
                  <a:cubicBezTo>
                    <a:pt x="78754" y="100577"/>
                    <a:pt x="76856" y="95833"/>
                    <a:pt x="76856" y="90140"/>
                  </a:cubicBezTo>
                  <a:cubicBezTo>
                    <a:pt x="68317" y="102475"/>
                    <a:pt x="56930" y="109117"/>
                    <a:pt x="40800" y="109117"/>
                  </a:cubicBezTo>
                  <a:cubicBezTo>
                    <a:pt x="28465" y="109117"/>
                    <a:pt x="18977" y="106270"/>
                    <a:pt x="11386" y="100577"/>
                  </a:cubicBezTo>
                  <a:cubicBezTo>
                    <a:pt x="3795" y="94884"/>
                    <a:pt x="0" y="87293"/>
                    <a:pt x="0" y="77805"/>
                  </a:cubicBezTo>
                  <a:cubicBezTo>
                    <a:pt x="0" y="66419"/>
                    <a:pt x="3795" y="57879"/>
                    <a:pt x="11386" y="52186"/>
                  </a:cubicBezTo>
                  <a:cubicBezTo>
                    <a:pt x="18977" y="46493"/>
                    <a:pt x="30363" y="43647"/>
                    <a:pt x="45544" y="43647"/>
                  </a:cubicBezTo>
                  <a:lnTo>
                    <a:pt x="73061" y="43647"/>
                  </a:lnTo>
                  <a:lnTo>
                    <a:pt x="73061" y="37005"/>
                  </a:lnTo>
                  <a:cubicBezTo>
                    <a:pt x="73061" y="31312"/>
                    <a:pt x="71163" y="26568"/>
                    <a:pt x="66419" y="22772"/>
                  </a:cubicBezTo>
                  <a:cubicBezTo>
                    <a:pt x="62623" y="18977"/>
                    <a:pt x="55981" y="18028"/>
                    <a:pt x="49340" y="18028"/>
                  </a:cubicBezTo>
                  <a:cubicBezTo>
                    <a:pt x="42698" y="18028"/>
                    <a:pt x="37005" y="19926"/>
                    <a:pt x="33209" y="22772"/>
                  </a:cubicBezTo>
                  <a:cubicBezTo>
                    <a:pt x="28465" y="25619"/>
                    <a:pt x="26568" y="29414"/>
                    <a:pt x="25619" y="34158"/>
                  </a:cubicBezTo>
                  <a:lnTo>
                    <a:pt x="2847" y="34158"/>
                  </a:lnTo>
                  <a:cubicBezTo>
                    <a:pt x="3795" y="23721"/>
                    <a:pt x="8539" y="15181"/>
                    <a:pt x="17079" y="8540"/>
                  </a:cubicBezTo>
                  <a:cubicBezTo>
                    <a:pt x="25619" y="2847"/>
                    <a:pt x="37005" y="0"/>
                    <a:pt x="50289" y="0"/>
                  </a:cubicBezTo>
                  <a:cubicBezTo>
                    <a:pt x="64521" y="0"/>
                    <a:pt x="75907" y="3795"/>
                    <a:pt x="83498" y="10437"/>
                  </a:cubicBezTo>
                  <a:cubicBezTo>
                    <a:pt x="91089" y="17079"/>
                    <a:pt x="94884" y="26568"/>
                    <a:pt x="94884" y="39851"/>
                  </a:cubicBezTo>
                  <a:lnTo>
                    <a:pt x="94884" y="80651"/>
                  </a:lnTo>
                  <a:cubicBezTo>
                    <a:pt x="94884" y="85396"/>
                    <a:pt x="97731" y="88242"/>
                    <a:pt x="102475" y="88242"/>
                  </a:cubicBezTo>
                  <a:lnTo>
                    <a:pt x="109117" y="88242"/>
                  </a:lnTo>
                  <a:close/>
                  <a:moveTo>
                    <a:pt x="74958" y="59777"/>
                  </a:moveTo>
                  <a:lnTo>
                    <a:pt x="46493" y="59777"/>
                  </a:lnTo>
                  <a:cubicBezTo>
                    <a:pt x="39851" y="59777"/>
                    <a:pt x="34158" y="60726"/>
                    <a:pt x="30363" y="63572"/>
                  </a:cubicBezTo>
                  <a:cubicBezTo>
                    <a:pt x="26568" y="66419"/>
                    <a:pt x="24670" y="70214"/>
                    <a:pt x="24670" y="75907"/>
                  </a:cubicBezTo>
                  <a:cubicBezTo>
                    <a:pt x="24670" y="80651"/>
                    <a:pt x="26568" y="84447"/>
                    <a:pt x="30363" y="87293"/>
                  </a:cubicBezTo>
                  <a:cubicBezTo>
                    <a:pt x="34158" y="90140"/>
                    <a:pt x="38902" y="91089"/>
                    <a:pt x="44596" y="91089"/>
                  </a:cubicBezTo>
                  <a:cubicBezTo>
                    <a:pt x="54084" y="91089"/>
                    <a:pt x="61675" y="88242"/>
                    <a:pt x="66419" y="83498"/>
                  </a:cubicBezTo>
                  <a:cubicBezTo>
                    <a:pt x="72112" y="78754"/>
                    <a:pt x="74010" y="72112"/>
                    <a:pt x="74958" y="63572"/>
                  </a:cubicBezTo>
                  <a:lnTo>
                    <a:pt x="74958" y="59777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FE9BF08D-A6F1-457C-2DED-9265ABFCC028}"/>
                </a:ext>
              </a:extLst>
            </p:cNvPr>
            <p:cNvSpPr/>
            <p:nvPr/>
          </p:nvSpPr>
          <p:spPr>
            <a:xfrm>
              <a:off x="3748908" y="1308164"/>
              <a:ext cx="103423" cy="111014"/>
            </a:xfrm>
            <a:custGeom>
              <a:avLst/>
              <a:gdLst>
                <a:gd name="connsiteX0" fmla="*/ 87293 w 103423"/>
                <a:gd name="connsiteY0" fmla="*/ 100577 h 111014"/>
                <a:gd name="connsiteX1" fmla="*/ 54084 w 103423"/>
                <a:gd name="connsiteY1" fmla="*/ 111014 h 111014"/>
                <a:gd name="connsiteX2" fmla="*/ 25618 w 103423"/>
                <a:gd name="connsiteY2" fmla="*/ 104372 h 111014"/>
                <a:gd name="connsiteX3" fmla="*/ 6642 w 103423"/>
                <a:gd name="connsiteY3" fmla="*/ 84447 h 111014"/>
                <a:gd name="connsiteX4" fmla="*/ 0 w 103423"/>
                <a:gd name="connsiteY4" fmla="*/ 55033 h 111014"/>
                <a:gd name="connsiteX5" fmla="*/ 6642 w 103423"/>
                <a:gd name="connsiteY5" fmla="*/ 25619 h 111014"/>
                <a:gd name="connsiteX6" fmla="*/ 25618 w 103423"/>
                <a:gd name="connsiteY6" fmla="*/ 6642 h 111014"/>
                <a:gd name="connsiteX7" fmla="*/ 54084 w 103423"/>
                <a:gd name="connsiteY7" fmla="*/ 0 h 111014"/>
                <a:gd name="connsiteX8" fmla="*/ 87293 w 103423"/>
                <a:gd name="connsiteY8" fmla="*/ 10437 h 111014"/>
                <a:gd name="connsiteX9" fmla="*/ 103423 w 103423"/>
                <a:gd name="connsiteY9" fmla="*/ 39851 h 111014"/>
                <a:gd name="connsiteX10" fmla="*/ 79702 w 103423"/>
                <a:gd name="connsiteY10" fmla="*/ 39851 h 111014"/>
                <a:gd name="connsiteX11" fmla="*/ 70214 w 103423"/>
                <a:gd name="connsiteY11" fmla="*/ 24670 h 111014"/>
                <a:gd name="connsiteX12" fmla="*/ 53135 w 103423"/>
                <a:gd name="connsiteY12" fmla="*/ 18977 h 111014"/>
                <a:gd name="connsiteX13" fmla="*/ 31312 w 103423"/>
                <a:gd name="connsiteY13" fmla="*/ 28465 h 111014"/>
                <a:gd name="connsiteX14" fmla="*/ 22772 w 103423"/>
                <a:gd name="connsiteY14" fmla="*/ 54084 h 111014"/>
                <a:gd name="connsiteX15" fmla="*/ 31312 w 103423"/>
                <a:gd name="connsiteY15" fmla="*/ 80651 h 111014"/>
                <a:gd name="connsiteX16" fmla="*/ 53135 w 103423"/>
                <a:gd name="connsiteY16" fmla="*/ 91089 h 111014"/>
                <a:gd name="connsiteX17" fmla="*/ 70214 w 103423"/>
                <a:gd name="connsiteY17" fmla="*/ 85396 h 111014"/>
                <a:gd name="connsiteX18" fmla="*/ 79702 w 103423"/>
                <a:gd name="connsiteY18" fmla="*/ 70214 h 111014"/>
                <a:gd name="connsiteX19" fmla="*/ 102475 w 103423"/>
                <a:gd name="connsiteY19" fmla="*/ 70214 h 111014"/>
                <a:gd name="connsiteX20" fmla="*/ 87293 w 103423"/>
                <a:gd name="connsiteY20" fmla="*/ 100577 h 11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3423" h="111014">
                  <a:moveTo>
                    <a:pt x="87293" y="100577"/>
                  </a:moveTo>
                  <a:cubicBezTo>
                    <a:pt x="78754" y="108168"/>
                    <a:pt x="67367" y="111014"/>
                    <a:pt x="54084" y="111014"/>
                  </a:cubicBezTo>
                  <a:cubicBezTo>
                    <a:pt x="43646" y="111014"/>
                    <a:pt x="34158" y="109117"/>
                    <a:pt x="25618" y="104372"/>
                  </a:cubicBezTo>
                  <a:cubicBezTo>
                    <a:pt x="17079" y="99628"/>
                    <a:pt x="11386" y="92986"/>
                    <a:pt x="6642" y="84447"/>
                  </a:cubicBezTo>
                  <a:cubicBezTo>
                    <a:pt x="1898" y="75907"/>
                    <a:pt x="0" y="66419"/>
                    <a:pt x="0" y="55033"/>
                  </a:cubicBezTo>
                  <a:cubicBezTo>
                    <a:pt x="0" y="43647"/>
                    <a:pt x="1898" y="34158"/>
                    <a:pt x="6642" y="25619"/>
                  </a:cubicBezTo>
                  <a:cubicBezTo>
                    <a:pt x="11386" y="17079"/>
                    <a:pt x="17079" y="10437"/>
                    <a:pt x="25618" y="6642"/>
                  </a:cubicBezTo>
                  <a:cubicBezTo>
                    <a:pt x="34158" y="1898"/>
                    <a:pt x="43646" y="0"/>
                    <a:pt x="54084" y="0"/>
                  </a:cubicBezTo>
                  <a:cubicBezTo>
                    <a:pt x="67367" y="0"/>
                    <a:pt x="78754" y="3795"/>
                    <a:pt x="87293" y="10437"/>
                  </a:cubicBezTo>
                  <a:cubicBezTo>
                    <a:pt x="95833" y="18028"/>
                    <a:pt x="101526" y="27516"/>
                    <a:pt x="103423" y="39851"/>
                  </a:cubicBezTo>
                  <a:lnTo>
                    <a:pt x="79702" y="39851"/>
                  </a:lnTo>
                  <a:cubicBezTo>
                    <a:pt x="77805" y="33209"/>
                    <a:pt x="74958" y="28465"/>
                    <a:pt x="70214" y="24670"/>
                  </a:cubicBezTo>
                  <a:cubicBezTo>
                    <a:pt x="65470" y="20874"/>
                    <a:pt x="59777" y="18977"/>
                    <a:pt x="53135" y="18977"/>
                  </a:cubicBezTo>
                  <a:cubicBezTo>
                    <a:pt x="43646" y="18977"/>
                    <a:pt x="37005" y="21823"/>
                    <a:pt x="31312" y="28465"/>
                  </a:cubicBezTo>
                  <a:cubicBezTo>
                    <a:pt x="25618" y="35107"/>
                    <a:pt x="22772" y="43647"/>
                    <a:pt x="22772" y="54084"/>
                  </a:cubicBezTo>
                  <a:cubicBezTo>
                    <a:pt x="22772" y="64521"/>
                    <a:pt x="25618" y="73061"/>
                    <a:pt x="31312" y="80651"/>
                  </a:cubicBezTo>
                  <a:cubicBezTo>
                    <a:pt x="37005" y="87293"/>
                    <a:pt x="44595" y="91089"/>
                    <a:pt x="53135" y="91089"/>
                  </a:cubicBezTo>
                  <a:cubicBezTo>
                    <a:pt x="59777" y="91089"/>
                    <a:pt x="66419" y="89191"/>
                    <a:pt x="70214" y="85396"/>
                  </a:cubicBezTo>
                  <a:cubicBezTo>
                    <a:pt x="74958" y="81600"/>
                    <a:pt x="77805" y="76856"/>
                    <a:pt x="79702" y="70214"/>
                  </a:cubicBezTo>
                  <a:lnTo>
                    <a:pt x="102475" y="70214"/>
                  </a:lnTo>
                  <a:cubicBezTo>
                    <a:pt x="101526" y="83498"/>
                    <a:pt x="95833" y="93935"/>
                    <a:pt x="87293" y="100577"/>
                  </a:cubicBezTo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F0EBF4DA-E410-5DF2-7995-7EB8D6651F89}"/>
                </a:ext>
              </a:extLst>
            </p:cNvPr>
            <p:cNvSpPr/>
            <p:nvPr/>
          </p:nvSpPr>
          <p:spPr>
            <a:xfrm>
              <a:off x="3867513" y="1309113"/>
              <a:ext cx="108167" cy="110065"/>
            </a:xfrm>
            <a:custGeom>
              <a:avLst/>
              <a:gdLst>
                <a:gd name="connsiteX0" fmla="*/ 25618 w 108167"/>
                <a:gd name="connsiteY0" fmla="*/ 103424 h 110065"/>
                <a:gd name="connsiteX1" fmla="*/ 6642 w 108167"/>
                <a:gd name="connsiteY1" fmla="*/ 84447 h 110065"/>
                <a:gd name="connsiteX2" fmla="*/ 0 w 108167"/>
                <a:gd name="connsiteY2" fmla="*/ 55033 h 110065"/>
                <a:gd name="connsiteX3" fmla="*/ 6642 w 108167"/>
                <a:gd name="connsiteY3" fmla="*/ 26567 h 110065"/>
                <a:gd name="connsiteX4" fmla="*/ 25618 w 108167"/>
                <a:gd name="connsiteY4" fmla="*/ 6642 h 110065"/>
                <a:gd name="connsiteX5" fmla="*/ 54084 w 108167"/>
                <a:gd name="connsiteY5" fmla="*/ 0 h 110065"/>
                <a:gd name="connsiteX6" fmla="*/ 82549 w 108167"/>
                <a:gd name="connsiteY6" fmla="*/ 6642 h 110065"/>
                <a:gd name="connsiteX7" fmla="*/ 101526 w 108167"/>
                <a:gd name="connsiteY7" fmla="*/ 26567 h 110065"/>
                <a:gd name="connsiteX8" fmla="*/ 108168 w 108167"/>
                <a:gd name="connsiteY8" fmla="*/ 55033 h 110065"/>
                <a:gd name="connsiteX9" fmla="*/ 101526 w 108167"/>
                <a:gd name="connsiteY9" fmla="*/ 84447 h 110065"/>
                <a:gd name="connsiteX10" fmla="*/ 82549 w 108167"/>
                <a:gd name="connsiteY10" fmla="*/ 103424 h 110065"/>
                <a:gd name="connsiteX11" fmla="*/ 54084 w 108167"/>
                <a:gd name="connsiteY11" fmla="*/ 110065 h 110065"/>
                <a:gd name="connsiteX12" fmla="*/ 25618 w 108167"/>
                <a:gd name="connsiteY12" fmla="*/ 103424 h 110065"/>
                <a:gd name="connsiteX13" fmla="*/ 76856 w 108167"/>
                <a:gd name="connsiteY13" fmla="*/ 80651 h 110065"/>
                <a:gd name="connsiteX14" fmla="*/ 85396 w 108167"/>
                <a:gd name="connsiteY14" fmla="*/ 55033 h 110065"/>
                <a:gd name="connsiteX15" fmla="*/ 76856 w 108167"/>
                <a:gd name="connsiteY15" fmla="*/ 29414 h 110065"/>
                <a:gd name="connsiteX16" fmla="*/ 54084 w 108167"/>
                <a:gd name="connsiteY16" fmla="*/ 18977 h 110065"/>
                <a:gd name="connsiteX17" fmla="*/ 31312 w 108167"/>
                <a:gd name="connsiteY17" fmla="*/ 29414 h 110065"/>
                <a:gd name="connsiteX18" fmla="*/ 22772 w 108167"/>
                <a:gd name="connsiteY18" fmla="*/ 55033 h 110065"/>
                <a:gd name="connsiteX19" fmla="*/ 31312 w 108167"/>
                <a:gd name="connsiteY19" fmla="*/ 80651 h 110065"/>
                <a:gd name="connsiteX20" fmla="*/ 54084 w 108167"/>
                <a:gd name="connsiteY20" fmla="*/ 91089 h 110065"/>
                <a:gd name="connsiteX21" fmla="*/ 76856 w 108167"/>
                <a:gd name="connsiteY21" fmla="*/ 80651 h 110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167" h="110065">
                  <a:moveTo>
                    <a:pt x="25618" y="103424"/>
                  </a:moveTo>
                  <a:cubicBezTo>
                    <a:pt x="17079" y="98679"/>
                    <a:pt x="10437" y="92037"/>
                    <a:pt x="6642" y="84447"/>
                  </a:cubicBezTo>
                  <a:cubicBezTo>
                    <a:pt x="1898" y="75907"/>
                    <a:pt x="0" y="66419"/>
                    <a:pt x="0" y="55033"/>
                  </a:cubicBezTo>
                  <a:cubicBezTo>
                    <a:pt x="0" y="44595"/>
                    <a:pt x="1898" y="34158"/>
                    <a:pt x="6642" y="26567"/>
                  </a:cubicBezTo>
                  <a:cubicBezTo>
                    <a:pt x="11386" y="18028"/>
                    <a:pt x="18028" y="11386"/>
                    <a:pt x="25618" y="6642"/>
                  </a:cubicBezTo>
                  <a:cubicBezTo>
                    <a:pt x="34158" y="1898"/>
                    <a:pt x="43646" y="0"/>
                    <a:pt x="54084" y="0"/>
                  </a:cubicBezTo>
                  <a:cubicBezTo>
                    <a:pt x="64521" y="0"/>
                    <a:pt x="74958" y="1898"/>
                    <a:pt x="82549" y="6642"/>
                  </a:cubicBezTo>
                  <a:cubicBezTo>
                    <a:pt x="91088" y="11386"/>
                    <a:pt x="97730" y="18028"/>
                    <a:pt x="101526" y="26567"/>
                  </a:cubicBezTo>
                  <a:cubicBezTo>
                    <a:pt x="106270" y="35107"/>
                    <a:pt x="108168" y="44595"/>
                    <a:pt x="108168" y="55033"/>
                  </a:cubicBezTo>
                  <a:cubicBezTo>
                    <a:pt x="108168" y="66419"/>
                    <a:pt x="106270" y="75907"/>
                    <a:pt x="101526" y="84447"/>
                  </a:cubicBezTo>
                  <a:cubicBezTo>
                    <a:pt x="96781" y="92986"/>
                    <a:pt x="90140" y="99628"/>
                    <a:pt x="82549" y="103424"/>
                  </a:cubicBezTo>
                  <a:cubicBezTo>
                    <a:pt x="74009" y="108168"/>
                    <a:pt x="64521" y="110065"/>
                    <a:pt x="54084" y="110065"/>
                  </a:cubicBezTo>
                  <a:cubicBezTo>
                    <a:pt x="43646" y="110065"/>
                    <a:pt x="33209" y="108168"/>
                    <a:pt x="25618" y="103424"/>
                  </a:cubicBezTo>
                  <a:moveTo>
                    <a:pt x="76856" y="80651"/>
                  </a:moveTo>
                  <a:cubicBezTo>
                    <a:pt x="82549" y="74009"/>
                    <a:pt x="85396" y="65470"/>
                    <a:pt x="85396" y="55033"/>
                  </a:cubicBezTo>
                  <a:cubicBezTo>
                    <a:pt x="85396" y="44595"/>
                    <a:pt x="82549" y="36056"/>
                    <a:pt x="76856" y="29414"/>
                  </a:cubicBezTo>
                  <a:cubicBezTo>
                    <a:pt x="71163" y="22772"/>
                    <a:pt x="63572" y="18977"/>
                    <a:pt x="54084" y="18977"/>
                  </a:cubicBezTo>
                  <a:cubicBezTo>
                    <a:pt x="44595" y="18977"/>
                    <a:pt x="37005" y="22772"/>
                    <a:pt x="31312" y="29414"/>
                  </a:cubicBezTo>
                  <a:cubicBezTo>
                    <a:pt x="25618" y="36056"/>
                    <a:pt x="22772" y="44595"/>
                    <a:pt x="22772" y="55033"/>
                  </a:cubicBezTo>
                  <a:cubicBezTo>
                    <a:pt x="22772" y="65470"/>
                    <a:pt x="25618" y="74009"/>
                    <a:pt x="31312" y="80651"/>
                  </a:cubicBezTo>
                  <a:cubicBezTo>
                    <a:pt x="37005" y="87293"/>
                    <a:pt x="44595" y="91089"/>
                    <a:pt x="54084" y="91089"/>
                  </a:cubicBezTo>
                  <a:cubicBezTo>
                    <a:pt x="63572" y="91089"/>
                    <a:pt x="71163" y="87293"/>
                    <a:pt x="76856" y="80651"/>
                  </a:cubicBezTo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68315FBA-B32D-B40A-43D6-D9BC2805777E}"/>
                </a:ext>
              </a:extLst>
            </p:cNvPr>
            <p:cNvSpPr/>
            <p:nvPr/>
          </p:nvSpPr>
          <p:spPr>
            <a:xfrm>
              <a:off x="3992759" y="1270211"/>
              <a:ext cx="22772" cy="148018"/>
            </a:xfrm>
            <a:custGeom>
              <a:avLst/>
              <a:gdLst>
                <a:gd name="connsiteX0" fmla="*/ 0 w 22772"/>
                <a:gd name="connsiteY0" fmla="*/ 0 h 148018"/>
                <a:gd name="connsiteX1" fmla="*/ 22772 w 22772"/>
                <a:gd name="connsiteY1" fmla="*/ 0 h 148018"/>
                <a:gd name="connsiteX2" fmla="*/ 22772 w 22772"/>
                <a:gd name="connsiteY2" fmla="*/ 148019 h 148018"/>
                <a:gd name="connsiteX3" fmla="*/ 0 w 22772"/>
                <a:gd name="connsiteY3" fmla="*/ 148019 h 148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72" h="148018">
                  <a:moveTo>
                    <a:pt x="0" y="0"/>
                  </a:moveTo>
                  <a:lnTo>
                    <a:pt x="22772" y="0"/>
                  </a:lnTo>
                  <a:lnTo>
                    <a:pt x="22772" y="148019"/>
                  </a:lnTo>
                  <a:lnTo>
                    <a:pt x="0" y="148019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B60EC14F-A921-A124-3026-ACDC9A25C5FC}"/>
                </a:ext>
              </a:extLst>
            </p:cNvPr>
            <p:cNvSpPr/>
            <p:nvPr/>
          </p:nvSpPr>
          <p:spPr>
            <a:xfrm>
              <a:off x="4038304" y="1270211"/>
              <a:ext cx="22772" cy="148018"/>
            </a:xfrm>
            <a:custGeom>
              <a:avLst/>
              <a:gdLst>
                <a:gd name="connsiteX0" fmla="*/ 0 w 22772"/>
                <a:gd name="connsiteY0" fmla="*/ 0 h 148018"/>
                <a:gd name="connsiteX1" fmla="*/ 22772 w 22772"/>
                <a:gd name="connsiteY1" fmla="*/ 0 h 148018"/>
                <a:gd name="connsiteX2" fmla="*/ 22772 w 22772"/>
                <a:gd name="connsiteY2" fmla="*/ 148019 h 148018"/>
                <a:gd name="connsiteX3" fmla="*/ 0 w 22772"/>
                <a:gd name="connsiteY3" fmla="*/ 148019 h 148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72" h="148018">
                  <a:moveTo>
                    <a:pt x="0" y="0"/>
                  </a:moveTo>
                  <a:lnTo>
                    <a:pt x="22772" y="0"/>
                  </a:lnTo>
                  <a:lnTo>
                    <a:pt x="22772" y="148019"/>
                  </a:lnTo>
                  <a:lnTo>
                    <a:pt x="0" y="148019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CFDB39B2-81EF-C3C3-CE93-99064A30D9D2}"/>
                </a:ext>
              </a:extLst>
            </p:cNvPr>
            <p:cNvSpPr/>
            <p:nvPr/>
          </p:nvSpPr>
          <p:spPr>
            <a:xfrm>
              <a:off x="4079104" y="1309113"/>
              <a:ext cx="106270" cy="111014"/>
            </a:xfrm>
            <a:custGeom>
              <a:avLst/>
              <a:gdLst>
                <a:gd name="connsiteX0" fmla="*/ 6642 w 106270"/>
                <a:gd name="connsiteY0" fmla="*/ 25619 h 111014"/>
                <a:gd name="connsiteX1" fmla="*/ 25619 w 106270"/>
                <a:gd name="connsiteY1" fmla="*/ 6642 h 111014"/>
                <a:gd name="connsiteX2" fmla="*/ 53135 w 106270"/>
                <a:gd name="connsiteY2" fmla="*/ 0 h 111014"/>
                <a:gd name="connsiteX3" fmla="*/ 80651 w 106270"/>
                <a:gd name="connsiteY3" fmla="*/ 6642 h 111014"/>
                <a:gd name="connsiteX4" fmla="*/ 99628 w 106270"/>
                <a:gd name="connsiteY4" fmla="*/ 24670 h 111014"/>
                <a:gd name="connsiteX5" fmla="*/ 106270 w 106270"/>
                <a:gd name="connsiteY5" fmla="*/ 52186 h 111014"/>
                <a:gd name="connsiteX6" fmla="*/ 105321 w 106270"/>
                <a:gd name="connsiteY6" fmla="*/ 60726 h 111014"/>
                <a:gd name="connsiteX7" fmla="*/ 23721 w 106270"/>
                <a:gd name="connsiteY7" fmla="*/ 60726 h 111014"/>
                <a:gd name="connsiteX8" fmla="*/ 23721 w 106270"/>
                <a:gd name="connsiteY8" fmla="*/ 61675 h 111014"/>
                <a:gd name="connsiteX9" fmla="*/ 32260 w 106270"/>
                <a:gd name="connsiteY9" fmla="*/ 84447 h 111014"/>
                <a:gd name="connsiteX10" fmla="*/ 53135 w 106270"/>
                <a:gd name="connsiteY10" fmla="*/ 92986 h 111014"/>
                <a:gd name="connsiteX11" fmla="*/ 71163 w 106270"/>
                <a:gd name="connsiteY11" fmla="*/ 88242 h 111014"/>
                <a:gd name="connsiteX12" fmla="*/ 80651 w 106270"/>
                <a:gd name="connsiteY12" fmla="*/ 74009 h 111014"/>
                <a:gd name="connsiteX13" fmla="*/ 103423 w 106270"/>
                <a:gd name="connsiteY13" fmla="*/ 74009 h 111014"/>
                <a:gd name="connsiteX14" fmla="*/ 87293 w 106270"/>
                <a:gd name="connsiteY14" fmla="*/ 100577 h 111014"/>
                <a:gd name="connsiteX15" fmla="*/ 55033 w 106270"/>
                <a:gd name="connsiteY15" fmla="*/ 111014 h 111014"/>
                <a:gd name="connsiteX16" fmla="*/ 25619 w 106270"/>
                <a:gd name="connsiteY16" fmla="*/ 104372 h 111014"/>
                <a:gd name="connsiteX17" fmla="*/ 6642 w 106270"/>
                <a:gd name="connsiteY17" fmla="*/ 85396 h 111014"/>
                <a:gd name="connsiteX18" fmla="*/ 0 w 106270"/>
                <a:gd name="connsiteY18" fmla="*/ 55982 h 111014"/>
                <a:gd name="connsiteX19" fmla="*/ 6642 w 106270"/>
                <a:gd name="connsiteY19" fmla="*/ 25619 h 111014"/>
                <a:gd name="connsiteX20" fmla="*/ 82549 w 106270"/>
                <a:gd name="connsiteY20" fmla="*/ 43647 h 111014"/>
                <a:gd name="connsiteX21" fmla="*/ 73061 w 106270"/>
                <a:gd name="connsiteY21" fmla="*/ 25619 h 111014"/>
                <a:gd name="connsiteX22" fmla="*/ 53135 w 106270"/>
                <a:gd name="connsiteY22" fmla="*/ 18977 h 111014"/>
                <a:gd name="connsiteX23" fmla="*/ 34158 w 106270"/>
                <a:gd name="connsiteY23" fmla="*/ 25619 h 111014"/>
                <a:gd name="connsiteX24" fmla="*/ 24670 w 106270"/>
                <a:gd name="connsiteY24" fmla="*/ 43647 h 111014"/>
                <a:gd name="connsiteX25" fmla="*/ 82549 w 106270"/>
                <a:gd name="connsiteY25" fmla="*/ 43647 h 11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6270" h="111014">
                  <a:moveTo>
                    <a:pt x="6642" y="25619"/>
                  </a:moveTo>
                  <a:cubicBezTo>
                    <a:pt x="11386" y="17079"/>
                    <a:pt x="17079" y="10437"/>
                    <a:pt x="25619" y="6642"/>
                  </a:cubicBezTo>
                  <a:cubicBezTo>
                    <a:pt x="33209" y="1898"/>
                    <a:pt x="42698" y="0"/>
                    <a:pt x="53135" y="0"/>
                  </a:cubicBezTo>
                  <a:cubicBezTo>
                    <a:pt x="63572" y="0"/>
                    <a:pt x="73061" y="1898"/>
                    <a:pt x="80651" y="6642"/>
                  </a:cubicBezTo>
                  <a:cubicBezTo>
                    <a:pt x="88242" y="10437"/>
                    <a:pt x="94884" y="17079"/>
                    <a:pt x="99628" y="24670"/>
                  </a:cubicBezTo>
                  <a:cubicBezTo>
                    <a:pt x="104372" y="32261"/>
                    <a:pt x="106270" y="41749"/>
                    <a:pt x="106270" y="52186"/>
                  </a:cubicBezTo>
                  <a:cubicBezTo>
                    <a:pt x="106270" y="55033"/>
                    <a:pt x="106270" y="57879"/>
                    <a:pt x="105321" y="60726"/>
                  </a:cubicBezTo>
                  <a:lnTo>
                    <a:pt x="23721" y="60726"/>
                  </a:lnTo>
                  <a:lnTo>
                    <a:pt x="23721" y="61675"/>
                  </a:lnTo>
                  <a:cubicBezTo>
                    <a:pt x="24670" y="71163"/>
                    <a:pt x="27516" y="78754"/>
                    <a:pt x="32260" y="84447"/>
                  </a:cubicBezTo>
                  <a:cubicBezTo>
                    <a:pt x="37954" y="90140"/>
                    <a:pt x="44596" y="92986"/>
                    <a:pt x="53135" y="92986"/>
                  </a:cubicBezTo>
                  <a:cubicBezTo>
                    <a:pt x="59777" y="92986"/>
                    <a:pt x="66419" y="91089"/>
                    <a:pt x="71163" y="88242"/>
                  </a:cubicBezTo>
                  <a:cubicBezTo>
                    <a:pt x="75907" y="85396"/>
                    <a:pt x="78754" y="80651"/>
                    <a:pt x="80651" y="74009"/>
                  </a:cubicBezTo>
                  <a:lnTo>
                    <a:pt x="103423" y="74009"/>
                  </a:lnTo>
                  <a:cubicBezTo>
                    <a:pt x="101526" y="85396"/>
                    <a:pt x="95833" y="93935"/>
                    <a:pt x="87293" y="100577"/>
                  </a:cubicBezTo>
                  <a:cubicBezTo>
                    <a:pt x="78754" y="107219"/>
                    <a:pt x="67368" y="111014"/>
                    <a:pt x="55033" y="111014"/>
                  </a:cubicBezTo>
                  <a:cubicBezTo>
                    <a:pt x="43647" y="111014"/>
                    <a:pt x="34158" y="109117"/>
                    <a:pt x="25619" y="104372"/>
                  </a:cubicBezTo>
                  <a:cubicBezTo>
                    <a:pt x="17079" y="99628"/>
                    <a:pt x="10437" y="92986"/>
                    <a:pt x="6642" y="85396"/>
                  </a:cubicBezTo>
                  <a:cubicBezTo>
                    <a:pt x="1898" y="76856"/>
                    <a:pt x="0" y="67368"/>
                    <a:pt x="0" y="55982"/>
                  </a:cubicBezTo>
                  <a:cubicBezTo>
                    <a:pt x="0" y="43647"/>
                    <a:pt x="1898" y="34158"/>
                    <a:pt x="6642" y="25619"/>
                  </a:cubicBezTo>
                  <a:moveTo>
                    <a:pt x="82549" y="43647"/>
                  </a:moveTo>
                  <a:cubicBezTo>
                    <a:pt x="81600" y="36056"/>
                    <a:pt x="78754" y="29414"/>
                    <a:pt x="73061" y="25619"/>
                  </a:cubicBezTo>
                  <a:cubicBezTo>
                    <a:pt x="67368" y="20874"/>
                    <a:pt x="60726" y="18977"/>
                    <a:pt x="53135" y="18977"/>
                  </a:cubicBezTo>
                  <a:cubicBezTo>
                    <a:pt x="45544" y="18977"/>
                    <a:pt x="38902" y="20874"/>
                    <a:pt x="34158" y="25619"/>
                  </a:cubicBezTo>
                  <a:cubicBezTo>
                    <a:pt x="28465" y="30363"/>
                    <a:pt x="25619" y="36056"/>
                    <a:pt x="24670" y="43647"/>
                  </a:cubicBezTo>
                  <a:lnTo>
                    <a:pt x="82549" y="43647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" name="Vrije vorm: vorm 33">
              <a:extLst>
                <a:ext uri="{FF2B5EF4-FFF2-40B4-BE49-F238E27FC236}">
                  <a16:creationId xmlns:a16="http://schemas.microsoft.com/office/drawing/2014/main" id="{3E72B21E-B3FF-353C-45A4-B7D6F9CF2CC0}"/>
                </a:ext>
              </a:extLst>
            </p:cNvPr>
            <p:cNvSpPr/>
            <p:nvPr/>
          </p:nvSpPr>
          <p:spPr>
            <a:xfrm>
              <a:off x="4199607" y="1309113"/>
              <a:ext cx="109116" cy="151814"/>
            </a:xfrm>
            <a:custGeom>
              <a:avLst/>
              <a:gdLst>
                <a:gd name="connsiteX0" fmla="*/ 109117 w 109116"/>
                <a:gd name="connsiteY0" fmla="*/ 949 h 151814"/>
                <a:gd name="connsiteX1" fmla="*/ 109117 w 109116"/>
                <a:gd name="connsiteY1" fmla="*/ 104372 h 151814"/>
                <a:gd name="connsiteX2" fmla="*/ 95833 w 109116"/>
                <a:gd name="connsiteY2" fmla="*/ 139479 h 151814"/>
                <a:gd name="connsiteX3" fmla="*/ 54084 w 109116"/>
                <a:gd name="connsiteY3" fmla="*/ 151814 h 151814"/>
                <a:gd name="connsiteX4" fmla="*/ 18028 w 109116"/>
                <a:gd name="connsiteY4" fmla="*/ 142326 h 151814"/>
                <a:gd name="connsiteX5" fmla="*/ 2846 w 109116"/>
                <a:gd name="connsiteY5" fmla="*/ 114810 h 151814"/>
                <a:gd name="connsiteX6" fmla="*/ 25618 w 109116"/>
                <a:gd name="connsiteY6" fmla="*/ 114810 h 151814"/>
                <a:gd name="connsiteX7" fmla="*/ 35107 w 109116"/>
                <a:gd name="connsiteY7" fmla="*/ 129042 h 151814"/>
                <a:gd name="connsiteX8" fmla="*/ 55033 w 109116"/>
                <a:gd name="connsiteY8" fmla="*/ 133786 h 151814"/>
                <a:gd name="connsiteX9" fmla="*/ 86344 w 109116"/>
                <a:gd name="connsiteY9" fmla="*/ 103424 h 151814"/>
                <a:gd name="connsiteX10" fmla="*/ 86344 w 109116"/>
                <a:gd name="connsiteY10" fmla="*/ 91089 h 151814"/>
                <a:gd name="connsiteX11" fmla="*/ 51237 w 109116"/>
                <a:gd name="connsiteY11" fmla="*/ 109117 h 151814"/>
                <a:gd name="connsiteX12" fmla="*/ 24670 w 109116"/>
                <a:gd name="connsiteY12" fmla="*/ 102475 h 151814"/>
                <a:gd name="connsiteX13" fmla="*/ 6642 w 109116"/>
                <a:gd name="connsiteY13" fmla="*/ 83498 h 151814"/>
                <a:gd name="connsiteX14" fmla="*/ 0 w 109116"/>
                <a:gd name="connsiteY14" fmla="*/ 54084 h 151814"/>
                <a:gd name="connsiteX15" fmla="*/ 6642 w 109116"/>
                <a:gd name="connsiteY15" fmla="*/ 25619 h 151814"/>
                <a:gd name="connsiteX16" fmla="*/ 24670 w 109116"/>
                <a:gd name="connsiteY16" fmla="*/ 6642 h 151814"/>
                <a:gd name="connsiteX17" fmla="*/ 51237 w 109116"/>
                <a:gd name="connsiteY17" fmla="*/ 0 h 151814"/>
                <a:gd name="connsiteX18" fmla="*/ 72112 w 109116"/>
                <a:gd name="connsiteY18" fmla="*/ 4744 h 151814"/>
                <a:gd name="connsiteX19" fmla="*/ 86344 w 109116"/>
                <a:gd name="connsiteY19" fmla="*/ 18028 h 151814"/>
                <a:gd name="connsiteX20" fmla="*/ 89191 w 109116"/>
                <a:gd name="connsiteY20" fmla="*/ 949 h 151814"/>
                <a:gd name="connsiteX21" fmla="*/ 109117 w 109116"/>
                <a:gd name="connsiteY21" fmla="*/ 949 h 151814"/>
                <a:gd name="connsiteX22" fmla="*/ 77805 w 109116"/>
                <a:gd name="connsiteY22" fmla="*/ 80651 h 151814"/>
                <a:gd name="connsiteX23" fmla="*/ 86344 w 109116"/>
                <a:gd name="connsiteY23" fmla="*/ 55033 h 151814"/>
                <a:gd name="connsiteX24" fmla="*/ 77805 w 109116"/>
                <a:gd name="connsiteY24" fmla="*/ 29414 h 151814"/>
                <a:gd name="connsiteX25" fmla="*/ 55033 w 109116"/>
                <a:gd name="connsiteY25" fmla="*/ 18977 h 151814"/>
                <a:gd name="connsiteX26" fmla="*/ 32260 w 109116"/>
                <a:gd name="connsiteY26" fmla="*/ 28465 h 151814"/>
                <a:gd name="connsiteX27" fmla="*/ 23721 w 109116"/>
                <a:gd name="connsiteY27" fmla="*/ 54084 h 151814"/>
                <a:gd name="connsiteX28" fmla="*/ 32260 w 109116"/>
                <a:gd name="connsiteY28" fmla="*/ 79703 h 151814"/>
                <a:gd name="connsiteX29" fmla="*/ 55033 w 109116"/>
                <a:gd name="connsiteY29" fmla="*/ 89191 h 151814"/>
                <a:gd name="connsiteX30" fmla="*/ 77805 w 109116"/>
                <a:gd name="connsiteY30" fmla="*/ 80651 h 15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09116" h="151814">
                  <a:moveTo>
                    <a:pt x="109117" y="949"/>
                  </a:moveTo>
                  <a:lnTo>
                    <a:pt x="109117" y="104372"/>
                  </a:lnTo>
                  <a:cubicBezTo>
                    <a:pt x="109117" y="119554"/>
                    <a:pt x="104372" y="130940"/>
                    <a:pt x="95833" y="139479"/>
                  </a:cubicBezTo>
                  <a:cubicBezTo>
                    <a:pt x="86344" y="148019"/>
                    <a:pt x="73060" y="151814"/>
                    <a:pt x="54084" y="151814"/>
                  </a:cubicBezTo>
                  <a:cubicBezTo>
                    <a:pt x="39851" y="151814"/>
                    <a:pt x="27516" y="148968"/>
                    <a:pt x="18028" y="142326"/>
                  </a:cubicBezTo>
                  <a:cubicBezTo>
                    <a:pt x="8539" y="135684"/>
                    <a:pt x="3795" y="126196"/>
                    <a:pt x="2846" y="114810"/>
                  </a:cubicBezTo>
                  <a:lnTo>
                    <a:pt x="25618" y="114810"/>
                  </a:lnTo>
                  <a:cubicBezTo>
                    <a:pt x="26567" y="120503"/>
                    <a:pt x="30363" y="125247"/>
                    <a:pt x="35107" y="129042"/>
                  </a:cubicBezTo>
                  <a:cubicBezTo>
                    <a:pt x="39851" y="131889"/>
                    <a:pt x="46493" y="133786"/>
                    <a:pt x="55033" y="133786"/>
                  </a:cubicBezTo>
                  <a:cubicBezTo>
                    <a:pt x="75907" y="133786"/>
                    <a:pt x="86344" y="123349"/>
                    <a:pt x="86344" y="103424"/>
                  </a:cubicBezTo>
                  <a:lnTo>
                    <a:pt x="86344" y="91089"/>
                  </a:lnTo>
                  <a:cubicBezTo>
                    <a:pt x="78754" y="102475"/>
                    <a:pt x="66419" y="109117"/>
                    <a:pt x="51237" y="109117"/>
                  </a:cubicBezTo>
                  <a:cubicBezTo>
                    <a:pt x="41749" y="109117"/>
                    <a:pt x="32260" y="107219"/>
                    <a:pt x="24670" y="102475"/>
                  </a:cubicBezTo>
                  <a:cubicBezTo>
                    <a:pt x="17079" y="97730"/>
                    <a:pt x="10437" y="92037"/>
                    <a:pt x="6642" y="83498"/>
                  </a:cubicBezTo>
                  <a:cubicBezTo>
                    <a:pt x="1898" y="74958"/>
                    <a:pt x="0" y="65470"/>
                    <a:pt x="0" y="54084"/>
                  </a:cubicBezTo>
                  <a:cubicBezTo>
                    <a:pt x="0" y="43647"/>
                    <a:pt x="1898" y="33209"/>
                    <a:pt x="6642" y="25619"/>
                  </a:cubicBezTo>
                  <a:cubicBezTo>
                    <a:pt x="11386" y="17079"/>
                    <a:pt x="17079" y="10437"/>
                    <a:pt x="24670" y="6642"/>
                  </a:cubicBezTo>
                  <a:cubicBezTo>
                    <a:pt x="32260" y="1898"/>
                    <a:pt x="40800" y="0"/>
                    <a:pt x="51237" y="0"/>
                  </a:cubicBezTo>
                  <a:cubicBezTo>
                    <a:pt x="59777" y="0"/>
                    <a:pt x="66419" y="1898"/>
                    <a:pt x="72112" y="4744"/>
                  </a:cubicBezTo>
                  <a:cubicBezTo>
                    <a:pt x="77805" y="7591"/>
                    <a:pt x="82549" y="12335"/>
                    <a:pt x="86344" y="18028"/>
                  </a:cubicBezTo>
                  <a:lnTo>
                    <a:pt x="89191" y="949"/>
                  </a:lnTo>
                  <a:lnTo>
                    <a:pt x="109117" y="949"/>
                  </a:lnTo>
                  <a:close/>
                  <a:moveTo>
                    <a:pt x="77805" y="80651"/>
                  </a:moveTo>
                  <a:cubicBezTo>
                    <a:pt x="83498" y="74009"/>
                    <a:pt x="86344" y="65470"/>
                    <a:pt x="86344" y="55033"/>
                  </a:cubicBezTo>
                  <a:cubicBezTo>
                    <a:pt x="86344" y="44595"/>
                    <a:pt x="83498" y="36056"/>
                    <a:pt x="77805" y="29414"/>
                  </a:cubicBezTo>
                  <a:cubicBezTo>
                    <a:pt x="72112" y="22772"/>
                    <a:pt x="64521" y="18977"/>
                    <a:pt x="55033" y="18977"/>
                  </a:cubicBezTo>
                  <a:cubicBezTo>
                    <a:pt x="45544" y="18977"/>
                    <a:pt x="37954" y="21823"/>
                    <a:pt x="32260" y="28465"/>
                  </a:cubicBezTo>
                  <a:cubicBezTo>
                    <a:pt x="26567" y="35107"/>
                    <a:pt x="23721" y="43647"/>
                    <a:pt x="23721" y="54084"/>
                  </a:cubicBezTo>
                  <a:cubicBezTo>
                    <a:pt x="23721" y="64521"/>
                    <a:pt x="26567" y="73061"/>
                    <a:pt x="32260" y="79703"/>
                  </a:cubicBezTo>
                  <a:cubicBezTo>
                    <a:pt x="37954" y="86344"/>
                    <a:pt x="45544" y="89191"/>
                    <a:pt x="55033" y="89191"/>
                  </a:cubicBezTo>
                  <a:cubicBezTo>
                    <a:pt x="64521" y="90140"/>
                    <a:pt x="72112" y="87293"/>
                    <a:pt x="77805" y="80651"/>
                  </a:cubicBezTo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5" name="Vrije vorm: vorm 34">
              <a:extLst>
                <a:ext uri="{FF2B5EF4-FFF2-40B4-BE49-F238E27FC236}">
                  <a16:creationId xmlns:a16="http://schemas.microsoft.com/office/drawing/2014/main" id="{2BF597A6-520B-7FC3-B1EC-6B1D09A78765}"/>
                </a:ext>
              </a:extLst>
            </p:cNvPr>
            <p:cNvSpPr/>
            <p:nvPr/>
          </p:nvSpPr>
          <p:spPr>
            <a:xfrm>
              <a:off x="4323904" y="1309113"/>
              <a:ext cx="106270" cy="111014"/>
            </a:xfrm>
            <a:custGeom>
              <a:avLst/>
              <a:gdLst>
                <a:gd name="connsiteX0" fmla="*/ 6642 w 106270"/>
                <a:gd name="connsiteY0" fmla="*/ 25619 h 111014"/>
                <a:gd name="connsiteX1" fmla="*/ 25619 w 106270"/>
                <a:gd name="connsiteY1" fmla="*/ 6642 h 111014"/>
                <a:gd name="connsiteX2" fmla="*/ 53135 w 106270"/>
                <a:gd name="connsiteY2" fmla="*/ 0 h 111014"/>
                <a:gd name="connsiteX3" fmla="*/ 80651 w 106270"/>
                <a:gd name="connsiteY3" fmla="*/ 6642 h 111014"/>
                <a:gd name="connsiteX4" fmla="*/ 99628 w 106270"/>
                <a:gd name="connsiteY4" fmla="*/ 24670 h 111014"/>
                <a:gd name="connsiteX5" fmla="*/ 106270 w 106270"/>
                <a:gd name="connsiteY5" fmla="*/ 52186 h 111014"/>
                <a:gd name="connsiteX6" fmla="*/ 105321 w 106270"/>
                <a:gd name="connsiteY6" fmla="*/ 60726 h 111014"/>
                <a:gd name="connsiteX7" fmla="*/ 23721 w 106270"/>
                <a:gd name="connsiteY7" fmla="*/ 60726 h 111014"/>
                <a:gd name="connsiteX8" fmla="*/ 23721 w 106270"/>
                <a:gd name="connsiteY8" fmla="*/ 61675 h 111014"/>
                <a:gd name="connsiteX9" fmla="*/ 32261 w 106270"/>
                <a:gd name="connsiteY9" fmla="*/ 84447 h 111014"/>
                <a:gd name="connsiteX10" fmla="*/ 53135 w 106270"/>
                <a:gd name="connsiteY10" fmla="*/ 92986 h 111014"/>
                <a:gd name="connsiteX11" fmla="*/ 71163 w 106270"/>
                <a:gd name="connsiteY11" fmla="*/ 88242 h 111014"/>
                <a:gd name="connsiteX12" fmla="*/ 80651 w 106270"/>
                <a:gd name="connsiteY12" fmla="*/ 74009 h 111014"/>
                <a:gd name="connsiteX13" fmla="*/ 103424 w 106270"/>
                <a:gd name="connsiteY13" fmla="*/ 74009 h 111014"/>
                <a:gd name="connsiteX14" fmla="*/ 87293 w 106270"/>
                <a:gd name="connsiteY14" fmla="*/ 100577 h 111014"/>
                <a:gd name="connsiteX15" fmla="*/ 55033 w 106270"/>
                <a:gd name="connsiteY15" fmla="*/ 111014 h 111014"/>
                <a:gd name="connsiteX16" fmla="*/ 25619 w 106270"/>
                <a:gd name="connsiteY16" fmla="*/ 104372 h 111014"/>
                <a:gd name="connsiteX17" fmla="*/ 6642 w 106270"/>
                <a:gd name="connsiteY17" fmla="*/ 85396 h 111014"/>
                <a:gd name="connsiteX18" fmla="*/ 0 w 106270"/>
                <a:gd name="connsiteY18" fmla="*/ 55982 h 111014"/>
                <a:gd name="connsiteX19" fmla="*/ 6642 w 106270"/>
                <a:gd name="connsiteY19" fmla="*/ 25619 h 111014"/>
                <a:gd name="connsiteX20" fmla="*/ 83498 w 106270"/>
                <a:gd name="connsiteY20" fmla="*/ 43647 h 111014"/>
                <a:gd name="connsiteX21" fmla="*/ 74010 w 106270"/>
                <a:gd name="connsiteY21" fmla="*/ 25619 h 111014"/>
                <a:gd name="connsiteX22" fmla="*/ 54084 w 106270"/>
                <a:gd name="connsiteY22" fmla="*/ 18977 h 111014"/>
                <a:gd name="connsiteX23" fmla="*/ 35107 w 106270"/>
                <a:gd name="connsiteY23" fmla="*/ 25619 h 111014"/>
                <a:gd name="connsiteX24" fmla="*/ 25619 w 106270"/>
                <a:gd name="connsiteY24" fmla="*/ 43647 h 111014"/>
                <a:gd name="connsiteX25" fmla="*/ 83498 w 106270"/>
                <a:gd name="connsiteY25" fmla="*/ 43647 h 11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6270" h="111014">
                  <a:moveTo>
                    <a:pt x="6642" y="25619"/>
                  </a:moveTo>
                  <a:cubicBezTo>
                    <a:pt x="11386" y="17079"/>
                    <a:pt x="17079" y="10437"/>
                    <a:pt x="25619" y="6642"/>
                  </a:cubicBezTo>
                  <a:cubicBezTo>
                    <a:pt x="33209" y="1898"/>
                    <a:pt x="42698" y="0"/>
                    <a:pt x="53135" y="0"/>
                  </a:cubicBezTo>
                  <a:cubicBezTo>
                    <a:pt x="63572" y="0"/>
                    <a:pt x="73061" y="1898"/>
                    <a:pt x="80651" y="6642"/>
                  </a:cubicBezTo>
                  <a:cubicBezTo>
                    <a:pt x="88242" y="10437"/>
                    <a:pt x="94884" y="17079"/>
                    <a:pt x="99628" y="24670"/>
                  </a:cubicBezTo>
                  <a:cubicBezTo>
                    <a:pt x="104372" y="32261"/>
                    <a:pt x="106270" y="41749"/>
                    <a:pt x="106270" y="52186"/>
                  </a:cubicBezTo>
                  <a:cubicBezTo>
                    <a:pt x="106270" y="55033"/>
                    <a:pt x="106270" y="57879"/>
                    <a:pt x="105321" y="60726"/>
                  </a:cubicBezTo>
                  <a:lnTo>
                    <a:pt x="23721" y="60726"/>
                  </a:lnTo>
                  <a:lnTo>
                    <a:pt x="23721" y="61675"/>
                  </a:lnTo>
                  <a:cubicBezTo>
                    <a:pt x="24670" y="71163"/>
                    <a:pt x="27517" y="78754"/>
                    <a:pt x="32261" y="84447"/>
                  </a:cubicBezTo>
                  <a:cubicBezTo>
                    <a:pt x="37954" y="90140"/>
                    <a:pt x="44596" y="92986"/>
                    <a:pt x="53135" y="92986"/>
                  </a:cubicBezTo>
                  <a:cubicBezTo>
                    <a:pt x="59777" y="92986"/>
                    <a:pt x="66419" y="91089"/>
                    <a:pt x="71163" y="88242"/>
                  </a:cubicBezTo>
                  <a:cubicBezTo>
                    <a:pt x="75907" y="85396"/>
                    <a:pt x="78754" y="80651"/>
                    <a:pt x="80651" y="74009"/>
                  </a:cubicBezTo>
                  <a:lnTo>
                    <a:pt x="103424" y="74009"/>
                  </a:lnTo>
                  <a:cubicBezTo>
                    <a:pt x="101526" y="85396"/>
                    <a:pt x="95833" y="93935"/>
                    <a:pt x="87293" y="100577"/>
                  </a:cubicBezTo>
                  <a:cubicBezTo>
                    <a:pt x="78754" y="107219"/>
                    <a:pt x="67368" y="111014"/>
                    <a:pt x="55033" y="111014"/>
                  </a:cubicBezTo>
                  <a:cubicBezTo>
                    <a:pt x="43647" y="111014"/>
                    <a:pt x="34158" y="109117"/>
                    <a:pt x="25619" y="104372"/>
                  </a:cubicBezTo>
                  <a:cubicBezTo>
                    <a:pt x="17079" y="99628"/>
                    <a:pt x="10437" y="92986"/>
                    <a:pt x="6642" y="85396"/>
                  </a:cubicBezTo>
                  <a:cubicBezTo>
                    <a:pt x="1898" y="76856"/>
                    <a:pt x="0" y="67368"/>
                    <a:pt x="0" y="55982"/>
                  </a:cubicBezTo>
                  <a:cubicBezTo>
                    <a:pt x="0" y="43647"/>
                    <a:pt x="2847" y="34158"/>
                    <a:pt x="6642" y="25619"/>
                  </a:cubicBezTo>
                  <a:moveTo>
                    <a:pt x="83498" y="43647"/>
                  </a:moveTo>
                  <a:cubicBezTo>
                    <a:pt x="82549" y="36056"/>
                    <a:pt x="79703" y="29414"/>
                    <a:pt x="74010" y="25619"/>
                  </a:cubicBezTo>
                  <a:cubicBezTo>
                    <a:pt x="68317" y="20874"/>
                    <a:pt x="61675" y="18977"/>
                    <a:pt x="54084" y="18977"/>
                  </a:cubicBezTo>
                  <a:cubicBezTo>
                    <a:pt x="46493" y="18977"/>
                    <a:pt x="39851" y="20874"/>
                    <a:pt x="35107" y="25619"/>
                  </a:cubicBezTo>
                  <a:cubicBezTo>
                    <a:pt x="29414" y="30363"/>
                    <a:pt x="26568" y="36056"/>
                    <a:pt x="25619" y="43647"/>
                  </a:cubicBezTo>
                  <a:lnTo>
                    <a:pt x="83498" y="43647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6" name="Vrije vorm: vorm 35">
              <a:extLst>
                <a:ext uri="{FF2B5EF4-FFF2-40B4-BE49-F238E27FC236}">
                  <a16:creationId xmlns:a16="http://schemas.microsoft.com/office/drawing/2014/main" id="{43001BF1-6457-4621-6864-A82534B4529D}"/>
                </a:ext>
              </a:extLst>
            </p:cNvPr>
            <p:cNvSpPr/>
            <p:nvPr/>
          </p:nvSpPr>
          <p:spPr>
            <a:xfrm>
              <a:off x="1899966" y="608869"/>
              <a:ext cx="1111346" cy="1008616"/>
            </a:xfrm>
            <a:custGeom>
              <a:avLst/>
              <a:gdLst>
                <a:gd name="connsiteX0" fmla="*/ 881125 w 1111346"/>
                <a:gd name="connsiteY0" fmla="*/ 1008617 h 1008616"/>
                <a:gd name="connsiteX1" fmla="*/ 230221 w 1111346"/>
                <a:gd name="connsiteY1" fmla="*/ 1008617 h 1008616"/>
                <a:gd name="connsiteX2" fmla="*/ 30016 w 1111346"/>
                <a:gd name="connsiteY2" fmla="*/ 892858 h 1008616"/>
                <a:gd name="connsiteX3" fmla="*/ 31914 w 1111346"/>
                <a:gd name="connsiteY3" fmla="*/ 661341 h 1008616"/>
                <a:gd name="connsiteX4" fmla="*/ 357366 w 1111346"/>
                <a:gd name="connsiteY4" fmla="*/ 112912 h 1008616"/>
                <a:gd name="connsiteX5" fmla="*/ 555673 w 1111346"/>
                <a:gd name="connsiteY5" fmla="*/ 0 h 1008616"/>
                <a:gd name="connsiteX6" fmla="*/ 753981 w 1111346"/>
                <a:gd name="connsiteY6" fmla="*/ 112912 h 1008616"/>
                <a:gd name="connsiteX7" fmla="*/ 1079433 w 1111346"/>
                <a:gd name="connsiteY7" fmla="*/ 662290 h 1008616"/>
                <a:gd name="connsiteX8" fmla="*/ 1081331 w 1111346"/>
                <a:gd name="connsiteY8" fmla="*/ 893807 h 1008616"/>
                <a:gd name="connsiteX9" fmla="*/ 881125 w 1111346"/>
                <a:gd name="connsiteY9" fmla="*/ 1008617 h 1008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11346" h="1008616">
                  <a:moveTo>
                    <a:pt x="881125" y="1008617"/>
                  </a:moveTo>
                  <a:lnTo>
                    <a:pt x="230221" y="1008617"/>
                  </a:lnTo>
                  <a:cubicBezTo>
                    <a:pt x="147672" y="1008617"/>
                    <a:pt x="70816" y="964021"/>
                    <a:pt x="30016" y="892858"/>
                  </a:cubicBezTo>
                  <a:cubicBezTo>
                    <a:pt x="-10784" y="820746"/>
                    <a:pt x="-9835" y="732504"/>
                    <a:pt x="31914" y="661341"/>
                  </a:cubicBezTo>
                  <a:lnTo>
                    <a:pt x="357366" y="112912"/>
                  </a:lnTo>
                  <a:cubicBezTo>
                    <a:pt x="399115" y="42698"/>
                    <a:pt x="474073" y="0"/>
                    <a:pt x="555673" y="0"/>
                  </a:cubicBezTo>
                  <a:cubicBezTo>
                    <a:pt x="637274" y="0"/>
                    <a:pt x="712232" y="42698"/>
                    <a:pt x="753981" y="112912"/>
                  </a:cubicBezTo>
                  <a:lnTo>
                    <a:pt x="1079433" y="662290"/>
                  </a:lnTo>
                  <a:cubicBezTo>
                    <a:pt x="1121182" y="733453"/>
                    <a:pt x="1122131" y="821695"/>
                    <a:pt x="1081331" y="893807"/>
                  </a:cubicBezTo>
                  <a:cubicBezTo>
                    <a:pt x="1040530" y="964970"/>
                    <a:pt x="963674" y="1008617"/>
                    <a:pt x="881125" y="1008617"/>
                  </a:cubicBezTo>
                  <a:close/>
                </a:path>
              </a:pathLst>
            </a:custGeom>
            <a:noFill/>
            <a:ln w="19790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B7E32531-9043-845A-DE3B-49ACFCEFAD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4" y="2704352"/>
            <a:ext cx="8932405" cy="396875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Tekst </a:t>
            </a:r>
            <a:r>
              <a:rPr lang="en-GB" err="1"/>
              <a:t>invoegen</a:t>
            </a:r>
            <a:endParaRPr lang="en-GB"/>
          </a:p>
        </p:txBody>
      </p:sp>
      <p:sp>
        <p:nvSpPr>
          <p:cNvPr id="17" name="Tijdelijke aanduiding voor tekst 15">
            <a:extLst>
              <a:ext uri="{FF2B5EF4-FFF2-40B4-BE49-F238E27FC236}">
                <a16:creationId xmlns:a16="http://schemas.microsoft.com/office/drawing/2014/main" id="{DFB03C0D-2827-F855-00DC-A14012836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75" y="5308598"/>
            <a:ext cx="2926387" cy="258235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Naam:</a:t>
            </a:r>
          </a:p>
        </p:txBody>
      </p:sp>
      <p:sp>
        <p:nvSpPr>
          <p:cNvPr id="18" name="Tijdelijke aanduiding voor tekst 15">
            <a:extLst>
              <a:ext uri="{FF2B5EF4-FFF2-40B4-BE49-F238E27FC236}">
                <a16:creationId xmlns:a16="http://schemas.microsoft.com/office/drawing/2014/main" id="{A07DE196-3E62-E222-389A-9B1682FE9F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5" y="6052854"/>
            <a:ext cx="2926387" cy="258235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Datum:</a:t>
            </a:r>
          </a:p>
        </p:txBody>
      </p:sp>
      <p:sp>
        <p:nvSpPr>
          <p:cNvPr id="19" name="Tijdelijke aanduiding voor tekst 15">
            <a:extLst>
              <a:ext uri="{FF2B5EF4-FFF2-40B4-BE49-F238E27FC236}">
                <a16:creationId xmlns:a16="http://schemas.microsoft.com/office/drawing/2014/main" id="{53887AD4-FA05-CCF8-5684-48A73028EE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2885" y="6052854"/>
            <a:ext cx="2926387" cy="258235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Project:</a:t>
            </a:r>
          </a:p>
        </p:txBody>
      </p:sp>
      <p:grpSp>
        <p:nvGrpSpPr>
          <p:cNvPr id="40" name="Graphic 38">
            <a:extLst>
              <a:ext uri="{FF2B5EF4-FFF2-40B4-BE49-F238E27FC236}">
                <a16:creationId xmlns:a16="http://schemas.microsoft.com/office/drawing/2014/main" id="{05075FE4-4647-214A-19CA-6FC84830C847}"/>
              </a:ext>
            </a:extLst>
          </p:cNvPr>
          <p:cNvGrpSpPr/>
          <p:nvPr/>
        </p:nvGrpSpPr>
        <p:grpSpPr>
          <a:xfrm>
            <a:off x="10179347" y="286226"/>
            <a:ext cx="1811654" cy="6285547"/>
            <a:chOff x="10136711" y="315890"/>
            <a:chExt cx="1811654" cy="6285547"/>
          </a:xfrm>
          <a:noFill/>
        </p:grpSpPr>
        <p:sp>
          <p:nvSpPr>
            <p:cNvPr id="41" name="Vrije vorm: vorm 40">
              <a:extLst>
                <a:ext uri="{FF2B5EF4-FFF2-40B4-BE49-F238E27FC236}">
                  <a16:creationId xmlns:a16="http://schemas.microsoft.com/office/drawing/2014/main" id="{2FBA2EF3-9C97-75EF-CAB8-5988B9835275}"/>
                </a:ext>
              </a:extLst>
            </p:cNvPr>
            <p:cNvSpPr/>
            <p:nvPr/>
          </p:nvSpPr>
          <p:spPr>
            <a:xfrm>
              <a:off x="10144331" y="316033"/>
              <a:ext cx="868680" cy="731376"/>
            </a:xfrm>
            <a:custGeom>
              <a:avLst/>
              <a:gdLst>
                <a:gd name="connsiteX0" fmla="*/ 741998 w 868680"/>
                <a:gd name="connsiteY0" fmla="*/ 731376 h 731376"/>
                <a:gd name="connsiteX1" fmla="*/ 674370 w 868680"/>
                <a:gd name="connsiteY1" fmla="*/ 731376 h 731376"/>
                <a:gd name="connsiteX2" fmla="*/ 547688 w 868680"/>
                <a:gd name="connsiteY2" fmla="*/ 604694 h 731376"/>
                <a:gd name="connsiteX3" fmla="*/ 547688 w 868680"/>
                <a:gd name="connsiteY3" fmla="*/ 483726 h 731376"/>
                <a:gd name="connsiteX4" fmla="*/ 434340 w 868680"/>
                <a:gd name="connsiteY4" fmla="*/ 549449 h 731376"/>
                <a:gd name="connsiteX5" fmla="*/ 320993 w 868680"/>
                <a:gd name="connsiteY5" fmla="*/ 483726 h 731376"/>
                <a:gd name="connsiteX6" fmla="*/ 320993 w 868680"/>
                <a:gd name="connsiteY6" fmla="*/ 604694 h 731376"/>
                <a:gd name="connsiteX7" fmla="*/ 194310 w 868680"/>
                <a:gd name="connsiteY7" fmla="*/ 731376 h 731376"/>
                <a:gd name="connsiteX8" fmla="*/ 126682 w 868680"/>
                <a:gd name="connsiteY8" fmla="*/ 731376 h 731376"/>
                <a:gd name="connsiteX9" fmla="*/ 0 w 868680"/>
                <a:gd name="connsiteY9" fmla="*/ 604694 h 731376"/>
                <a:gd name="connsiteX10" fmla="*/ 0 w 868680"/>
                <a:gd name="connsiteY10" fmla="*/ 161781 h 731376"/>
                <a:gd name="connsiteX11" fmla="*/ 74295 w 868680"/>
                <a:gd name="connsiteY11" fmla="*/ 24621 h 731376"/>
                <a:gd name="connsiteX12" fmla="*/ 267653 w 868680"/>
                <a:gd name="connsiteY12" fmla="*/ 40814 h 731376"/>
                <a:gd name="connsiteX13" fmla="*/ 434340 w 868680"/>
                <a:gd name="connsiteY13" fmla="*/ 190356 h 731376"/>
                <a:gd name="connsiteX14" fmla="*/ 601027 w 868680"/>
                <a:gd name="connsiteY14" fmla="*/ 40814 h 731376"/>
                <a:gd name="connsiteX15" fmla="*/ 794385 w 868680"/>
                <a:gd name="connsiteY15" fmla="*/ 24621 h 731376"/>
                <a:gd name="connsiteX16" fmla="*/ 868680 w 868680"/>
                <a:gd name="connsiteY16" fmla="*/ 161781 h 731376"/>
                <a:gd name="connsiteX17" fmla="*/ 868680 w 868680"/>
                <a:gd name="connsiteY17" fmla="*/ 604694 h 731376"/>
                <a:gd name="connsiteX18" fmla="*/ 741998 w 868680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80" h="731376">
                  <a:moveTo>
                    <a:pt x="741998" y="731376"/>
                  </a:moveTo>
                  <a:lnTo>
                    <a:pt x="674370" y="731376"/>
                  </a:lnTo>
                  <a:cubicBezTo>
                    <a:pt x="604838" y="731376"/>
                    <a:pt x="547688" y="674226"/>
                    <a:pt x="547688" y="604694"/>
                  </a:cubicBezTo>
                  <a:lnTo>
                    <a:pt x="547688" y="483726"/>
                  </a:lnTo>
                  <a:cubicBezTo>
                    <a:pt x="547688" y="483726"/>
                    <a:pt x="510540" y="549449"/>
                    <a:pt x="434340" y="549449"/>
                  </a:cubicBezTo>
                  <a:cubicBezTo>
                    <a:pt x="358140" y="549449"/>
                    <a:pt x="320993" y="483726"/>
                    <a:pt x="320993" y="483726"/>
                  </a:cubicBezTo>
                  <a:lnTo>
                    <a:pt x="320993" y="604694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2" y="731376"/>
                  </a:lnTo>
                  <a:cubicBezTo>
                    <a:pt x="57150" y="731376"/>
                    <a:pt x="0" y="674226"/>
                    <a:pt x="0" y="604694"/>
                  </a:cubicBezTo>
                  <a:lnTo>
                    <a:pt x="0" y="161781"/>
                  </a:lnTo>
                  <a:cubicBezTo>
                    <a:pt x="0" y="105584"/>
                    <a:pt x="27622" y="54149"/>
                    <a:pt x="74295" y="24621"/>
                  </a:cubicBezTo>
                  <a:cubicBezTo>
                    <a:pt x="135255" y="-13479"/>
                    <a:pt x="214312" y="-6811"/>
                    <a:pt x="267653" y="40814"/>
                  </a:cubicBezTo>
                  <a:lnTo>
                    <a:pt x="434340" y="190356"/>
                  </a:lnTo>
                  <a:lnTo>
                    <a:pt x="601027" y="40814"/>
                  </a:lnTo>
                  <a:cubicBezTo>
                    <a:pt x="654368" y="-6811"/>
                    <a:pt x="733425" y="-13479"/>
                    <a:pt x="794385" y="24621"/>
                  </a:cubicBezTo>
                  <a:cubicBezTo>
                    <a:pt x="841058" y="54149"/>
                    <a:pt x="868680" y="105584"/>
                    <a:pt x="868680" y="161781"/>
                  </a:cubicBezTo>
                  <a:lnTo>
                    <a:pt x="868680" y="604694"/>
                  </a:lnTo>
                  <a:cubicBezTo>
                    <a:pt x="868680" y="674226"/>
                    <a:pt x="811530" y="731376"/>
                    <a:pt x="741998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2" name="Vrije vorm: vorm 41">
              <a:extLst>
                <a:ext uri="{FF2B5EF4-FFF2-40B4-BE49-F238E27FC236}">
                  <a16:creationId xmlns:a16="http://schemas.microsoft.com/office/drawing/2014/main" id="{77C06803-F735-5588-4C9D-6E8FD902F37E}"/>
                </a:ext>
              </a:extLst>
            </p:cNvPr>
            <p:cNvSpPr/>
            <p:nvPr/>
          </p:nvSpPr>
          <p:spPr>
            <a:xfrm>
              <a:off x="10144331" y="3091619"/>
              <a:ext cx="868680" cy="731376"/>
            </a:xfrm>
            <a:custGeom>
              <a:avLst/>
              <a:gdLst>
                <a:gd name="connsiteX0" fmla="*/ 741998 w 868680"/>
                <a:gd name="connsiteY0" fmla="*/ 731376 h 731376"/>
                <a:gd name="connsiteX1" fmla="*/ 674370 w 868680"/>
                <a:gd name="connsiteY1" fmla="*/ 731376 h 731376"/>
                <a:gd name="connsiteX2" fmla="*/ 547688 w 868680"/>
                <a:gd name="connsiteY2" fmla="*/ 604693 h 731376"/>
                <a:gd name="connsiteX3" fmla="*/ 547688 w 868680"/>
                <a:gd name="connsiteY3" fmla="*/ 483726 h 731376"/>
                <a:gd name="connsiteX4" fmla="*/ 434340 w 868680"/>
                <a:gd name="connsiteY4" fmla="*/ 549449 h 731376"/>
                <a:gd name="connsiteX5" fmla="*/ 320993 w 868680"/>
                <a:gd name="connsiteY5" fmla="*/ 483726 h 731376"/>
                <a:gd name="connsiteX6" fmla="*/ 320993 w 868680"/>
                <a:gd name="connsiteY6" fmla="*/ 604693 h 731376"/>
                <a:gd name="connsiteX7" fmla="*/ 194310 w 868680"/>
                <a:gd name="connsiteY7" fmla="*/ 731376 h 731376"/>
                <a:gd name="connsiteX8" fmla="*/ 126682 w 868680"/>
                <a:gd name="connsiteY8" fmla="*/ 731376 h 731376"/>
                <a:gd name="connsiteX9" fmla="*/ 0 w 868680"/>
                <a:gd name="connsiteY9" fmla="*/ 604693 h 731376"/>
                <a:gd name="connsiteX10" fmla="*/ 0 w 868680"/>
                <a:gd name="connsiteY10" fmla="*/ 161781 h 731376"/>
                <a:gd name="connsiteX11" fmla="*/ 74295 w 868680"/>
                <a:gd name="connsiteY11" fmla="*/ 24621 h 731376"/>
                <a:gd name="connsiteX12" fmla="*/ 267653 w 868680"/>
                <a:gd name="connsiteY12" fmla="*/ 40814 h 731376"/>
                <a:gd name="connsiteX13" fmla="*/ 434340 w 868680"/>
                <a:gd name="connsiteY13" fmla="*/ 190356 h 731376"/>
                <a:gd name="connsiteX14" fmla="*/ 601027 w 868680"/>
                <a:gd name="connsiteY14" fmla="*/ 40814 h 731376"/>
                <a:gd name="connsiteX15" fmla="*/ 794385 w 868680"/>
                <a:gd name="connsiteY15" fmla="*/ 24621 h 731376"/>
                <a:gd name="connsiteX16" fmla="*/ 868680 w 868680"/>
                <a:gd name="connsiteY16" fmla="*/ 161781 h 731376"/>
                <a:gd name="connsiteX17" fmla="*/ 868680 w 868680"/>
                <a:gd name="connsiteY17" fmla="*/ 604693 h 731376"/>
                <a:gd name="connsiteX18" fmla="*/ 741998 w 868680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80" h="731376">
                  <a:moveTo>
                    <a:pt x="741998" y="731376"/>
                  </a:moveTo>
                  <a:lnTo>
                    <a:pt x="674370" y="731376"/>
                  </a:lnTo>
                  <a:cubicBezTo>
                    <a:pt x="604838" y="731376"/>
                    <a:pt x="547688" y="674226"/>
                    <a:pt x="547688" y="604693"/>
                  </a:cubicBezTo>
                  <a:lnTo>
                    <a:pt x="547688" y="483726"/>
                  </a:lnTo>
                  <a:cubicBezTo>
                    <a:pt x="547688" y="483726"/>
                    <a:pt x="510540" y="549449"/>
                    <a:pt x="434340" y="549449"/>
                  </a:cubicBezTo>
                  <a:cubicBezTo>
                    <a:pt x="358140" y="549449"/>
                    <a:pt x="320993" y="483726"/>
                    <a:pt x="320993" y="483726"/>
                  </a:cubicBezTo>
                  <a:lnTo>
                    <a:pt x="320993" y="604693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2" y="731376"/>
                  </a:lnTo>
                  <a:cubicBezTo>
                    <a:pt x="57150" y="731376"/>
                    <a:pt x="0" y="674226"/>
                    <a:pt x="0" y="604693"/>
                  </a:cubicBezTo>
                  <a:lnTo>
                    <a:pt x="0" y="161781"/>
                  </a:lnTo>
                  <a:cubicBezTo>
                    <a:pt x="0" y="105583"/>
                    <a:pt x="27622" y="54149"/>
                    <a:pt x="74295" y="24621"/>
                  </a:cubicBezTo>
                  <a:cubicBezTo>
                    <a:pt x="135255" y="-13479"/>
                    <a:pt x="214312" y="-6811"/>
                    <a:pt x="267653" y="40814"/>
                  </a:cubicBezTo>
                  <a:lnTo>
                    <a:pt x="434340" y="190356"/>
                  </a:lnTo>
                  <a:lnTo>
                    <a:pt x="601027" y="40814"/>
                  </a:lnTo>
                  <a:cubicBezTo>
                    <a:pt x="654368" y="-6811"/>
                    <a:pt x="734377" y="-13479"/>
                    <a:pt x="794385" y="24621"/>
                  </a:cubicBezTo>
                  <a:cubicBezTo>
                    <a:pt x="841058" y="54149"/>
                    <a:pt x="868680" y="105583"/>
                    <a:pt x="868680" y="161781"/>
                  </a:cubicBezTo>
                  <a:lnTo>
                    <a:pt x="868680" y="604693"/>
                  </a:lnTo>
                  <a:cubicBezTo>
                    <a:pt x="868680" y="674226"/>
                    <a:pt x="811530" y="731376"/>
                    <a:pt x="741998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B010E6E5-C38E-D700-4423-958E47E4DDC7}"/>
                </a:ext>
              </a:extLst>
            </p:cNvPr>
            <p:cNvSpPr/>
            <p:nvPr/>
          </p:nvSpPr>
          <p:spPr>
            <a:xfrm>
              <a:off x="10151950" y="4928038"/>
              <a:ext cx="868679" cy="731376"/>
            </a:xfrm>
            <a:custGeom>
              <a:avLst/>
              <a:gdLst>
                <a:gd name="connsiteX0" fmla="*/ 741045 w 868679"/>
                <a:gd name="connsiteY0" fmla="*/ 731376 h 731376"/>
                <a:gd name="connsiteX1" fmla="*/ 673418 w 868679"/>
                <a:gd name="connsiteY1" fmla="*/ 731376 h 731376"/>
                <a:gd name="connsiteX2" fmla="*/ 546735 w 868679"/>
                <a:gd name="connsiteY2" fmla="*/ 604694 h 731376"/>
                <a:gd name="connsiteX3" fmla="*/ 546735 w 868679"/>
                <a:gd name="connsiteY3" fmla="*/ 483726 h 731376"/>
                <a:gd name="connsiteX4" fmla="*/ 433388 w 868679"/>
                <a:gd name="connsiteY4" fmla="*/ 549449 h 731376"/>
                <a:gd name="connsiteX5" fmla="*/ 320993 w 868679"/>
                <a:gd name="connsiteY5" fmla="*/ 483726 h 731376"/>
                <a:gd name="connsiteX6" fmla="*/ 320993 w 868679"/>
                <a:gd name="connsiteY6" fmla="*/ 604694 h 731376"/>
                <a:gd name="connsiteX7" fmla="*/ 194310 w 868679"/>
                <a:gd name="connsiteY7" fmla="*/ 731376 h 731376"/>
                <a:gd name="connsiteX8" fmla="*/ 126683 w 868679"/>
                <a:gd name="connsiteY8" fmla="*/ 731376 h 731376"/>
                <a:gd name="connsiteX9" fmla="*/ 0 w 868679"/>
                <a:gd name="connsiteY9" fmla="*/ 604694 h 731376"/>
                <a:gd name="connsiteX10" fmla="*/ 0 w 868679"/>
                <a:gd name="connsiteY10" fmla="*/ 161781 h 731376"/>
                <a:gd name="connsiteX11" fmla="*/ 74295 w 868679"/>
                <a:gd name="connsiteY11" fmla="*/ 24621 h 731376"/>
                <a:gd name="connsiteX12" fmla="*/ 267653 w 868679"/>
                <a:gd name="connsiteY12" fmla="*/ 40814 h 731376"/>
                <a:gd name="connsiteX13" fmla="*/ 434340 w 868679"/>
                <a:gd name="connsiteY13" fmla="*/ 190356 h 731376"/>
                <a:gd name="connsiteX14" fmla="*/ 601028 w 868679"/>
                <a:gd name="connsiteY14" fmla="*/ 40814 h 731376"/>
                <a:gd name="connsiteX15" fmla="*/ 794385 w 868679"/>
                <a:gd name="connsiteY15" fmla="*/ 24621 h 731376"/>
                <a:gd name="connsiteX16" fmla="*/ 868680 w 868679"/>
                <a:gd name="connsiteY16" fmla="*/ 161781 h 731376"/>
                <a:gd name="connsiteX17" fmla="*/ 868680 w 868679"/>
                <a:gd name="connsiteY17" fmla="*/ 604694 h 731376"/>
                <a:gd name="connsiteX18" fmla="*/ 741045 w 868679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79" h="731376">
                  <a:moveTo>
                    <a:pt x="741045" y="731376"/>
                  </a:moveTo>
                  <a:lnTo>
                    <a:pt x="673418" y="731376"/>
                  </a:lnTo>
                  <a:cubicBezTo>
                    <a:pt x="603885" y="731376"/>
                    <a:pt x="546735" y="674226"/>
                    <a:pt x="546735" y="604694"/>
                  </a:cubicBezTo>
                  <a:lnTo>
                    <a:pt x="546735" y="483726"/>
                  </a:lnTo>
                  <a:cubicBezTo>
                    <a:pt x="546735" y="483726"/>
                    <a:pt x="509588" y="549449"/>
                    <a:pt x="433388" y="549449"/>
                  </a:cubicBezTo>
                  <a:cubicBezTo>
                    <a:pt x="357188" y="549449"/>
                    <a:pt x="320993" y="483726"/>
                    <a:pt x="320993" y="483726"/>
                  </a:cubicBezTo>
                  <a:lnTo>
                    <a:pt x="320993" y="604694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3" y="731376"/>
                  </a:lnTo>
                  <a:cubicBezTo>
                    <a:pt x="57150" y="731376"/>
                    <a:pt x="0" y="674226"/>
                    <a:pt x="0" y="604694"/>
                  </a:cubicBezTo>
                  <a:lnTo>
                    <a:pt x="0" y="161781"/>
                  </a:lnTo>
                  <a:cubicBezTo>
                    <a:pt x="0" y="105583"/>
                    <a:pt x="27623" y="54149"/>
                    <a:pt x="74295" y="24621"/>
                  </a:cubicBezTo>
                  <a:cubicBezTo>
                    <a:pt x="135255" y="-13479"/>
                    <a:pt x="214313" y="-6811"/>
                    <a:pt x="267653" y="40814"/>
                  </a:cubicBezTo>
                  <a:lnTo>
                    <a:pt x="434340" y="190356"/>
                  </a:lnTo>
                  <a:lnTo>
                    <a:pt x="601028" y="40814"/>
                  </a:lnTo>
                  <a:cubicBezTo>
                    <a:pt x="654368" y="-6811"/>
                    <a:pt x="733425" y="-13479"/>
                    <a:pt x="794385" y="24621"/>
                  </a:cubicBezTo>
                  <a:cubicBezTo>
                    <a:pt x="841058" y="54149"/>
                    <a:pt x="868680" y="105583"/>
                    <a:pt x="868680" y="161781"/>
                  </a:cubicBezTo>
                  <a:lnTo>
                    <a:pt x="868680" y="604694"/>
                  </a:lnTo>
                  <a:cubicBezTo>
                    <a:pt x="867728" y="674226"/>
                    <a:pt x="811530" y="731376"/>
                    <a:pt x="741045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9265A4A8-8450-2030-36E9-98A16CECBCCA}"/>
                </a:ext>
              </a:extLst>
            </p:cNvPr>
            <p:cNvSpPr/>
            <p:nvPr/>
          </p:nvSpPr>
          <p:spPr>
            <a:xfrm>
              <a:off x="10151950" y="5842438"/>
              <a:ext cx="868679" cy="731376"/>
            </a:xfrm>
            <a:custGeom>
              <a:avLst/>
              <a:gdLst>
                <a:gd name="connsiteX0" fmla="*/ 741045 w 868679"/>
                <a:gd name="connsiteY0" fmla="*/ 731376 h 731376"/>
                <a:gd name="connsiteX1" fmla="*/ 673418 w 868679"/>
                <a:gd name="connsiteY1" fmla="*/ 731376 h 731376"/>
                <a:gd name="connsiteX2" fmla="*/ 546735 w 868679"/>
                <a:gd name="connsiteY2" fmla="*/ 604694 h 731376"/>
                <a:gd name="connsiteX3" fmla="*/ 546735 w 868679"/>
                <a:gd name="connsiteY3" fmla="*/ 483726 h 731376"/>
                <a:gd name="connsiteX4" fmla="*/ 433388 w 868679"/>
                <a:gd name="connsiteY4" fmla="*/ 549449 h 731376"/>
                <a:gd name="connsiteX5" fmla="*/ 320993 w 868679"/>
                <a:gd name="connsiteY5" fmla="*/ 483726 h 731376"/>
                <a:gd name="connsiteX6" fmla="*/ 320993 w 868679"/>
                <a:gd name="connsiteY6" fmla="*/ 604694 h 731376"/>
                <a:gd name="connsiteX7" fmla="*/ 194310 w 868679"/>
                <a:gd name="connsiteY7" fmla="*/ 731376 h 731376"/>
                <a:gd name="connsiteX8" fmla="*/ 126683 w 868679"/>
                <a:gd name="connsiteY8" fmla="*/ 731376 h 731376"/>
                <a:gd name="connsiteX9" fmla="*/ 0 w 868679"/>
                <a:gd name="connsiteY9" fmla="*/ 604694 h 731376"/>
                <a:gd name="connsiteX10" fmla="*/ 0 w 868679"/>
                <a:gd name="connsiteY10" fmla="*/ 161781 h 731376"/>
                <a:gd name="connsiteX11" fmla="*/ 74295 w 868679"/>
                <a:gd name="connsiteY11" fmla="*/ 24621 h 731376"/>
                <a:gd name="connsiteX12" fmla="*/ 267653 w 868679"/>
                <a:gd name="connsiteY12" fmla="*/ 40814 h 731376"/>
                <a:gd name="connsiteX13" fmla="*/ 434340 w 868679"/>
                <a:gd name="connsiteY13" fmla="*/ 190356 h 731376"/>
                <a:gd name="connsiteX14" fmla="*/ 601028 w 868679"/>
                <a:gd name="connsiteY14" fmla="*/ 40814 h 731376"/>
                <a:gd name="connsiteX15" fmla="*/ 794385 w 868679"/>
                <a:gd name="connsiteY15" fmla="*/ 24621 h 731376"/>
                <a:gd name="connsiteX16" fmla="*/ 868680 w 868679"/>
                <a:gd name="connsiteY16" fmla="*/ 161781 h 731376"/>
                <a:gd name="connsiteX17" fmla="*/ 868680 w 868679"/>
                <a:gd name="connsiteY17" fmla="*/ 604694 h 731376"/>
                <a:gd name="connsiteX18" fmla="*/ 741045 w 868679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79" h="731376">
                  <a:moveTo>
                    <a:pt x="741045" y="731376"/>
                  </a:moveTo>
                  <a:lnTo>
                    <a:pt x="673418" y="731376"/>
                  </a:lnTo>
                  <a:cubicBezTo>
                    <a:pt x="603885" y="731376"/>
                    <a:pt x="546735" y="674226"/>
                    <a:pt x="546735" y="604694"/>
                  </a:cubicBezTo>
                  <a:lnTo>
                    <a:pt x="546735" y="483726"/>
                  </a:lnTo>
                  <a:cubicBezTo>
                    <a:pt x="546735" y="483726"/>
                    <a:pt x="509588" y="549449"/>
                    <a:pt x="433388" y="549449"/>
                  </a:cubicBezTo>
                  <a:cubicBezTo>
                    <a:pt x="357188" y="549449"/>
                    <a:pt x="320993" y="483726"/>
                    <a:pt x="320993" y="483726"/>
                  </a:cubicBezTo>
                  <a:lnTo>
                    <a:pt x="320993" y="604694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3" y="731376"/>
                  </a:lnTo>
                  <a:cubicBezTo>
                    <a:pt x="57150" y="731376"/>
                    <a:pt x="0" y="674226"/>
                    <a:pt x="0" y="604694"/>
                  </a:cubicBezTo>
                  <a:lnTo>
                    <a:pt x="0" y="161781"/>
                  </a:lnTo>
                  <a:cubicBezTo>
                    <a:pt x="0" y="105583"/>
                    <a:pt x="27623" y="54149"/>
                    <a:pt x="74295" y="24621"/>
                  </a:cubicBezTo>
                  <a:cubicBezTo>
                    <a:pt x="135255" y="-13479"/>
                    <a:pt x="214313" y="-6811"/>
                    <a:pt x="267653" y="40814"/>
                  </a:cubicBezTo>
                  <a:lnTo>
                    <a:pt x="434340" y="190356"/>
                  </a:lnTo>
                  <a:lnTo>
                    <a:pt x="601028" y="40814"/>
                  </a:lnTo>
                  <a:cubicBezTo>
                    <a:pt x="654368" y="-6811"/>
                    <a:pt x="733425" y="-13479"/>
                    <a:pt x="794385" y="24621"/>
                  </a:cubicBezTo>
                  <a:cubicBezTo>
                    <a:pt x="841058" y="54149"/>
                    <a:pt x="868680" y="105583"/>
                    <a:pt x="868680" y="161781"/>
                  </a:cubicBezTo>
                  <a:lnTo>
                    <a:pt x="868680" y="604694"/>
                  </a:lnTo>
                  <a:cubicBezTo>
                    <a:pt x="867728" y="674226"/>
                    <a:pt x="811530" y="731376"/>
                    <a:pt x="741045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7A2E2F48-43CA-5F60-B60A-C9C01942ADA2}"/>
                </a:ext>
              </a:extLst>
            </p:cNvPr>
            <p:cNvSpPr/>
            <p:nvPr/>
          </p:nvSpPr>
          <p:spPr>
            <a:xfrm>
              <a:off x="10139568" y="1244721"/>
              <a:ext cx="868680" cy="731376"/>
            </a:xfrm>
            <a:custGeom>
              <a:avLst/>
              <a:gdLst>
                <a:gd name="connsiteX0" fmla="*/ 741998 w 868680"/>
                <a:gd name="connsiteY0" fmla="*/ 731376 h 731376"/>
                <a:gd name="connsiteX1" fmla="*/ 674370 w 868680"/>
                <a:gd name="connsiteY1" fmla="*/ 731376 h 731376"/>
                <a:gd name="connsiteX2" fmla="*/ 547688 w 868680"/>
                <a:gd name="connsiteY2" fmla="*/ 604694 h 731376"/>
                <a:gd name="connsiteX3" fmla="*/ 547688 w 868680"/>
                <a:gd name="connsiteY3" fmla="*/ 483726 h 731376"/>
                <a:gd name="connsiteX4" fmla="*/ 434340 w 868680"/>
                <a:gd name="connsiteY4" fmla="*/ 549449 h 731376"/>
                <a:gd name="connsiteX5" fmla="*/ 320993 w 868680"/>
                <a:gd name="connsiteY5" fmla="*/ 483726 h 731376"/>
                <a:gd name="connsiteX6" fmla="*/ 320993 w 868680"/>
                <a:gd name="connsiteY6" fmla="*/ 604694 h 731376"/>
                <a:gd name="connsiteX7" fmla="*/ 194310 w 868680"/>
                <a:gd name="connsiteY7" fmla="*/ 731376 h 731376"/>
                <a:gd name="connsiteX8" fmla="*/ 126682 w 868680"/>
                <a:gd name="connsiteY8" fmla="*/ 731376 h 731376"/>
                <a:gd name="connsiteX9" fmla="*/ 0 w 868680"/>
                <a:gd name="connsiteY9" fmla="*/ 604694 h 731376"/>
                <a:gd name="connsiteX10" fmla="*/ 0 w 868680"/>
                <a:gd name="connsiteY10" fmla="*/ 161781 h 731376"/>
                <a:gd name="connsiteX11" fmla="*/ 74295 w 868680"/>
                <a:gd name="connsiteY11" fmla="*/ 24621 h 731376"/>
                <a:gd name="connsiteX12" fmla="*/ 267653 w 868680"/>
                <a:gd name="connsiteY12" fmla="*/ 40814 h 731376"/>
                <a:gd name="connsiteX13" fmla="*/ 434340 w 868680"/>
                <a:gd name="connsiteY13" fmla="*/ 190356 h 731376"/>
                <a:gd name="connsiteX14" fmla="*/ 601027 w 868680"/>
                <a:gd name="connsiteY14" fmla="*/ 40814 h 731376"/>
                <a:gd name="connsiteX15" fmla="*/ 794385 w 868680"/>
                <a:gd name="connsiteY15" fmla="*/ 24621 h 731376"/>
                <a:gd name="connsiteX16" fmla="*/ 868680 w 868680"/>
                <a:gd name="connsiteY16" fmla="*/ 161781 h 731376"/>
                <a:gd name="connsiteX17" fmla="*/ 868680 w 868680"/>
                <a:gd name="connsiteY17" fmla="*/ 604694 h 731376"/>
                <a:gd name="connsiteX18" fmla="*/ 741998 w 868680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80" h="731376">
                  <a:moveTo>
                    <a:pt x="741998" y="731376"/>
                  </a:moveTo>
                  <a:lnTo>
                    <a:pt x="674370" y="731376"/>
                  </a:lnTo>
                  <a:cubicBezTo>
                    <a:pt x="604838" y="731376"/>
                    <a:pt x="547688" y="674226"/>
                    <a:pt x="547688" y="604694"/>
                  </a:cubicBezTo>
                  <a:lnTo>
                    <a:pt x="547688" y="483726"/>
                  </a:lnTo>
                  <a:cubicBezTo>
                    <a:pt x="547688" y="483726"/>
                    <a:pt x="510540" y="549449"/>
                    <a:pt x="434340" y="549449"/>
                  </a:cubicBezTo>
                  <a:cubicBezTo>
                    <a:pt x="358140" y="549449"/>
                    <a:pt x="320993" y="483726"/>
                    <a:pt x="320993" y="483726"/>
                  </a:cubicBezTo>
                  <a:lnTo>
                    <a:pt x="320993" y="604694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2" y="731376"/>
                  </a:lnTo>
                  <a:cubicBezTo>
                    <a:pt x="57150" y="731376"/>
                    <a:pt x="0" y="674226"/>
                    <a:pt x="0" y="604694"/>
                  </a:cubicBezTo>
                  <a:lnTo>
                    <a:pt x="0" y="161781"/>
                  </a:lnTo>
                  <a:cubicBezTo>
                    <a:pt x="0" y="105583"/>
                    <a:pt x="27622" y="54148"/>
                    <a:pt x="74295" y="24621"/>
                  </a:cubicBezTo>
                  <a:cubicBezTo>
                    <a:pt x="135255" y="-13479"/>
                    <a:pt x="214312" y="-6811"/>
                    <a:pt x="267653" y="40814"/>
                  </a:cubicBezTo>
                  <a:lnTo>
                    <a:pt x="434340" y="190356"/>
                  </a:lnTo>
                  <a:lnTo>
                    <a:pt x="601027" y="40814"/>
                  </a:lnTo>
                  <a:cubicBezTo>
                    <a:pt x="654368" y="-6811"/>
                    <a:pt x="733425" y="-13479"/>
                    <a:pt x="794385" y="24621"/>
                  </a:cubicBezTo>
                  <a:cubicBezTo>
                    <a:pt x="841058" y="54148"/>
                    <a:pt x="868680" y="105583"/>
                    <a:pt x="868680" y="161781"/>
                  </a:cubicBezTo>
                  <a:lnTo>
                    <a:pt x="868680" y="604694"/>
                  </a:lnTo>
                  <a:cubicBezTo>
                    <a:pt x="868680" y="674226"/>
                    <a:pt x="811530" y="731376"/>
                    <a:pt x="741998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6" name="Vrije vorm: vorm 45">
              <a:extLst>
                <a:ext uri="{FF2B5EF4-FFF2-40B4-BE49-F238E27FC236}">
                  <a16:creationId xmlns:a16="http://schemas.microsoft.com/office/drawing/2014/main" id="{FC7CD5D4-4B8C-E1E7-9983-21B5D4F2CC62}"/>
                </a:ext>
              </a:extLst>
            </p:cNvPr>
            <p:cNvSpPr/>
            <p:nvPr/>
          </p:nvSpPr>
          <p:spPr>
            <a:xfrm>
              <a:off x="10136711" y="2162931"/>
              <a:ext cx="868679" cy="731376"/>
            </a:xfrm>
            <a:custGeom>
              <a:avLst/>
              <a:gdLst>
                <a:gd name="connsiteX0" fmla="*/ 741998 w 868679"/>
                <a:gd name="connsiteY0" fmla="*/ 731376 h 731376"/>
                <a:gd name="connsiteX1" fmla="*/ 674370 w 868679"/>
                <a:gd name="connsiteY1" fmla="*/ 731376 h 731376"/>
                <a:gd name="connsiteX2" fmla="*/ 547688 w 868679"/>
                <a:gd name="connsiteY2" fmla="*/ 604693 h 731376"/>
                <a:gd name="connsiteX3" fmla="*/ 547688 w 868679"/>
                <a:gd name="connsiteY3" fmla="*/ 483726 h 731376"/>
                <a:gd name="connsiteX4" fmla="*/ 434340 w 868679"/>
                <a:gd name="connsiteY4" fmla="*/ 549449 h 731376"/>
                <a:gd name="connsiteX5" fmla="*/ 320993 w 868679"/>
                <a:gd name="connsiteY5" fmla="*/ 483726 h 731376"/>
                <a:gd name="connsiteX6" fmla="*/ 320993 w 868679"/>
                <a:gd name="connsiteY6" fmla="*/ 604693 h 731376"/>
                <a:gd name="connsiteX7" fmla="*/ 194310 w 868679"/>
                <a:gd name="connsiteY7" fmla="*/ 731376 h 731376"/>
                <a:gd name="connsiteX8" fmla="*/ 126683 w 868679"/>
                <a:gd name="connsiteY8" fmla="*/ 731376 h 731376"/>
                <a:gd name="connsiteX9" fmla="*/ 0 w 868679"/>
                <a:gd name="connsiteY9" fmla="*/ 604693 h 731376"/>
                <a:gd name="connsiteX10" fmla="*/ 0 w 868679"/>
                <a:gd name="connsiteY10" fmla="*/ 161781 h 731376"/>
                <a:gd name="connsiteX11" fmla="*/ 74295 w 868679"/>
                <a:gd name="connsiteY11" fmla="*/ 24621 h 731376"/>
                <a:gd name="connsiteX12" fmla="*/ 267653 w 868679"/>
                <a:gd name="connsiteY12" fmla="*/ 40813 h 731376"/>
                <a:gd name="connsiteX13" fmla="*/ 434340 w 868679"/>
                <a:gd name="connsiteY13" fmla="*/ 190356 h 731376"/>
                <a:gd name="connsiteX14" fmla="*/ 601028 w 868679"/>
                <a:gd name="connsiteY14" fmla="*/ 40813 h 731376"/>
                <a:gd name="connsiteX15" fmla="*/ 794385 w 868679"/>
                <a:gd name="connsiteY15" fmla="*/ 24621 h 731376"/>
                <a:gd name="connsiteX16" fmla="*/ 868680 w 868679"/>
                <a:gd name="connsiteY16" fmla="*/ 161781 h 731376"/>
                <a:gd name="connsiteX17" fmla="*/ 868680 w 868679"/>
                <a:gd name="connsiteY17" fmla="*/ 604693 h 731376"/>
                <a:gd name="connsiteX18" fmla="*/ 741998 w 868679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79" h="731376">
                  <a:moveTo>
                    <a:pt x="741998" y="731376"/>
                  </a:moveTo>
                  <a:lnTo>
                    <a:pt x="674370" y="731376"/>
                  </a:lnTo>
                  <a:cubicBezTo>
                    <a:pt x="604838" y="731376"/>
                    <a:pt x="547688" y="674226"/>
                    <a:pt x="547688" y="604693"/>
                  </a:cubicBezTo>
                  <a:lnTo>
                    <a:pt x="547688" y="483726"/>
                  </a:lnTo>
                  <a:cubicBezTo>
                    <a:pt x="547688" y="483726"/>
                    <a:pt x="510540" y="549449"/>
                    <a:pt x="434340" y="549449"/>
                  </a:cubicBezTo>
                  <a:cubicBezTo>
                    <a:pt x="358140" y="549449"/>
                    <a:pt x="320993" y="483726"/>
                    <a:pt x="320993" y="483726"/>
                  </a:cubicBezTo>
                  <a:lnTo>
                    <a:pt x="320993" y="604693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3" y="731376"/>
                  </a:lnTo>
                  <a:cubicBezTo>
                    <a:pt x="57150" y="731376"/>
                    <a:pt x="0" y="674226"/>
                    <a:pt x="0" y="604693"/>
                  </a:cubicBezTo>
                  <a:lnTo>
                    <a:pt x="0" y="161781"/>
                  </a:lnTo>
                  <a:cubicBezTo>
                    <a:pt x="0" y="105584"/>
                    <a:pt x="27622" y="54149"/>
                    <a:pt x="74295" y="24621"/>
                  </a:cubicBezTo>
                  <a:cubicBezTo>
                    <a:pt x="135255" y="-13479"/>
                    <a:pt x="214312" y="-6812"/>
                    <a:pt x="267653" y="40813"/>
                  </a:cubicBezTo>
                  <a:lnTo>
                    <a:pt x="434340" y="190356"/>
                  </a:lnTo>
                  <a:lnTo>
                    <a:pt x="601028" y="40813"/>
                  </a:lnTo>
                  <a:cubicBezTo>
                    <a:pt x="654368" y="-6812"/>
                    <a:pt x="733425" y="-13479"/>
                    <a:pt x="794385" y="24621"/>
                  </a:cubicBezTo>
                  <a:cubicBezTo>
                    <a:pt x="841058" y="54149"/>
                    <a:pt x="868680" y="105584"/>
                    <a:pt x="868680" y="161781"/>
                  </a:cubicBezTo>
                  <a:lnTo>
                    <a:pt x="868680" y="604693"/>
                  </a:lnTo>
                  <a:cubicBezTo>
                    <a:pt x="868680" y="675178"/>
                    <a:pt x="812483" y="731376"/>
                    <a:pt x="741998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7" name="Vrije vorm: vorm 46">
              <a:extLst>
                <a:ext uri="{FF2B5EF4-FFF2-40B4-BE49-F238E27FC236}">
                  <a16:creationId xmlns:a16="http://schemas.microsoft.com/office/drawing/2014/main" id="{92A8F4AE-5086-9DD8-6E89-8C971BA7D87B}"/>
                </a:ext>
              </a:extLst>
            </p:cNvPr>
            <p:cNvSpPr/>
            <p:nvPr/>
          </p:nvSpPr>
          <p:spPr>
            <a:xfrm>
              <a:off x="10145283" y="4007924"/>
              <a:ext cx="868680" cy="730423"/>
            </a:xfrm>
            <a:custGeom>
              <a:avLst/>
              <a:gdLst>
                <a:gd name="connsiteX0" fmla="*/ 741998 w 868680"/>
                <a:gd name="connsiteY0" fmla="*/ 730423 h 730423"/>
                <a:gd name="connsiteX1" fmla="*/ 674370 w 868680"/>
                <a:gd name="connsiteY1" fmla="*/ 730423 h 730423"/>
                <a:gd name="connsiteX2" fmla="*/ 547688 w 868680"/>
                <a:gd name="connsiteY2" fmla="*/ 604694 h 730423"/>
                <a:gd name="connsiteX3" fmla="*/ 547688 w 868680"/>
                <a:gd name="connsiteY3" fmla="*/ 483726 h 730423"/>
                <a:gd name="connsiteX4" fmla="*/ 434340 w 868680"/>
                <a:gd name="connsiteY4" fmla="*/ 549448 h 730423"/>
                <a:gd name="connsiteX5" fmla="*/ 320993 w 868680"/>
                <a:gd name="connsiteY5" fmla="*/ 483726 h 730423"/>
                <a:gd name="connsiteX6" fmla="*/ 320993 w 868680"/>
                <a:gd name="connsiteY6" fmla="*/ 603741 h 730423"/>
                <a:gd name="connsiteX7" fmla="*/ 194310 w 868680"/>
                <a:gd name="connsiteY7" fmla="*/ 729471 h 730423"/>
                <a:gd name="connsiteX8" fmla="*/ 126683 w 868680"/>
                <a:gd name="connsiteY8" fmla="*/ 729471 h 730423"/>
                <a:gd name="connsiteX9" fmla="*/ 0 w 868680"/>
                <a:gd name="connsiteY9" fmla="*/ 603741 h 730423"/>
                <a:gd name="connsiteX10" fmla="*/ 0 w 868680"/>
                <a:gd name="connsiteY10" fmla="*/ 161781 h 730423"/>
                <a:gd name="connsiteX11" fmla="*/ 74295 w 868680"/>
                <a:gd name="connsiteY11" fmla="*/ 24621 h 730423"/>
                <a:gd name="connsiteX12" fmla="*/ 267653 w 868680"/>
                <a:gd name="connsiteY12" fmla="*/ 40813 h 730423"/>
                <a:gd name="connsiteX13" fmla="*/ 434340 w 868680"/>
                <a:gd name="connsiteY13" fmla="*/ 190356 h 730423"/>
                <a:gd name="connsiteX14" fmla="*/ 601028 w 868680"/>
                <a:gd name="connsiteY14" fmla="*/ 41766 h 730423"/>
                <a:gd name="connsiteX15" fmla="*/ 794385 w 868680"/>
                <a:gd name="connsiteY15" fmla="*/ 25573 h 730423"/>
                <a:gd name="connsiteX16" fmla="*/ 868680 w 868680"/>
                <a:gd name="connsiteY16" fmla="*/ 162734 h 730423"/>
                <a:gd name="connsiteX17" fmla="*/ 868680 w 868680"/>
                <a:gd name="connsiteY17" fmla="*/ 603741 h 730423"/>
                <a:gd name="connsiteX18" fmla="*/ 741998 w 868680"/>
                <a:gd name="connsiteY18" fmla="*/ 730423 h 73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80" h="730423">
                  <a:moveTo>
                    <a:pt x="741998" y="730423"/>
                  </a:moveTo>
                  <a:lnTo>
                    <a:pt x="674370" y="730423"/>
                  </a:lnTo>
                  <a:cubicBezTo>
                    <a:pt x="604838" y="730423"/>
                    <a:pt x="547688" y="674226"/>
                    <a:pt x="547688" y="604694"/>
                  </a:cubicBezTo>
                  <a:lnTo>
                    <a:pt x="547688" y="483726"/>
                  </a:lnTo>
                  <a:cubicBezTo>
                    <a:pt x="547688" y="483726"/>
                    <a:pt x="510540" y="549448"/>
                    <a:pt x="434340" y="549448"/>
                  </a:cubicBezTo>
                  <a:cubicBezTo>
                    <a:pt x="358140" y="549448"/>
                    <a:pt x="320993" y="483726"/>
                    <a:pt x="320993" y="483726"/>
                  </a:cubicBezTo>
                  <a:lnTo>
                    <a:pt x="320993" y="603741"/>
                  </a:lnTo>
                  <a:cubicBezTo>
                    <a:pt x="320993" y="673273"/>
                    <a:pt x="263843" y="729471"/>
                    <a:pt x="194310" y="729471"/>
                  </a:cubicBezTo>
                  <a:lnTo>
                    <a:pt x="126683" y="729471"/>
                  </a:lnTo>
                  <a:cubicBezTo>
                    <a:pt x="57150" y="729471"/>
                    <a:pt x="0" y="673273"/>
                    <a:pt x="0" y="603741"/>
                  </a:cubicBezTo>
                  <a:lnTo>
                    <a:pt x="0" y="161781"/>
                  </a:lnTo>
                  <a:cubicBezTo>
                    <a:pt x="0" y="105584"/>
                    <a:pt x="27623" y="54148"/>
                    <a:pt x="74295" y="24621"/>
                  </a:cubicBezTo>
                  <a:cubicBezTo>
                    <a:pt x="135255" y="-13479"/>
                    <a:pt x="214313" y="-6812"/>
                    <a:pt x="267653" y="40813"/>
                  </a:cubicBezTo>
                  <a:lnTo>
                    <a:pt x="434340" y="190356"/>
                  </a:lnTo>
                  <a:lnTo>
                    <a:pt x="601028" y="41766"/>
                  </a:lnTo>
                  <a:cubicBezTo>
                    <a:pt x="654368" y="-5859"/>
                    <a:pt x="734378" y="-12527"/>
                    <a:pt x="794385" y="25573"/>
                  </a:cubicBezTo>
                  <a:cubicBezTo>
                    <a:pt x="841058" y="55101"/>
                    <a:pt x="868680" y="106536"/>
                    <a:pt x="868680" y="162734"/>
                  </a:cubicBezTo>
                  <a:lnTo>
                    <a:pt x="868680" y="603741"/>
                  </a:lnTo>
                  <a:cubicBezTo>
                    <a:pt x="868680" y="673273"/>
                    <a:pt x="811530" y="730423"/>
                    <a:pt x="741998" y="730423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8" name="Vrije vorm: vorm 47">
              <a:extLst>
                <a:ext uri="{FF2B5EF4-FFF2-40B4-BE49-F238E27FC236}">
                  <a16:creationId xmlns:a16="http://schemas.microsoft.com/office/drawing/2014/main" id="{F3F357A2-3B9F-72CA-A466-5997FDBF6C95}"/>
                </a:ext>
              </a:extLst>
            </p:cNvPr>
            <p:cNvSpPr/>
            <p:nvPr/>
          </p:nvSpPr>
          <p:spPr>
            <a:xfrm>
              <a:off x="11131000" y="315890"/>
              <a:ext cx="806417" cy="731520"/>
            </a:xfrm>
            <a:custGeom>
              <a:avLst/>
              <a:gdLst>
                <a:gd name="connsiteX0" fmla="*/ 638295 w 806417"/>
                <a:gd name="connsiteY0" fmla="*/ 731520 h 731520"/>
                <a:gd name="connsiteX1" fmla="*/ 166808 w 806417"/>
                <a:gd name="connsiteY1" fmla="*/ 731520 h 731520"/>
                <a:gd name="connsiteX2" fmla="*/ 22028 w 806417"/>
                <a:gd name="connsiteY2" fmla="*/ 647700 h 731520"/>
                <a:gd name="connsiteX3" fmla="*/ 22980 w 806417"/>
                <a:gd name="connsiteY3" fmla="*/ 480060 h 731520"/>
                <a:gd name="connsiteX4" fmla="*/ 259200 w 806417"/>
                <a:gd name="connsiteY4" fmla="*/ 81915 h 731520"/>
                <a:gd name="connsiteX5" fmla="*/ 403028 w 806417"/>
                <a:gd name="connsiteY5" fmla="*/ 0 h 731520"/>
                <a:gd name="connsiteX6" fmla="*/ 546856 w 806417"/>
                <a:gd name="connsiteY6" fmla="*/ 81915 h 731520"/>
                <a:gd name="connsiteX7" fmla="*/ 783075 w 806417"/>
                <a:gd name="connsiteY7" fmla="*/ 480060 h 731520"/>
                <a:gd name="connsiteX8" fmla="*/ 784028 w 806417"/>
                <a:gd name="connsiteY8" fmla="*/ 647700 h 731520"/>
                <a:gd name="connsiteX9" fmla="*/ 638295 w 806417"/>
                <a:gd name="connsiteY9" fmla="*/ 731520 h 73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417" h="731520">
                  <a:moveTo>
                    <a:pt x="638295" y="731520"/>
                  </a:moveTo>
                  <a:lnTo>
                    <a:pt x="166808" y="731520"/>
                  </a:lnTo>
                  <a:cubicBezTo>
                    <a:pt x="106800" y="731520"/>
                    <a:pt x="51555" y="699135"/>
                    <a:pt x="22028" y="647700"/>
                  </a:cubicBezTo>
                  <a:cubicBezTo>
                    <a:pt x="-7500" y="595313"/>
                    <a:pt x="-7500" y="531495"/>
                    <a:pt x="22980" y="480060"/>
                  </a:cubicBezTo>
                  <a:lnTo>
                    <a:pt x="259200" y="81915"/>
                  </a:lnTo>
                  <a:cubicBezTo>
                    <a:pt x="289681" y="31433"/>
                    <a:pt x="343973" y="0"/>
                    <a:pt x="403028" y="0"/>
                  </a:cubicBezTo>
                  <a:cubicBezTo>
                    <a:pt x="462083" y="0"/>
                    <a:pt x="516375" y="31433"/>
                    <a:pt x="546856" y="81915"/>
                  </a:cubicBezTo>
                  <a:lnTo>
                    <a:pt x="783075" y="480060"/>
                  </a:lnTo>
                  <a:cubicBezTo>
                    <a:pt x="813556" y="531495"/>
                    <a:pt x="814508" y="595313"/>
                    <a:pt x="784028" y="647700"/>
                  </a:cubicBezTo>
                  <a:cubicBezTo>
                    <a:pt x="753548" y="699135"/>
                    <a:pt x="698303" y="731520"/>
                    <a:pt x="638295" y="731520"/>
                  </a:cubicBezTo>
                  <a:close/>
                </a:path>
              </a:pathLst>
            </a:custGeom>
            <a:noFill/>
            <a:ln w="12700" cap="flat">
              <a:solidFill>
                <a:schemeClr val="accent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9" name="Vrije vorm: vorm 48">
              <a:extLst>
                <a:ext uri="{FF2B5EF4-FFF2-40B4-BE49-F238E27FC236}">
                  <a16:creationId xmlns:a16="http://schemas.microsoft.com/office/drawing/2014/main" id="{78275B82-126D-B713-F15F-350C9AA72FCE}"/>
                </a:ext>
              </a:extLst>
            </p:cNvPr>
            <p:cNvSpPr/>
            <p:nvPr/>
          </p:nvSpPr>
          <p:spPr>
            <a:xfrm>
              <a:off x="11173983" y="1237910"/>
              <a:ext cx="701040" cy="735329"/>
            </a:xfrm>
            <a:custGeom>
              <a:avLst/>
              <a:gdLst>
                <a:gd name="connsiteX0" fmla="*/ 701040 w 701040"/>
                <a:gd name="connsiteY0" fmla="*/ 522922 h 735329"/>
                <a:gd name="connsiteX1" fmla="*/ 627698 w 701040"/>
                <a:gd name="connsiteY1" fmla="*/ 627697 h 735329"/>
                <a:gd name="connsiteX2" fmla="*/ 367665 w 701040"/>
                <a:gd name="connsiteY2" fmla="*/ 735330 h 735329"/>
                <a:gd name="connsiteX3" fmla="*/ 0 w 701040"/>
                <a:gd name="connsiteY3" fmla="*/ 367665 h 735329"/>
                <a:gd name="connsiteX4" fmla="*/ 367665 w 701040"/>
                <a:gd name="connsiteY4" fmla="*/ 0 h 735329"/>
                <a:gd name="connsiteX5" fmla="*/ 627698 w 701040"/>
                <a:gd name="connsiteY5" fmla="*/ 107632 h 735329"/>
                <a:gd name="connsiteX6" fmla="*/ 701040 w 701040"/>
                <a:gd name="connsiteY6" fmla="*/ 212407 h 735329"/>
                <a:gd name="connsiteX7" fmla="*/ 350520 w 701040"/>
                <a:gd name="connsiteY7" fmla="*/ 367665 h 735329"/>
                <a:gd name="connsiteX8" fmla="*/ 701040 w 701040"/>
                <a:gd name="connsiteY8" fmla="*/ 522922 h 735329"/>
                <a:gd name="connsiteX9" fmla="*/ 304800 w 701040"/>
                <a:gd name="connsiteY9" fmla="*/ 136207 h 735329"/>
                <a:gd name="connsiteX10" fmla="*/ 350520 w 701040"/>
                <a:gd name="connsiteY10" fmla="*/ 90488 h 735329"/>
                <a:gd name="connsiteX11" fmla="*/ 396240 w 701040"/>
                <a:gd name="connsiteY11" fmla="*/ 136207 h 735329"/>
                <a:gd name="connsiteX12" fmla="*/ 350520 w 701040"/>
                <a:gd name="connsiteY12" fmla="*/ 181927 h 735329"/>
                <a:gd name="connsiteX13" fmla="*/ 304800 w 701040"/>
                <a:gd name="connsiteY13" fmla="*/ 136207 h 73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1040" h="735329">
                  <a:moveTo>
                    <a:pt x="701040" y="522922"/>
                  </a:moveTo>
                  <a:cubicBezTo>
                    <a:pt x="682943" y="561975"/>
                    <a:pt x="658178" y="597218"/>
                    <a:pt x="627698" y="627697"/>
                  </a:cubicBezTo>
                  <a:cubicBezTo>
                    <a:pt x="561023" y="694372"/>
                    <a:pt x="469583" y="735330"/>
                    <a:pt x="367665" y="735330"/>
                  </a:cubicBezTo>
                  <a:cubicBezTo>
                    <a:pt x="164783" y="735330"/>
                    <a:pt x="0" y="570547"/>
                    <a:pt x="0" y="367665"/>
                  </a:cubicBezTo>
                  <a:cubicBezTo>
                    <a:pt x="0" y="164782"/>
                    <a:pt x="164783" y="0"/>
                    <a:pt x="367665" y="0"/>
                  </a:cubicBezTo>
                  <a:cubicBezTo>
                    <a:pt x="469583" y="0"/>
                    <a:pt x="561023" y="40957"/>
                    <a:pt x="627698" y="107632"/>
                  </a:cubicBezTo>
                  <a:cubicBezTo>
                    <a:pt x="658178" y="138113"/>
                    <a:pt x="682943" y="173355"/>
                    <a:pt x="701040" y="212407"/>
                  </a:cubicBezTo>
                  <a:lnTo>
                    <a:pt x="350520" y="367665"/>
                  </a:lnTo>
                  <a:lnTo>
                    <a:pt x="701040" y="522922"/>
                  </a:lnTo>
                  <a:close/>
                  <a:moveTo>
                    <a:pt x="304800" y="136207"/>
                  </a:moveTo>
                  <a:cubicBezTo>
                    <a:pt x="304800" y="111442"/>
                    <a:pt x="324803" y="90488"/>
                    <a:pt x="350520" y="90488"/>
                  </a:cubicBezTo>
                  <a:cubicBezTo>
                    <a:pt x="375285" y="90488"/>
                    <a:pt x="396240" y="110490"/>
                    <a:pt x="396240" y="136207"/>
                  </a:cubicBezTo>
                  <a:cubicBezTo>
                    <a:pt x="396240" y="160972"/>
                    <a:pt x="376238" y="181927"/>
                    <a:pt x="350520" y="181927"/>
                  </a:cubicBezTo>
                  <a:cubicBezTo>
                    <a:pt x="324803" y="181927"/>
                    <a:pt x="304800" y="161925"/>
                    <a:pt x="304800" y="136207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0" name="Vrije vorm: vorm 49">
              <a:extLst>
                <a:ext uri="{FF2B5EF4-FFF2-40B4-BE49-F238E27FC236}">
                  <a16:creationId xmlns:a16="http://schemas.microsoft.com/office/drawing/2014/main" id="{D5266A9B-F1BA-6987-7E5B-80A037D81D3F}"/>
                </a:ext>
              </a:extLst>
            </p:cNvPr>
            <p:cNvSpPr/>
            <p:nvPr/>
          </p:nvSpPr>
          <p:spPr>
            <a:xfrm>
              <a:off x="11173030" y="2159930"/>
              <a:ext cx="720089" cy="731519"/>
            </a:xfrm>
            <a:custGeom>
              <a:avLst/>
              <a:gdLst>
                <a:gd name="connsiteX0" fmla="*/ 0 w 720089"/>
                <a:gd name="connsiteY0" fmla="*/ 731520 h 731519"/>
                <a:gd name="connsiteX1" fmla="*/ 720090 w 720089"/>
                <a:gd name="connsiteY1" fmla="*/ 360045 h 731519"/>
                <a:gd name="connsiteX2" fmla="*/ 360045 w 720089"/>
                <a:gd name="connsiteY2" fmla="*/ 0 h 731519"/>
                <a:gd name="connsiteX3" fmla="*/ 0 w 720089"/>
                <a:gd name="connsiteY3" fmla="*/ 360045 h 731519"/>
                <a:gd name="connsiteX4" fmla="*/ 0 w 720089"/>
                <a:gd name="connsiteY4" fmla="*/ 731520 h 731519"/>
                <a:gd name="connsiteX5" fmla="*/ 720090 w 720089"/>
                <a:gd name="connsiteY5" fmla="*/ 731520 h 731519"/>
                <a:gd name="connsiteX6" fmla="*/ 720090 w 720089"/>
                <a:gd name="connsiteY6" fmla="*/ 360045 h 731519"/>
                <a:gd name="connsiteX7" fmla="*/ 360045 w 720089"/>
                <a:gd name="connsiteY7" fmla="*/ 0 h 731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0089" h="731519">
                  <a:moveTo>
                    <a:pt x="0" y="731520"/>
                  </a:moveTo>
                  <a:lnTo>
                    <a:pt x="720090" y="360045"/>
                  </a:lnTo>
                  <a:moveTo>
                    <a:pt x="360045" y="0"/>
                  </a:moveTo>
                  <a:cubicBezTo>
                    <a:pt x="160973" y="0"/>
                    <a:pt x="0" y="160972"/>
                    <a:pt x="0" y="360045"/>
                  </a:cubicBezTo>
                  <a:lnTo>
                    <a:pt x="0" y="731520"/>
                  </a:lnTo>
                  <a:lnTo>
                    <a:pt x="720090" y="731520"/>
                  </a:lnTo>
                  <a:lnTo>
                    <a:pt x="720090" y="360045"/>
                  </a:lnTo>
                  <a:cubicBezTo>
                    <a:pt x="720090" y="160972"/>
                    <a:pt x="559118" y="0"/>
                    <a:pt x="360045" y="0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1" name="Vrije vorm: vorm 50">
              <a:extLst>
                <a:ext uri="{FF2B5EF4-FFF2-40B4-BE49-F238E27FC236}">
                  <a16:creationId xmlns:a16="http://schemas.microsoft.com/office/drawing/2014/main" id="{102C59E0-FC00-E563-A4A9-9CD6A97F1BFA}"/>
                </a:ext>
              </a:extLst>
            </p:cNvPr>
            <p:cNvSpPr/>
            <p:nvPr/>
          </p:nvSpPr>
          <p:spPr>
            <a:xfrm>
              <a:off x="11122548" y="4061120"/>
              <a:ext cx="825817" cy="623887"/>
            </a:xfrm>
            <a:custGeom>
              <a:avLst/>
              <a:gdLst>
                <a:gd name="connsiteX0" fmla="*/ 825818 w 825817"/>
                <a:gd name="connsiteY0" fmla="*/ 312420 h 623887"/>
                <a:gd name="connsiteX1" fmla="*/ 591502 w 825817"/>
                <a:gd name="connsiteY1" fmla="*/ 55245 h 623887"/>
                <a:gd name="connsiteX2" fmla="*/ 552450 w 825817"/>
                <a:gd name="connsiteY2" fmla="*/ 32385 h 623887"/>
                <a:gd name="connsiteX3" fmla="*/ 537210 w 825817"/>
                <a:gd name="connsiteY3" fmla="*/ 25717 h 623887"/>
                <a:gd name="connsiteX4" fmla="*/ 413385 w 825817"/>
                <a:gd name="connsiteY4" fmla="*/ 0 h 623887"/>
                <a:gd name="connsiteX5" fmla="*/ 288608 w 825817"/>
                <a:gd name="connsiteY5" fmla="*/ 25717 h 623887"/>
                <a:gd name="connsiteX6" fmla="*/ 288608 w 825817"/>
                <a:gd name="connsiteY6" fmla="*/ 24765 h 623887"/>
                <a:gd name="connsiteX7" fmla="*/ 0 w 825817"/>
                <a:gd name="connsiteY7" fmla="*/ 311467 h 623887"/>
                <a:gd name="connsiteX8" fmla="*/ 288608 w 825817"/>
                <a:gd name="connsiteY8" fmla="*/ 598170 h 623887"/>
                <a:gd name="connsiteX9" fmla="*/ 288608 w 825817"/>
                <a:gd name="connsiteY9" fmla="*/ 598170 h 623887"/>
                <a:gd name="connsiteX10" fmla="*/ 413385 w 825817"/>
                <a:gd name="connsiteY10" fmla="*/ 623888 h 623887"/>
                <a:gd name="connsiteX11" fmla="*/ 537210 w 825817"/>
                <a:gd name="connsiteY11" fmla="*/ 598170 h 623887"/>
                <a:gd name="connsiteX12" fmla="*/ 537210 w 825817"/>
                <a:gd name="connsiteY12" fmla="*/ 598170 h 623887"/>
                <a:gd name="connsiteX13" fmla="*/ 552450 w 825817"/>
                <a:gd name="connsiteY13" fmla="*/ 590550 h 623887"/>
                <a:gd name="connsiteX14" fmla="*/ 591502 w 825817"/>
                <a:gd name="connsiteY14" fmla="*/ 567690 h 623887"/>
                <a:gd name="connsiteX15" fmla="*/ 825818 w 825817"/>
                <a:gd name="connsiteY15" fmla="*/ 312420 h 623887"/>
                <a:gd name="connsiteX16" fmla="*/ 350520 w 825817"/>
                <a:gd name="connsiteY16" fmla="*/ 312420 h 623887"/>
                <a:gd name="connsiteX17" fmla="*/ 413385 w 825817"/>
                <a:gd name="connsiteY17" fmla="*/ 249555 h 623887"/>
                <a:gd name="connsiteX18" fmla="*/ 476250 w 825817"/>
                <a:gd name="connsiteY18" fmla="*/ 312420 h 623887"/>
                <a:gd name="connsiteX19" fmla="*/ 413385 w 825817"/>
                <a:gd name="connsiteY19" fmla="*/ 375285 h 623887"/>
                <a:gd name="connsiteX20" fmla="*/ 350520 w 825817"/>
                <a:gd name="connsiteY20" fmla="*/ 312420 h 623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25817" h="623887">
                  <a:moveTo>
                    <a:pt x="825818" y="312420"/>
                  </a:moveTo>
                  <a:cubicBezTo>
                    <a:pt x="741045" y="176213"/>
                    <a:pt x="660083" y="99060"/>
                    <a:pt x="591502" y="55245"/>
                  </a:cubicBezTo>
                  <a:cubicBezTo>
                    <a:pt x="579120" y="46672"/>
                    <a:pt x="565785" y="39052"/>
                    <a:pt x="552450" y="32385"/>
                  </a:cubicBezTo>
                  <a:cubicBezTo>
                    <a:pt x="547688" y="29527"/>
                    <a:pt x="542925" y="27622"/>
                    <a:pt x="537210" y="25717"/>
                  </a:cubicBezTo>
                  <a:cubicBezTo>
                    <a:pt x="499110" y="9525"/>
                    <a:pt x="457200" y="0"/>
                    <a:pt x="413385" y="0"/>
                  </a:cubicBezTo>
                  <a:cubicBezTo>
                    <a:pt x="368617" y="0"/>
                    <a:pt x="326708" y="9525"/>
                    <a:pt x="288608" y="25717"/>
                  </a:cubicBezTo>
                  <a:lnTo>
                    <a:pt x="288608" y="24765"/>
                  </a:lnTo>
                  <a:cubicBezTo>
                    <a:pt x="212408" y="59055"/>
                    <a:pt x="109538" y="137160"/>
                    <a:pt x="0" y="311467"/>
                  </a:cubicBezTo>
                  <a:cubicBezTo>
                    <a:pt x="108585" y="485775"/>
                    <a:pt x="212408" y="563880"/>
                    <a:pt x="288608" y="598170"/>
                  </a:cubicBezTo>
                  <a:lnTo>
                    <a:pt x="288608" y="598170"/>
                  </a:lnTo>
                  <a:cubicBezTo>
                    <a:pt x="326708" y="614363"/>
                    <a:pt x="368617" y="623888"/>
                    <a:pt x="413385" y="623888"/>
                  </a:cubicBezTo>
                  <a:cubicBezTo>
                    <a:pt x="457200" y="623888"/>
                    <a:pt x="499110" y="614363"/>
                    <a:pt x="537210" y="598170"/>
                  </a:cubicBezTo>
                  <a:lnTo>
                    <a:pt x="537210" y="598170"/>
                  </a:lnTo>
                  <a:cubicBezTo>
                    <a:pt x="541972" y="596265"/>
                    <a:pt x="546735" y="593407"/>
                    <a:pt x="552450" y="590550"/>
                  </a:cubicBezTo>
                  <a:cubicBezTo>
                    <a:pt x="565785" y="583882"/>
                    <a:pt x="579120" y="576263"/>
                    <a:pt x="591502" y="567690"/>
                  </a:cubicBezTo>
                  <a:cubicBezTo>
                    <a:pt x="659130" y="524827"/>
                    <a:pt x="741045" y="447675"/>
                    <a:pt x="825818" y="312420"/>
                  </a:cubicBezTo>
                  <a:close/>
                  <a:moveTo>
                    <a:pt x="350520" y="312420"/>
                  </a:moveTo>
                  <a:cubicBezTo>
                    <a:pt x="350520" y="278130"/>
                    <a:pt x="379095" y="249555"/>
                    <a:pt x="413385" y="249555"/>
                  </a:cubicBezTo>
                  <a:cubicBezTo>
                    <a:pt x="448627" y="249555"/>
                    <a:pt x="476250" y="277177"/>
                    <a:pt x="476250" y="312420"/>
                  </a:cubicBezTo>
                  <a:cubicBezTo>
                    <a:pt x="476250" y="347663"/>
                    <a:pt x="447675" y="375285"/>
                    <a:pt x="413385" y="375285"/>
                  </a:cubicBezTo>
                  <a:cubicBezTo>
                    <a:pt x="378142" y="374332"/>
                    <a:pt x="350520" y="346710"/>
                    <a:pt x="350520" y="312420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2" name="Vrije vorm: vorm 51">
              <a:extLst>
                <a:ext uri="{FF2B5EF4-FFF2-40B4-BE49-F238E27FC236}">
                  <a16:creationId xmlns:a16="http://schemas.microsoft.com/office/drawing/2014/main" id="{3AC4CCBC-91B7-4537-64B0-AAC7E4B81E4A}"/>
                </a:ext>
              </a:extLst>
            </p:cNvPr>
            <p:cNvSpPr/>
            <p:nvPr/>
          </p:nvSpPr>
          <p:spPr>
            <a:xfrm>
              <a:off x="11209226" y="4936467"/>
              <a:ext cx="653414" cy="754379"/>
            </a:xfrm>
            <a:custGeom>
              <a:avLst/>
              <a:gdLst>
                <a:gd name="connsiteX0" fmla="*/ 952 w 653414"/>
                <a:gd name="connsiteY0" fmla="*/ 188595 h 754379"/>
                <a:gd name="connsiteX1" fmla="*/ 325755 w 653414"/>
                <a:gd name="connsiteY1" fmla="*/ 0 h 754379"/>
                <a:gd name="connsiteX2" fmla="*/ 653415 w 653414"/>
                <a:gd name="connsiteY2" fmla="*/ 188595 h 754379"/>
                <a:gd name="connsiteX3" fmla="*/ 328612 w 653414"/>
                <a:gd name="connsiteY3" fmla="*/ 377190 h 754379"/>
                <a:gd name="connsiteX4" fmla="*/ 952 w 653414"/>
                <a:gd name="connsiteY4" fmla="*/ 188595 h 754379"/>
                <a:gd name="connsiteX5" fmla="*/ 328612 w 653414"/>
                <a:gd name="connsiteY5" fmla="*/ 378142 h 754379"/>
                <a:gd name="connsiteX6" fmla="*/ 653415 w 653414"/>
                <a:gd name="connsiteY6" fmla="*/ 189547 h 754379"/>
                <a:gd name="connsiteX7" fmla="*/ 652462 w 653414"/>
                <a:gd name="connsiteY7" fmla="*/ 565785 h 754379"/>
                <a:gd name="connsiteX8" fmla="*/ 327660 w 653414"/>
                <a:gd name="connsiteY8" fmla="*/ 754380 h 754379"/>
                <a:gd name="connsiteX9" fmla="*/ 328612 w 653414"/>
                <a:gd name="connsiteY9" fmla="*/ 378142 h 754379"/>
                <a:gd name="connsiteX10" fmla="*/ 328612 w 653414"/>
                <a:gd name="connsiteY10" fmla="*/ 378142 h 754379"/>
                <a:gd name="connsiteX11" fmla="*/ 327660 w 653414"/>
                <a:gd name="connsiteY11" fmla="*/ 754380 h 754379"/>
                <a:gd name="connsiteX12" fmla="*/ 0 w 653414"/>
                <a:gd name="connsiteY12" fmla="*/ 565785 h 754379"/>
                <a:gd name="connsiteX13" fmla="*/ 952 w 653414"/>
                <a:gd name="connsiteY13" fmla="*/ 189547 h 754379"/>
                <a:gd name="connsiteX14" fmla="*/ 328612 w 653414"/>
                <a:gd name="connsiteY14" fmla="*/ 378142 h 754379"/>
                <a:gd name="connsiteX15" fmla="*/ 952 w 653414"/>
                <a:gd name="connsiteY15" fmla="*/ 188595 h 754379"/>
                <a:gd name="connsiteX16" fmla="*/ 325755 w 653414"/>
                <a:gd name="connsiteY16" fmla="*/ 0 h 754379"/>
                <a:gd name="connsiteX17" fmla="*/ 653415 w 653414"/>
                <a:gd name="connsiteY17" fmla="*/ 188595 h 754379"/>
                <a:gd name="connsiteX18" fmla="*/ 328612 w 653414"/>
                <a:gd name="connsiteY18" fmla="*/ 377190 h 754379"/>
                <a:gd name="connsiteX19" fmla="*/ 952 w 653414"/>
                <a:gd name="connsiteY19" fmla="*/ 188595 h 754379"/>
                <a:gd name="connsiteX20" fmla="*/ 328612 w 653414"/>
                <a:gd name="connsiteY20" fmla="*/ 378142 h 754379"/>
                <a:gd name="connsiteX21" fmla="*/ 653415 w 653414"/>
                <a:gd name="connsiteY21" fmla="*/ 189547 h 754379"/>
                <a:gd name="connsiteX22" fmla="*/ 652462 w 653414"/>
                <a:gd name="connsiteY22" fmla="*/ 565785 h 754379"/>
                <a:gd name="connsiteX23" fmla="*/ 327660 w 653414"/>
                <a:gd name="connsiteY23" fmla="*/ 754380 h 754379"/>
                <a:gd name="connsiteX24" fmla="*/ 328612 w 653414"/>
                <a:gd name="connsiteY24" fmla="*/ 378142 h 754379"/>
                <a:gd name="connsiteX25" fmla="*/ 328612 w 653414"/>
                <a:gd name="connsiteY25" fmla="*/ 378142 h 754379"/>
                <a:gd name="connsiteX26" fmla="*/ 327660 w 653414"/>
                <a:gd name="connsiteY26" fmla="*/ 754380 h 754379"/>
                <a:gd name="connsiteX27" fmla="*/ 0 w 653414"/>
                <a:gd name="connsiteY27" fmla="*/ 565785 h 754379"/>
                <a:gd name="connsiteX28" fmla="*/ 952 w 653414"/>
                <a:gd name="connsiteY28" fmla="*/ 189547 h 754379"/>
                <a:gd name="connsiteX29" fmla="*/ 328612 w 653414"/>
                <a:gd name="connsiteY29" fmla="*/ 378142 h 75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53414" h="754379">
                  <a:moveTo>
                    <a:pt x="952" y="188595"/>
                  </a:moveTo>
                  <a:lnTo>
                    <a:pt x="325755" y="0"/>
                  </a:lnTo>
                  <a:lnTo>
                    <a:pt x="653415" y="188595"/>
                  </a:lnTo>
                  <a:lnTo>
                    <a:pt x="328612" y="377190"/>
                  </a:lnTo>
                  <a:lnTo>
                    <a:pt x="952" y="188595"/>
                  </a:lnTo>
                  <a:close/>
                  <a:moveTo>
                    <a:pt x="328612" y="378142"/>
                  </a:moveTo>
                  <a:lnTo>
                    <a:pt x="653415" y="189547"/>
                  </a:lnTo>
                  <a:lnTo>
                    <a:pt x="652462" y="565785"/>
                  </a:lnTo>
                  <a:lnTo>
                    <a:pt x="327660" y="754380"/>
                  </a:lnTo>
                  <a:lnTo>
                    <a:pt x="328612" y="378142"/>
                  </a:lnTo>
                  <a:close/>
                  <a:moveTo>
                    <a:pt x="328612" y="378142"/>
                  </a:moveTo>
                  <a:lnTo>
                    <a:pt x="327660" y="754380"/>
                  </a:lnTo>
                  <a:lnTo>
                    <a:pt x="0" y="565785"/>
                  </a:lnTo>
                  <a:lnTo>
                    <a:pt x="952" y="189547"/>
                  </a:lnTo>
                  <a:lnTo>
                    <a:pt x="328612" y="378142"/>
                  </a:lnTo>
                  <a:close/>
                  <a:moveTo>
                    <a:pt x="952" y="188595"/>
                  </a:moveTo>
                  <a:lnTo>
                    <a:pt x="325755" y="0"/>
                  </a:lnTo>
                  <a:lnTo>
                    <a:pt x="653415" y="188595"/>
                  </a:lnTo>
                  <a:lnTo>
                    <a:pt x="328612" y="377190"/>
                  </a:lnTo>
                  <a:lnTo>
                    <a:pt x="952" y="188595"/>
                  </a:lnTo>
                  <a:close/>
                  <a:moveTo>
                    <a:pt x="328612" y="378142"/>
                  </a:moveTo>
                  <a:lnTo>
                    <a:pt x="653415" y="189547"/>
                  </a:lnTo>
                  <a:lnTo>
                    <a:pt x="652462" y="565785"/>
                  </a:lnTo>
                  <a:lnTo>
                    <a:pt x="327660" y="754380"/>
                  </a:lnTo>
                  <a:lnTo>
                    <a:pt x="328612" y="378142"/>
                  </a:lnTo>
                  <a:close/>
                  <a:moveTo>
                    <a:pt x="328612" y="378142"/>
                  </a:moveTo>
                  <a:lnTo>
                    <a:pt x="327660" y="754380"/>
                  </a:lnTo>
                  <a:lnTo>
                    <a:pt x="0" y="565785"/>
                  </a:lnTo>
                  <a:lnTo>
                    <a:pt x="952" y="189547"/>
                  </a:lnTo>
                  <a:lnTo>
                    <a:pt x="328612" y="378142"/>
                  </a:ln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3" name="Vrije vorm: vorm 52">
              <a:extLst>
                <a:ext uri="{FF2B5EF4-FFF2-40B4-BE49-F238E27FC236}">
                  <a16:creationId xmlns:a16="http://schemas.microsoft.com/office/drawing/2014/main" id="{12A8FB37-0228-F378-D924-A0411B7CE7A2}"/>
                </a:ext>
              </a:extLst>
            </p:cNvPr>
            <p:cNvSpPr/>
            <p:nvPr/>
          </p:nvSpPr>
          <p:spPr>
            <a:xfrm>
              <a:off x="11145408" y="5822292"/>
              <a:ext cx="779145" cy="779145"/>
            </a:xfrm>
            <a:custGeom>
              <a:avLst/>
              <a:gdLst>
                <a:gd name="connsiteX0" fmla="*/ 0 w 779145"/>
                <a:gd name="connsiteY0" fmla="*/ 389573 h 779145"/>
                <a:gd name="connsiteX1" fmla="*/ 779145 w 779145"/>
                <a:gd name="connsiteY1" fmla="*/ 389573 h 779145"/>
                <a:gd name="connsiteX2" fmla="*/ 664845 w 779145"/>
                <a:gd name="connsiteY2" fmla="*/ 664845 h 779145"/>
                <a:gd name="connsiteX3" fmla="*/ 114300 w 779145"/>
                <a:gd name="connsiteY3" fmla="*/ 114300 h 779145"/>
                <a:gd name="connsiteX4" fmla="*/ 664845 w 779145"/>
                <a:gd name="connsiteY4" fmla="*/ 114300 h 779145"/>
                <a:gd name="connsiteX5" fmla="*/ 114300 w 779145"/>
                <a:gd name="connsiteY5" fmla="*/ 664845 h 779145"/>
                <a:gd name="connsiteX6" fmla="*/ 389573 w 779145"/>
                <a:gd name="connsiteY6" fmla="*/ 0 h 779145"/>
                <a:gd name="connsiteX7" fmla="*/ 389573 w 779145"/>
                <a:gd name="connsiteY7" fmla="*/ 779145 h 77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9145" h="779145">
                  <a:moveTo>
                    <a:pt x="0" y="389573"/>
                  </a:moveTo>
                  <a:lnTo>
                    <a:pt x="779145" y="389573"/>
                  </a:lnTo>
                  <a:moveTo>
                    <a:pt x="664845" y="664845"/>
                  </a:moveTo>
                  <a:lnTo>
                    <a:pt x="114300" y="114300"/>
                  </a:lnTo>
                  <a:moveTo>
                    <a:pt x="664845" y="114300"/>
                  </a:moveTo>
                  <a:lnTo>
                    <a:pt x="114300" y="664845"/>
                  </a:lnTo>
                  <a:moveTo>
                    <a:pt x="389573" y="0"/>
                  </a:moveTo>
                  <a:lnTo>
                    <a:pt x="389573" y="779145"/>
                  </a:lnTo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4" name="Vrije vorm: vorm 53">
              <a:extLst>
                <a:ext uri="{FF2B5EF4-FFF2-40B4-BE49-F238E27FC236}">
                  <a16:creationId xmlns:a16="http://schemas.microsoft.com/office/drawing/2014/main" id="{DB23BF82-257C-BB0A-9B3D-0A3891752787}"/>
                </a:ext>
              </a:extLst>
            </p:cNvPr>
            <p:cNvSpPr/>
            <p:nvPr/>
          </p:nvSpPr>
          <p:spPr>
            <a:xfrm>
              <a:off x="11122548" y="3029562"/>
              <a:ext cx="822959" cy="822959"/>
            </a:xfrm>
            <a:custGeom>
              <a:avLst/>
              <a:gdLst>
                <a:gd name="connsiteX0" fmla="*/ 822960 w 822959"/>
                <a:gd name="connsiteY0" fmla="*/ 411480 h 822959"/>
                <a:gd name="connsiteX1" fmla="*/ 411480 w 822959"/>
                <a:gd name="connsiteY1" fmla="*/ 0 h 822959"/>
                <a:gd name="connsiteX2" fmla="*/ 0 w 822959"/>
                <a:gd name="connsiteY2" fmla="*/ 411480 h 822959"/>
                <a:gd name="connsiteX3" fmla="*/ 411480 w 822959"/>
                <a:gd name="connsiteY3" fmla="*/ 822960 h 822959"/>
                <a:gd name="connsiteX4" fmla="*/ 822960 w 822959"/>
                <a:gd name="connsiteY4" fmla="*/ 411480 h 822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2959" h="822959">
                  <a:moveTo>
                    <a:pt x="822960" y="411480"/>
                  </a:moveTo>
                  <a:cubicBezTo>
                    <a:pt x="596265" y="411480"/>
                    <a:pt x="411480" y="227647"/>
                    <a:pt x="411480" y="0"/>
                  </a:cubicBezTo>
                  <a:cubicBezTo>
                    <a:pt x="411480" y="226695"/>
                    <a:pt x="227647" y="411480"/>
                    <a:pt x="0" y="411480"/>
                  </a:cubicBezTo>
                  <a:cubicBezTo>
                    <a:pt x="226695" y="411480"/>
                    <a:pt x="411480" y="595313"/>
                    <a:pt x="411480" y="822960"/>
                  </a:cubicBezTo>
                  <a:cubicBezTo>
                    <a:pt x="411480" y="595313"/>
                    <a:pt x="596265" y="411480"/>
                    <a:pt x="822960" y="411480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45663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>
        <p:tmplLst>
          <p:tmpl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visu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2037ADE-D436-0B27-2885-E0955556A7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1817" y="242887"/>
            <a:ext cx="2000250" cy="637222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2" y="584200"/>
            <a:ext cx="9002538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06D30344-1791-4FDB-CCAD-6AEBE967DA68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9004087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02858AA5-7096-21C5-6FD4-2FF2D772AD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787" y="1592263"/>
            <a:ext cx="9002713" cy="3889375"/>
          </a:xfrm>
        </p:spPr>
        <p:txBody>
          <a:bodyPr/>
          <a:lstStyle>
            <a:lvl1pPr marL="0" indent="0">
              <a:buClr>
                <a:schemeClr val="tx1"/>
              </a:buClr>
              <a:buFont typeface="+mj-lt"/>
              <a:buNone/>
              <a:defRPr sz="2000"/>
            </a:lvl1pPr>
          </a:lstStyle>
          <a:p>
            <a:pPr marL="174625" marR="0" lvl="0" indent="-174625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55600" marR="0" lvl="1" indent="-1778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Sub-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#1</a:t>
            </a:r>
          </a:p>
          <a:p>
            <a:pPr marL="627063" marR="0" lvl="2" indent="-2667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Segoe UI Light" panose="020B0502040204020203" pitchFamily="34" charset="0"/>
              <a:buChar char="–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Sub-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#2</a:t>
            </a:r>
          </a:p>
          <a:p>
            <a:pPr marL="0" marR="0" lvl="3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Leestekst</a:t>
            </a:r>
          </a:p>
          <a:p>
            <a:pPr marL="0" marR="0" lvl="4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FF00C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Subtitel #1</a:t>
            </a:r>
          </a:p>
          <a:p>
            <a:pPr marL="0" marR="0" lvl="5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Alt. subtitel #2</a:t>
            </a:r>
          </a:p>
          <a:p>
            <a:pPr marL="268288" marR="0" lvl="6" indent="-268288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Numerieke 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536575" marR="0" lvl="7" indent="-268288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+mj-lt"/>
              <a:buAutoNum type="alphaLcPeriod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Alfabetische 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8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Bronvermelding</a:t>
            </a:r>
          </a:p>
          <a:p>
            <a:pPr lvl="0"/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154497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Tekst + </a:t>
            </a:r>
            <a:r>
              <a:rPr lang="nl-NL" sz="1600" b="0" cap="none" baseline="0" noProof="0" err="1">
                <a:solidFill>
                  <a:schemeClr val="accent1"/>
                </a:solidFill>
                <a:latin typeface="+mj-lt"/>
              </a:rPr>
              <a:t>visual</a:t>
            </a:r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 wit</a:t>
            </a:r>
          </a:p>
        </p:txBody>
      </p:sp>
      <p:grpSp>
        <p:nvGrpSpPr>
          <p:cNvPr id="79" name="INSTRUCTIE">
            <a:extLst>
              <a:ext uri="{FF2B5EF4-FFF2-40B4-BE49-F238E27FC236}">
                <a16:creationId xmlns:a16="http://schemas.microsoft.com/office/drawing/2014/main" id="{4466E982-38A6-F186-66B4-1E1A86AA51AB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6EA3D920-E3C8-379B-0148-31AE8F7047E6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81" name="Ovaal 80">
              <a:extLst>
                <a:ext uri="{FF2B5EF4-FFF2-40B4-BE49-F238E27FC236}">
                  <a16:creationId xmlns:a16="http://schemas.microsoft.com/office/drawing/2014/main" id="{EB87E7B2-CCDD-8168-2F12-1493D4889FB6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60D2A662-BD53-BFBD-DB77-5CD60465A7AE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" name="Ovaal 82">
              <a:extLst>
                <a:ext uri="{FF2B5EF4-FFF2-40B4-BE49-F238E27FC236}">
                  <a16:creationId xmlns:a16="http://schemas.microsoft.com/office/drawing/2014/main" id="{59E9B130-6FA9-5D49-0ED5-41D7D54A783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D084D1B2-CC53-2E91-91C4-801567032652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AD2CF72B-7B96-4BFC-31DE-E289DA420C57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86" name="Ovaal 85">
              <a:extLst>
                <a:ext uri="{FF2B5EF4-FFF2-40B4-BE49-F238E27FC236}">
                  <a16:creationId xmlns:a16="http://schemas.microsoft.com/office/drawing/2014/main" id="{DF4DE116-E085-00D4-ED5E-3B0BAB30BA87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F8F4C572-DF6F-CB18-2F77-D2956F432173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2A86F5C5-9BDF-8CD7-106E-0E91FC02EFD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374FEDDD-DC56-D9F5-D56D-383B93D805FE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90" name="Ovaal 89">
              <a:extLst>
                <a:ext uri="{FF2B5EF4-FFF2-40B4-BE49-F238E27FC236}">
                  <a16:creationId xmlns:a16="http://schemas.microsoft.com/office/drawing/2014/main" id="{602A2F6A-EC2A-882C-A7D2-4B70166C78E7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B79CD24D-2368-69B6-E636-CAED10702CA0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92" name="Ovaal 91">
              <a:extLst>
                <a:ext uri="{FF2B5EF4-FFF2-40B4-BE49-F238E27FC236}">
                  <a16:creationId xmlns:a16="http://schemas.microsoft.com/office/drawing/2014/main" id="{9EB88A43-42E9-7646-3FED-0EB43AB96720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BCDD0372-9AC0-6670-14E4-154C4F2E7E4A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D0E197E2-78E5-8FF9-7DFD-A42D0A9037F1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7498A4F0-5AA6-094A-5C79-1370873CCBFE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" name="Ovaal 95">
              <a:extLst>
                <a:ext uri="{FF2B5EF4-FFF2-40B4-BE49-F238E27FC236}">
                  <a16:creationId xmlns:a16="http://schemas.microsoft.com/office/drawing/2014/main" id="{5ECF861B-90A7-B041-CBAE-2308FB27111A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C0759271-4DE9-7162-AA49-036A04E62725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98" name="Ovaal 97">
              <a:extLst>
                <a:ext uri="{FF2B5EF4-FFF2-40B4-BE49-F238E27FC236}">
                  <a16:creationId xmlns:a16="http://schemas.microsoft.com/office/drawing/2014/main" id="{12629FCA-6D5E-831A-3599-056557DFF05F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1B5F5159-0AF1-92E8-1E59-4584D0F84554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00" name="Rechthoek 99">
              <a:extLst>
                <a:ext uri="{FF2B5EF4-FFF2-40B4-BE49-F238E27FC236}">
                  <a16:creationId xmlns:a16="http://schemas.microsoft.com/office/drawing/2014/main" id="{D8C4AA1A-6AEF-575A-1742-FECFFE010AA9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01" name="ICOON_info">
              <a:extLst>
                <a:ext uri="{FF2B5EF4-FFF2-40B4-BE49-F238E27FC236}">
                  <a16:creationId xmlns:a16="http://schemas.microsoft.com/office/drawing/2014/main" id="{24B485A1-FF19-17FE-8152-F8B74CEDA5AC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49" name="Ovaal 148">
                <a:extLst>
                  <a:ext uri="{FF2B5EF4-FFF2-40B4-BE49-F238E27FC236}">
                    <a16:creationId xmlns:a16="http://schemas.microsoft.com/office/drawing/2014/main" id="{FEA20FD7-E8F5-4AE0-47BB-0BD352A10BD2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0" name="Graphic 163" descr="Informatie">
                <a:extLst>
                  <a:ext uri="{FF2B5EF4-FFF2-40B4-BE49-F238E27FC236}">
                    <a16:creationId xmlns:a16="http://schemas.microsoft.com/office/drawing/2014/main" id="{8815C60F-BFAE-AF04-5C16-5FFC53BE98C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02" name="VOORBEELD">
              <a:extLst>
                <a:ext uri="{FF2B5EF4-FFF2-40B4-BE49-F238E27FC236}">
                  <a16:creationId xmlns:a16="http://schemas.microsoft.com/office/drawing/2014/main" id="{B1B5E307-D88A-C2F8-10E4-65364C2E7215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09" name="Rechthoek 108">
                <a:extLst>
                  <a:ext uri="{FF2B5EF4-FFF2-40B4-BE49-F238E27FC236}">
                    <a16:creationId xmlns:a16="http://schemas.microsoft.com/office/drawing/2014/main" id="{4F4FE8CC-88F1-6631-CD8F-FDF26D43E6EF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10" name="Rechthoek 109">
                <a:extLst>
                  <a:ext uri="{FF2B5EF4-FFF2-40B4-BE49-F238E27FC236}">
                    <a16:creationId xmlns:a16="http://schemas.microsoft.com/office/drawing/2014/main" id="{EC85065A-EE6B-8588-AE91-B9DA7E2217A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11" name="Groep 110">
                <a:extLst>
                  <a:ext uri="{FF2B5EF4-FFF2-40B4-BE49-F238E27FC236}">
                    <a16:creationId xmlns:a16="http://schemas.microsoft.com/office/drawing/2014/main" id="{1F2FBC03-0D7E-3ACE-5EA9-55B6A560342C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42" name="Groep 141">
                  <a:extLst>
                    <a:ext uri="{FF2B5EF4-FFF2-40B4-BE49-F238E27FC236}">
                      <a16:creationId xmlns:a16="http://schemas.microsoft.com/office/drawing/2014/main" id="{F8FDBA1B-EE0B-9251-4B47-6899677E98E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44" name="Rechte verbindingslijn 143">
                    <a:extLst>
                      <a:ext uri="{FF2B5EF4-FFF2-40B4-BE49-F238E27FC236}">
                        <a16:creationId xmlns:a16="http://schemas.microsoft.com/office/drawing/2014/main" id="{CA27E890-43D1-7C3D-E915-646F53396F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5" name="Rechte verbindingslijn 144">
                    <a:extLst>
                      <a:ext uri="{FF2B5EF4-FFF2-40B4-BE49-F238E27FC236}">
                        <a16:creationId xmlns:a16="http://schemas.microsoft.com/office/drawing/2014/main" id="{9F43F138-A9B2-000B-7B0D-0ACC3997BE6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6" name="Rechte verbindingslijn 145">
                    <a:extLst>
                      <a:ext uri="{FF2B5EF4-FFF2-40B4-BE49-F238E27FC236}">
                        <a16:creationId xmlns:a16="http://schemas.microsoft.com/office/drawing/2014/main" id="{DA2FA926-677B-79C2-9AE1-D089940E88D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7" name="Rechte verbindingslijn 146">
                    <a:extLst>
                      <a:ext uri="{FF2B5EF4-FFF2-40B4-BE49-F238E27FC236}">
                        <a16:creationId xmlns:a16="http://schemas.microsoft.com/office/drawing/2014/main" id="{FD0DEB74-87D7-09D6-99AB-FE1EBD584EA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93F4A027-48AF-F538-1E62-B801CF2C6D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3" name="Pijl: rechts 142">
                  <a:extLst>
                    <a:ext uri="{FF2B5EF4-FFF2-40B4-BE49-F238E27FC236}">
                      <a16:creationId xmlns:a16="http://schemas.microsoft.com/office/drawing/2014/main" id="{C2A5BBFF-2762-323F-6055-635CD92424AE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12" name="Groep 111">
                <a:extLst>
                  <a:ext uri="{FF2B5EF4-FFF2-40B4-BE49-F238E27FC236}">
                    <a16:creationId xmlns:a16="http://schemas.microsoft.com/office/drawing/2014/main" id="{EFCA2F47-B101-C633-830E-EC62350854F4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35" name="Groep 134">
                  <a:extLst>
                    <a:ext uri="{FF2B5EF4-FFF2-40B4-BE49-F238E27FC236}">
                      <a16:creationId xmlns:a16="http://schemas.microsoft.com/office/drawing/2014/main" id="{D16C974C-B5EA-C207-9AD9-96FAFF14C27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37" name="Rechte verbindingslijn 136">
                    <a:extLst>
                      <a:ext uri="{FF2B5EF4-FFF2-40B4-BE49-F238E27FC236}">
                        <a16:creationId xmlns:a16="http://schemas.microsoft.com/office/drawing/2014/main" id="{2D754328-1EBD-B1B5-D6D5-E90E9D4124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8" name="Rechte verbindingslijn 137">
                    <a:extLst>
                      <a:ext uri="{FF2B5EF4-FFF2-40B4-BE49-F238E27FC236}">
                        <a16:creationId xmlns:a16="http://schemas.microsoft.com/office/drawing/2014/main" id="{069A18ED-DEEC-A91E-C125-3116B813FDA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9" name="Rechte verbindingslijn 138">
                    <a:extLst>
                      <a:ext uri="{FF2B5EF4-FFF2-40B4-BE49-F238E27FC236}">
                        <a16:creationId xmlns:a16="http://schemas.microsoft.com/office/drawing/2014/main" id="{685F3EE3-12B9-8998-4E1E-1AF9F95AC7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0" name="Rechte verbindingslijn 139">
                    <a:extLst>
                      <a:ext uri="{FF2B5EF4-FFF2-40B4-BE49-F238E27FC236}">
                        <a16:creationId xmlns:a16="http://schemas.microsoft.com/office/drawing/2014/main" id="{0C15F6D2-A6BD-FA60-F824-7EF025FF97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1" name="Rechte verbindingslijn 140">
                    <a:extLst>
                      <a:ext uri="{FF2B5EF4-FFF2-40B4-BE49-F238E27FC236}">
                        <a16:creationId xmlns:a16="http://schemas.microsoft.com/office/drawing/2014/main" id="{6CDC5DB2-1868-65E5-2960-3B6B029D0B0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6" name="Pijl: rechts 135">
                  <a:extLst>
                    <a:ext uri="{FF2B5EF4-FFF2-40B4-BE49-F238E27FC236}">
                      <a16:creationId xmlns:a16="http://schemas.microsoft.com/office/drawing/2014/main" id="{A89EA169-661F-A634-EC61-DDC2D81D907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13" name="Rechte verbindingslijn 112">
                <a:extLst>
                  <a:ext uri="{FF2B5EF4-FFF2-40B4-BE49-F238E27FC236}">
                    <a16:creationId xmlns:a16="http://schemas.microsoft.com/office/drawing/2014/main" id="{8ADA5785-9050-7E9D-23EE-F0CFC88B9C5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14" name="Rechte verbindingslijn 113">
                <a:extLst>
                  <a:ext uri="{FF2B5EF4-FFF2-40B4-BE49-F238E27FC236}">
                    <a16:creationId xmlns:a16="http://schemas.microsoft.com/office/drawing/2014/main" id="{84A3D9F0-3FAE-1CE4-8499-B369B19923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15" name="Rechthoek 114">
                <a:extLst>
                  <a:ext uri="{FF2B5EF4-FFF2-40B4-BE49-F238E27FC236}">
                    <a16:creationId xmlns:a16="http://schemas.microsoft.com/office/drawing/2014/main" id="{746F8A52-AA3E-AEF8-E12E-E7DCA2E8049C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16" name="Rechthoek 115">
                <a:extLst>
                  <a:ext uri="{FF2B5EF4-FFF2-40B4-BE49-F238E27FC236}">
                    <a16:creationId xmlns:a16="http://schemas.microsoft.com/office/drawing/2014/main" id="{429A979E-87E9-C090-0403-C57EDDB1DFE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17" name="Groep 116">
                <a:extLst>
                  <a:ext uri="{FF2B5EF4-FFF2-40B4-BE49-F238E27FC236}">
                    <a16:creationId xmlns:a16="http://schemas.microsoft.com/office/drawing/2014/main" id="{637539E9-6813-AFD3-D831-52B891DFDB73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27" name="Rechthoek 126">
                  <a:extLst>
                    <a:ext uri="{FF2B5EF4-FFF2-40B4-BE49-F238E27FC236}">
                      <a16:creationId xmlns:a16="http://schemas.microsoft.com/office/drawing/2014/main" id="{184982EF-EEB9-0DDC-63E6-B2561BF004C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28" name="Groep 127">
                  <a:extLst>
                    <a:ext uri="{FF2B5EF4-FFF2-40B4-BE49-F238E27FC236}">
                      <a16:creationId xmlns:a16="http://schemas.microsoft.com/office/drawing/2014/main" id="{9294FC12-33AF-4E8A-E278-22692B511DE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30" name="Rechte verbindingslijn 129">
                    <a:extLst>
                      <a:ext uri="{FF2B5EF4-FFF2-40B4-BE49-F238E27FC236}">
                        <a16:creationId xmlns:a16="http://schemas.microsoft.com/office/drawing/2014/main" id="{291B6EDD-2D92-A4A0-9E52-6865F957686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1" name="Rechte verbindingslijn 130">
                    <a:extLst>
                      <a:ext uri="{FF2B5EF4-FFF2-40B4-BE49-F238E27FC236}">
                        <a16:creationId xmlns:a16="http://schemas.microsoft.com/office/drawing/2014/main" id="{BD0FA250-F044-F2D2-2422-AAA506DCF30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2" name="Rechte verbindingslijn 131">
                    <a:extLst>
                      <a:ext uri="{FF2B5EF4-FFF2-40B4-BE49-F238E27FC236}">
                        <a16:creationId xmlns:a16="http://schemas.microsoft.com/office/drawing/2014/main" id="{0B5DC80E-4D39-4FAF-4642-D2517B033EA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3" name="Rechte verbindingslijn 132">
                    <a:extLst>
                      <a:ext uri="{FF2B5EF4-FFF2-40B4-BE49-F238E27FC236}">
                        <a16:creationId xmlns:a16="http://schemas.microsoft.com/office/drawing/2014/main" id="{CFEBF9AE-D066-4AA0-AFBC-91EE96E666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4" name="Rechte verbindingslijn 133">
                    <a:extLst>
                      <a:ext uri="{FF2B5EF4-FFF2-40B4-BE49-F238E27FC236}">
                        <a16:creationId xmlns:a16="http://schemas.microsoft.com/office/drawing/2014/main" id="{3D1D1F28-6920-E44F-A4CE-BA377CE4B04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9" name="Pijl: rechts 128">
                  <a:extLst>
                    <a:ext uri="{FF2B5EF4-FFF2-40B4-BE49-F238E27FC236}">
                      <a16:creationId xmlns:a16="http://schemas.microsoft.com/office/drawing/2014/main" id="{35AB1BA2-1CBE-1AD2-1694-71B4540C1E0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18" name="Groep 117">
                <a:extLst>
                  <a:ext uri="{FF2B5EF4-FFF2-40B4-BE49-F238E27FC236}">
                    <a16:creationId xmlns:a16="http://schemas.microsoft.com/office/drawing/2014/main" id="{234F79AA-052B-81B9-AE76-206DA84178FC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19" name="Rechthoek 118">
                  <a:extLst>
                    <a:ext uri="{FF2B5EF4-FFF2-40B4-BE49-F238E27FC236}">
                      <a16:creationId xmlns:a16="http://schemas.microsoft.com/office/drawing/2014/main" id="{779B788C-7F4D-7071-61F4-FCBD7ABD3705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20" name="Groep 119">
                  <a:extLst>
                    <a:ext uri="{FF2B5EF4-FFF2-40B4-BE49-F238E27FC236}">
                      <a16:creationId xmlns:a16="http://schemas.microsoft.com/office/drawing/2014/main" id="{C3517239-A31F-7C8D-B947-2A4E13D70AE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22" name="Rechte verbindingslijn 121">
                    <a:extLst>
                      <a:ext uri="{FF2B5EF4-FFF2-40B4-BE49-F238E27FC236}">
                        <a16:creationId xmlns:a16="http://schemas.microsoft.com/office/drawing/2014/main" id="{0B2A6788-367A-2535-9CDF-927782A192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3" name="Rechte verbindingslijn 122">
                    <a:extLst>
                      <a:ext uri="{FF2B5EF4-FFF2-40B4-BE49-F238E27FC236}">
                        <a16:creationId xmlns:a16="http://schemas.microsoft.com/office/drawing/2014/main" id="{817A7256-8819-B29B-9583-61E94415504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4" name="Rechte verbindingslijn 123">
                    <a:extLst>
                      <a:ext uri="{FF2B5EF4-FFF2-40B4-BE49-F238E27FC236}">
                        <a16:creationId xmlns:a16="http://schemas.microsoft.com/office/drawing/2014/main" id="{2FEA2734-5353-570A-8AED-9B3C48457A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5" name="Rechte verbindingslijn 124">
                    <a:extLst>
                      <a:ext uri="{FF2B5EF4-FFF2-40B4-BE49-F238E27FC236}">
                        <a16:creationId xmlns:a16="http://schemas.microsoft.com/office/drawing/2014/main" id="{BACF4C1B-2329-29BA-DF08-25B1B9002D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6" name="Rechte verbindingslijn 125">
                    <a:extLst>
                      <a:ext uri="{FF2B5EF4-FFF2-40B4-BE49-F238E27FC236}">
                        <a16:creationId xmlns:a16="http://schemas.microsoft.com/office/drawing/2014/main" id="{E63F83C0-BF20-1656-ED13-C76B3F7D66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1" name="Pijl: rechts 120">
                  <a:extLst>
                    <a:ext uri="{FF2B5EF4-FFF2-40B4-BE49-F238E27FC236}">
                      <a16:creationId xmlns:a16="http://schemas.microsoft.com/office/drawing/2014/main" id="{624D937A-E73A-4126-F78A-2B525ECE3A4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03" name="Groep 102">
              <a:extLst>
                <a:ext uri="{FF2B5EF4-FFF2-40B4-BE49-F238E27FC236}">
                  <a16:creationId xmlns:a16="http://schemas.microsoft.com/office/drawing/2014/main" id="{9EE12C09-6292-B970-2447-B419CE0EA59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04" name="Inspireren">
                <a:extLst>
                  <a:ext uri="{FF2B5EF4-FFF2-40B4-BE49-F238E27FC236}">
                    <a16:creationId xmlns:a16="http://schemas.microsoft.com/office/drawing/2014/main" id="{3124E310-45E1-45A6-3C03-313BC6EE50E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06" name="Freeform 12">
                  <a:extLst>
                    <a:ext uri="{FF2B5EF4-FFF2-40B4-BE49-F238E27FC236}">
                      <a16:creationId xmlns:a16="http://schemas.microsoft.com/office/drawing/2014/main" id="{8C3D6C32-2609-9ACB-5C3E-350ACBC1B7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07" name="Freeform 13">
                  <a:extLst>
                    <a:ext uri="{FF2B5EF4-FFF2-40B4-BE49-F238E27FC236}">
                      <a16:creationId xmlns:a16="http://schemas.microsoft.com/office/drawing/2014/main" id="{0BA6C2EA-58E7-5AF9-3F82-E94BE7429E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08" name="Freeform 14">
                  <a:extLst>
                    <a:ext uri="{FF2B5EF4-FFF2-40B4-BE49-F238E27FC236}">
                      <a16:creationId xmlns:a16="http://schemas.microsoft.com/office/drawing/2014/main" id="{676C198A-E288-192C-FDCF-32CABF09F0E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05" name="Tekstvak 104">
                <a:extLst>
                  <a:ext uri="{FF2B5EF4-FFF2-40B4-BE49-F238E27FC236}">
                    <a16:creationId xmlns:a16="http://schemas.microsoft.com/office/drawing/2014/main" id="{2675751E-D1BA-E725-92A3-6A9A4BDB9707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049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040" userDrawn="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visual zw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hthoek 122">
            <a:extLst>
              <a:ext uri="{FF2B5EF4-FFF2-40B4-BE49-F238E27FC236}">
                <a16:creationId xmlns:a16="http://schemas.microsoft.com/office/drawing/2014/main" id="{4BAA425B-FBA7-09AF-DAA3-1C21141088E0}"/>
              </a:ext>
            </a:extLst>
          </p:cNvPr>
          <p:cNvSpPr/>
          <p:nvPr userDrawn="1"/>
        </p:nvSpPr>
        <p:spPr>
          <a:xfrm>
            <a:off x="380246" y="5629750"/>
            <a:ext cx="3014804" cy="9420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2" y="584200"/>
            <a:ext cx="9002538" cy="3285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06D30344-1791-4FDB-CCAD-6AEBE967DA68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9004087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178542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kern="1200" cap="none" baseline="0" noProof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Tekst + </a:t>
            </a:r>
            <a:r>
              <a:rPr lang="nl-NL" sz="1600" b="0" kern="1200" cap="none" baseline="0" noProof="0" err="1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visual</a:t>
            </a:r>
            <a:r>
              <a:rPr lang="nl-NL" sz="1600" b="0" kern="1200" cap="none" baseline="0" noProof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 zwart</a:t>
            </a:r>
          </a:p>
        </p:txBody>
      </p:sp>
      <p:grpSp>
        <p:nvGrpSpPr>
          <p:cNvPr id="4" name="INSTRUCTIE">
            <a:extLst>
              <a:ext uri="{FF2B5EF4-FFF2-40B4-BE49-F238E27FC236}">
                <a16:creationId xmlns:a16="http://schemas.microsoft.com/office/drawing/2014/main" id="{20932347-ECA9-F8B6-B594-D5463521948E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E5259C49-28AC-F0A2-F991-C744C4857FB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7" name="Ovaal 6">
              <a:extLst>
                <a:ext uri="{FF2B5EF4-FFF2-40B4-BE49-F238E27FC236}">
                  <a16:creationId xmlns:a16="http://schemas.microsoft.com/office/drawing/2014/main" id="{9ADF5290-CF8E-77C2-2571-BC8D9FA864E8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CAA5BC02-7CB4-FEA9-8042-1093F8060AD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8827F6C0-8867-C712-849D-6CDCC336AF3F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E3098B89-AB56-8DD5-6813-221A6662BEEE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FDC1AD6E-B74A-703B-7C02-2936B4875845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6AA1E985-74E5-39B6-7E52-F0AC7035C5C5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4B21593-38A8-12B2-9B61-7F1F7F6CFE15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915CF66B-64BF-6785-7EB1-7C86588FB90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1E18C969-BE0A-F12B-262F-609D82EA09E5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F27EEBBA-07C8-E088-E87A-8231ABC169C6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D40CB1E3-575F-7840-07DC-40ADC5BF7325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E957A2D2-CB0D-0223-D0A4-86644A453EBE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2FDD2892-9847-9FF6-6763-1A3469872B38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DC375970-0FA5-2658-E953-21F373FDF6AB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B62A752E-9F6F-7500-DA88-9D3EFAAF30CF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7ED49E14-F5B5-DA61-2DA1-F9A24C21FCD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55AEC9A8-5591-94AA-78DA-7AB29557D9B6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92FC09AF-1D62-FC52-C894-37B5AA228BEA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DD10E959-3F04-63B7-4827-58080B78E1D7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3BCA33BC-33BF-9FA1-E57F-8E14AFC09AD8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30" name="ICOON_info">
              <a:extLst>
                <a:ext uri="{FF2B5EF4-FFF2-40B4-BE49-F238E27FC236}">
                  <a16:creationId xmlns:a16="http://schemas.microsoft.com/office/drawing/2014/main" id="{CB6526C1-5CC7-4CA3-3EC8-CC6AC2DC926E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8" name="Ovaal 77">
                <a:extLst>
                  <a:ext uri="{FF2B5EF4-FFF2-40B4-BE49-F238E27FC236}">
                    <a16:creationId xmlns:a16="http://schemas.microsoft.com/office/drawing/2014/main" id="{B4418714-BC5E-960E-6782-91CD548C3FC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9" name="Graphic 163" descr="Informatie">
                <a:extLst>
                  <a:ext uri="{FF2B5EF4-FFF2-40B4-BE49-F238E27FC236}">
                    <a16:creationId xmlns:a16="http://schemas.microsoft.com/office/drawing/2014/main" id="{A7E4D12B-D328-8FF0-ACC6-DB87ABA16E1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1" name="VOORBEELD">
              <a:extLst>
                <a:ext uri="{FF2B5EF4-FFF2-40B4-BE49-F238E27FC236}">
                  <a16:creationId xmlns:a16="http://schemas.microsoft.com/office/drawing/2014/main" id="{2B846DC7-7DC0-E47B-FECE-872204BBDAAF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FA39DFFF-1358-F001-13BF-79C2459489E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732AFB69-6CE8-5CC0-98F0-52E0E26B9534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0" name="Groep 39">
                <a:extLst>
                  <a:ext uri="{FF2B5EF4-FFF2-40B4-BE49-F238E27FC236}">
                    <a16:creationId xmlns:a16="http://schemas.microsoft.com/office/drawing/2014/main" id="{07A37E68-F5FD-0BCB-EE7B-AF89EFE6BE30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1" name="Groep 70">
                  <a:extLst>
                    <a:ext uri="{FF2B5EF4-FFF2-40B4-BE49-F238E27FC236}">
                      <a16:creationId xmlns:a16="http://schemas.microsoft.com/office/drawing/2014/main" id="{9FFC035C-1B91-897B-F494-8CD362DDFD2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4A748729-A2F3-D8D4-A1A8-53A5D2A5259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A9523534-F026-6F3B-7E2A-ECD91C8ADF6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F84595D9-3DB2-BACB-AFC6-391FE72926E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3A8C3ECE-C09A-F747-75DA-B5B56864FC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5338251A-9B6A-65F9-BB00-A718500A294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2" name="Pijl: rechts 71">
                  <a:extLst>
                    <a:ext uri="{FF2B5EF4-FFF2-40B4-BE49-F238E27FC236}">
                      <a16:creationId xmlns:a16="http://schemas.microsoft.com/office/drawing/2014/main" id="{B133F325-9F59-B707-B2B7-AB211FE6C21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1" name="Groep 40">
                <a:extLst>
                  <a:ext uri="{FF2B5EF4-FFF2-40B4-BE49-F238E27FC236}">
                    <a16:creationId xmlns:a16="http://schemas.microsoft.com/office/drawing/2014/main" id="{8C10BE1A-4CCC-66B2-C182-F68CB94A9D6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4" name="Groep 63">
                  <a:extLst>
                    <a:ext uri="{FF2B5EF4-FFF2-40B4-BE49-F238E27FC236}">
                      <a16:creationId xmlns:a16="http://schemas.microsoft.com/office/drawing/2014/main" id="{8E139D95-1051-9A25-D45E-BFACE848531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0EB4363E-C202-144F-D4CD-E60484A6638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0CB212B0-FC3F-D0F1-FFB5-40FFF4B2EC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9D813591-C0B2-3CE4-D184-637172A32B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4E9D0C9A-BF73-F04D-D7C8-835D9ABB3D6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0C474466-FC71-535A-7B0E-A510460ADB0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5" name="Pijl: rechts 64">
                  <a:extLst>
                    <a:ext uri="{FF2B5EF4-FFF2-40B4-BE49-F238E27FC236}">
                      <a16:creationId xmlns:a16="http://schemas.microsoft.com/office/drawing/2014/main" id="{52A89839-D279-491F-B0B0-318B802A1ADF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2" name="Rechte verbindingslijn 41">
                <a:extLst>
                  <a:ext uri="{FF2B5EF4-FFF2-40B4-BE49-F238E27FC236}">
                    <a16:creationId xmlns:a16="http://schemas.microsoft.com/office/drawing/2014/main" id="{71A91B41-6B13-1DFF-B1CE-A258B3549B2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3" name="Rechte verbindingslijn 42">
                <a:extLst>
                  <a:ext uri="{FF2B5EF4-FFF2-40B4-BE49-F238E27FC236}">
                    <a16:creationId xmlns:a16="http://schemas.microsoft.com/office/drawing/2014/main" id="{C099A5B7-844F-C974-65DB-6AF28D4844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93038422-DE88-F010-8F5B-64E9A94569BC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B6A63001-590A-1B6F-E72D-9BF88B22C496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46" name="Groep 45">
                <a:extLst>
                  <a:ext uri="{FF2B5EF4-FFF2-40B4-BE49-F238E27FC236}">
                    <a16:creationId xmlns:a16="http://schemas.microsoft.com/office/drawing/2014/main" id="{EB166ECC-C3B7-75EA-BA1E-248266115EA2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6" name="Rechthoek 55">
                  <a:extLst>
                    <a:ext uri="{FF2B5EF4-FFF2-40B4-BE49-F238E27FC236}">
                      <a16:creationId xmlns:a16="http://schemas.microsoft.com/office/drawing/2014/main" id="{420C7D2C-7D7B-7808-053C-97DF50C2D804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7" name="Groep 56">
                  <a:extLst>
                    <a:ext uri="{FF2B5EF4-FFF2-40B4-BE49-F238E27FC236}">
                      <a16:creationId xmlns:a16="http://schemas.microsoft.com/office/drawing/2014/main" id="{E21B9867-75B2-9F55-AAC7-81E6447011A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16742422-58E0-177B-5391-62957D98F90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62216525-C54C-72D6-8229-9F8C4F6CD16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E965F365-8F11-CD14-3009-E31804F111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208BE6AE-6B66-F0DC-8948-C19B7FDBD10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DD9179FE-8E01-D877-3336-9089D997DF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8" name="Pijl: rechts 57">
                  <a:extLst>
                    <a:ext uri="{FF2B5EF4-FFF2-40B4-BE49-F238E27FC236}">
                      <a16:creationId xmlns:a16="http://schemas.microsoft.com/office/drawing/2014/main" id="{A5EDC49B-327E-54DD-1E4E-5C9FC630970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4D3CEA1C-E971-30D9-FB73-9D80D3BA944A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8" name="Rechthoek 47">
                  <a:extLst>
                    <a:ext uri="{FF2B5EF4-FFF2-40B4-BE49-F238E27FC236}">
                      <a16:creationId xmlns:a16="http://schemas.microsoft.com/office/drawing/2014/main" id="{F9F1BF35-CC4D-E272-7CC8-43EE0B92F04F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9" name="Groep 48">
                  <a:extLst>
                    <a:ext uri="{FF2B5EF4-FFF2-40B4-BE49-F238E27FC236}">
                      <a16:creationId xmlns:a16="http://schemas.microsoft.com/office/drawing/2014/main" id="{52535C33-C606-5CB1-6791-2688A5AFCA2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9C572539-1515-438B-B189-B778F1CDEBB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CD3061F3-56E0-63F7-8110-F88B779DCFE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D108249E-625C-B090-506C-1024494966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E8F2D95F-3112-08FC-EA7C-D11CEAA3039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10C4C4C0-C3F2-D0C3-094D-1D5D3418885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0" name="Pijl: rechts 49">
                  <a:extLst>
                    <a:ext uri="{FF2B5EF4-FFF2-40B4-BE49-F238E27FC236}">
                      <a16:creationId xmlns:a16="http://schemas.microsoft.com/office/drawing/2014/main" id="{B85F8069-632E-ED3E-862B-97D9585E059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2" name="Groep 31">
              <a:extLst>
                <a:ext uri="{FF2B5EF4-FFF2-40B4-BE49-F238E27FC236}">
                  <a16:creationId xmlns:a16="http://schemas.microsoft.com/office/drawing/2014/main" id="{BA3E74C5-EEDA-219A-A913-C0ABF33982AE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3" name="Inspireren">
                <a:extLst>
                  <a:ext uri="{FF2B5EF4-FFF2-40B4-BE49-F238E27FC236}">
                    <a16:creationId xmlns:a16="http://schemas.microsoft.com/office/drawing/2014/main" id="{0DA78BC7-F6AF-34A6-E288-39F4188E9499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5" name="Freeform 12">
                  <a:extLst>
                    <a:ext uri="{FF2B5EF4-FFF2-40B4-BE49-F238E27FC236}">
                      <a16:creationId xmlns:a16="http://schemas.microsoft.com/office/drawing/2014/main" id="{93E49EF1-064F-70AD-1434-E804084998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6" name="Freeform 13">
                  <a:extLst>
                    <a:ext uri="{FF2B5EF4-FFF2-40B4-BE49-F238E27FC236}">
                      <a16:creationId xmlns:a16="http://schemas.microsoft.com/office/drawing/2014/main" id="{A4479B59-BEE5-A2C9-27BF-1234411334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7" name="Freeform 14">
                  <a:extLst>
                    <a:ext uri="{FF2B5EF4-FFF2-40B4-BE49-F238E27FC236}">
                      <a16:creationId xmlns:a16="http://schemas.microsoft.com/office/drawing/2014/main" id="{765B813B-A7F7-1638-B44F-166B37AE111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34" name="Tekstvak 33">
                <a:extLst>
                  <a:ext uri="{FF2B5EF4-FFF2-40B4-BE49-F238E27FC236}">
                    <a16:creationId xmlns:a16="http://schemas.microsoft.com/office/drawing/2014/main" id="{337F294A-F446-0BCC-C9A0-8136C92F7A3D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80" name="Tijdelijke aanduiding voor tekst 79">
            <a:extLst>
              <a:ext uri="{FF2B5EF4-FFF2-40B4-BE49-F238E27FC236}">
                <a16:creationId xmlns:a16="http://schemas.microsoft.com/office/drawing/2014/main" id="{22425525-5437-ED36-5185-A66852A96C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788" y="1592263"/>
            <a:ext cx="9050337" cy="3889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  <a:endParaRPr lang="nl-NL"/>
          </a:p>
        </p:txBody>
      </p:sp>
      <p:grpSp>
        <p:nvGrpSpPr>
          <p:cNvPr id="81" name="Graphic 38">
            <a:extLst>
              <a:ext uri="{FF2B5EF4-FFF2-40B4-BE49-F238E27FC236}">
                <a16:creationId xmlns:a16="http://schemas.microsoft.com/office/drawing/2014/main" id="{AF6CDAD8-C4AA-D8A6-24E8-EC0ACF09621E}"/>
              </a:ext>
            </a:extLst>
          </p:cNvPr>
          <p:cNvGrpSpPr/>
          <p:nvPr userDrawn="1"/>
        </p:nvGrpSpPr>
        <p:grpSpPr>
          <a:xfrm>
            <a:off x="10179347" y="286226"/>
            <a:ext cx="1811654" cy="6285547"/>
            <a:chOff x="10136711" y="315890"/>
            <a:chExt cx="1811654" cy="6285547"/>
          </a:xfrm>
          <a:noFill/>
        </p:grpSpPr>
        <p:sp>
          <p:nvSpPr>
            <p:cNvPr id="82" name="Vrije vorm: vorm 81">
              <a:extLst>
                <a:ext uri="{FF2B5EF4-FFF2-40B4-BE49-F238E27FC236}">
                  <a16:creationId xmlns:a16="http://schemas.microsoft.com/office/drawing/2014/main" id="{A7E04F00-63CD-49B1-CE3F-3DF7572E72DC}"/>
                </a:ext>
              </a:extLst>
            </p:cNvPr>
            <p:cNvSpPr/>
            <p:nvPr/>
          </p:nvSpPr>
          <p:spPr>
            <a:xfrm>
              <a:off x="10144331" y="316033"/>
              <a:ext cx="868680" cy="731376"/>
            </a:xfrm>
            <a:custGeom>
              <a:avLst/>
              <a:gdLst>
                <a:gd name="connsiteX0" fmla="*/ 741998 w 868680"/>
                <a:gd name="connsiteY0" fmla="*/ 731376 h 731376"/>
                <a:gd name="connsiteX1" fmla="*/ 674370 w 868680"/>
                <a:gd name="connsiteY1" fmla="*/ 731376 h 731376"/>
                <a:gd name="connsiteX2" fmla="*/ 547688 w 868680"/>
                <a:gd name="connsiteY2" fmla="*/ 604694 h 731376"/>
                <a:gd name="connsiteX3" fmla="*/ 547688 w 868680"/>
                <a:gd name="connsiteY3" fmla="*/ 483726 h 731376"/>
                <a:gd name="connsiteX4" fmla="*/ 434340 w 868680"/>
                <a:gd name="connsiteY4" fmla="*/ 549449 h 731376"/>
                <a:gd name="connsiteX5" fmla="*/ 320993 w 868680"/>
                <a:gd name="connsiteY5" fmla="*/ 483726 h 731376"/>
                <a:gd name="connsiteX6" fmla="*/ 320993 w 868680"/>
                <a:gd name="connsiteY6" fmla="*/ 604694 h 731376"/>
                <a:gd name="connsiteX7" fmla="*/ 194310 w 868680"/>
                <a:gd name="connsiteY7" fmla="*/ 731376 h 731376"/>
                <a:gd name="connsiteX8" fmla="*/ 126682 w 868680"/>
                <a:gd name="connsiteY8" fmla="*/ 731376 h 731376"/>
                <a:gd name="connsiteX9" fmla="*/ 0 w 868680"/>
                <a:gd name="connsiteY9" fmla="*/ 604694 h 731376"/>
                <a:gd name="connsiteX10" fmla="*/ 0 w 868680"/>
                <a:gd name="connsiteY10" fmla="*/ 161781 h 731376"/>
                <a:gd name="connsiteX11" fmla="*/ 74295 w 868680"/>
                <a:gd name="connsiteY11" fmla="*/ 24621 h 731376"/>
                <a:gd name="connsiteX12" fmla="*/ 267653 w 868680"/>
                <a:gd name="connsiteY12" fmla="*/ 40814 h 731376"/>
                <a:gd name="connsiteX13" fmla="*/ 434340 w 868680"/>
                <a:gd name="connsiteY13" fmla="*/ 190356 h 731376"/>
                <a:gd name="connsiteX14" fmla="*/ 601027 w 868680"/>
                <a:gd name="connsiteY14" fmla="*/ 40814 h 731376"/>
                <a:gd name="connsiteX15" fmla="*/ 794385 w 868680"/>
                <a:gd name="connsiteY15" fmla="*/ 24621 h 731376"/>
                <a:gd name="connsiteX16" fmla="*/ 868680 w 868680"/>
                <a:gd name="connsiteY16" fmla="*/ 161781 h 731376"/>
                <a:gd name="connsiteX17" fmla="*/ 868680 w 868680"/>
                <a:gd name="connsiteY17" fmla="*/ 604694 h 731376"/>
                <a:gd name="connsiteX18" fmla="*/ 741998 w 868680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80" h="731376">
                  <a:moveTo>
                    <a:pt x="741998" y="731376"/>
                  </a:moveTo>
                  <a:lnTo>
                    <a:pt x="674370" y="731376"/>
                  </a:lnTo>
                  <a:cubicBezTo>
                    <a:pt x="604838" y="731376"/>
                    <a:pt x="547688" y="674226"/>
                    <a:pt x="547688" y="604694"/>
                  </a:cubicBezTo>
                  <a:lnTo>
                    <a:pt x="547688" y="483726"/>
                  </a:lnTo>
                  <a:cubicBezTo>
                    <a:pt x="547688" y="483726"/>
                    <a:pt x="510540" y="549449"/>
                    <a:pt x="434340" y="549449"/>
                  </a:cubicBezTo>
                  <a:cubicBezTo>
                    <a:pt x="358140" y="549449"/>
                    <a:pt x="320993" y="483726"/>
                    <a:pt x="320993" y="483726"/>
                  </a:cubicBezTo>
                  <a:lnTo>
                    <a:pt x="320993" y="604694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2" y="731376"/>
                  </a:lnTo>
                  <a:cubicBezTo>
                    <a:pt x="57150" y="731376"/>
                    <a:pt x="0" y="674226"/>
                    <a:pt x="0" y="604694"/>
                  </a:cubicBezTo>
                  <a:lnTo>
                    <a:pt x="0" y="161781"/>
                  </a:lnTo>
                  <a:cubicBezTo>
                    <a:pt x="0" y="105584"/>
                    <a:pt x="27622" y="54149"/>
                    <a:pt x="74295" y="24621"/>
                  </a:cubicBezTo>
                  <a:cubicBezTo>
                    <a:pt x="135255" y="-13479"/>
                    <a:pt x="214312" y="-6811"/>
                    <a:pt x="267653" y="40814"/>
                  </a:cubicBezTo>
                  <a:lnTo>
                    <a:pt x="434340" y="190356"/>
                  </a:lnTo>
                  <a:lnTo>
                    <a:pt x="601027" y="40814"/>
                  </a:lnTo>
                  <a:cubicBezTo>
                    <a:pt x="654368" y="-6811"/>
                    <a:pt x="733425" y="-13479"/>
                    <a:pt x="794385" y="24621"/>
                  </a:cubicBezTo>
                  <a:cubicBezTo>
                    <a:pt x="841058" y="54149"/>
                    <a:pt x="868680" y="105584"/>
                    <a:pt x="868680" y="161781"/>
                  </a:cubicBezTo>
                  <a:lnTo>
                    <a:pt x="868680" y="604694"/>
                  </a:lnTo>
                  <a:cubicBezTo>
                    <a:pt x="868680" y="674226"/>
                    <a:pt x="811530" y="731376"/>
                    <a:pt x="741998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47B1DC34-920D-2BDB-AB89-EE79CA713F04}"/>
                </a:ext>
              </a:extLst>
            </p:cNvPr>
            <p:cNvSpPr/>
            <p:nvPr/>
          </p:nvSpPr>
          <p:spPr>
            <a:xfrm>
              <a:off x="10144331" y="3091619"/>
              <a:ext cx="868680" cy="731376"/>
            </a:xfrm>
            <a:custGeom>
              <a:avLst/>
              <a:gdLst>
                <a:gd name="connsiteX0" fmla="*/ 741998 w 868680"/>
                <a:gd name="connsiteY0" fmla="*/ 731376 h 731376"/>
                <a:gd name="connsiteX1" fmla="*/ 674370 w 868680"/>
                <a:gd name="connsiteY1" fmla="*/ 731376 h 731376"/>
                <a:gd name="connsiteX2" fmla="*/ 547688 w 868680"/>
                <a:gd name="connsiteY2" fmla="*/ 604693 h 731376"/>
                <a:gd name="connsiteX3" fmla="*/ 547688 w 868680"/>
                <a:gd name="connsiteY3" fmla="*/ 483726 h 731376"/>
                <a:gd name="connsiteX4" fmla="*/ 434340 w 868680"/>
                <a:gd name="connsiteY4" fmla="*/ 549449 h 731376"/>
                <a:gd name="connsiteX5" fmla="*/ 320993 w 868680"/>
                <a:gd name="connsiteY5" fmla="*/ 483726 h 731376"/>
                <a:gd name="connsiteX6" fmla="*/ 320993 w 868680"/>
                <a:gd name="connsiteY6" fmla="*/ 604693 h 731376"/>
                <a:gd name="connsiteX7" fmla="*/ 194310 w 868680"/>
                <a:gd name="connsiteY7" fmla="*/ 731376 h 731376"/>
                <a:gd name="connsiteX8" fmla="*/ 126682 w 868680"/>
                <a:gd name="connsiteY8" fmla="*/ 731376 h 731376"/>
                <a:gd name="connsiteX9" fmla="*/ 0 w 868680"/>
                <a:gd name="connsiteY9" fmla="*/ 604693 h 731376"/>
                <a:gd name="connsiteX10" fmla="*/ 0 w 868680"/>
                <a:gd name="connsiteY10" fmla="*/ 161781 h 731376"/>
                <a:gd name="connsiteX11" fmla="*/ 74295 w 868680"/>
                <a:gd name="connsiteY11" fmla="*/ 24621 h 731376"/>
                <a:gd name="connsiteX12" fmla="*/ 267653 w 868680"/>
                <a:gd name="connsiteY12" fmla="*/ 40814 h 731376"/>
                <a:gd name="connsiteX13" fmla="*/ 434340 w 868680"/>
                <a:gd name="connsiteY13" fmla="*/ 190356 h 731376"/>
                <a:gd name="connsiteX14" fmla="*/ 601027 w 868680"/>
                <a:gd name="connsiteY14" fmla="*/ 40814 h 731376"/>
                <a:gd name="connsiteX15" fmla="*/ 794385 w 868680"/>
                <a:gd name="connsiteY15" fmla="*/ 24621 h 731376"/>
                <a:gd name="connsiteX16" fmla="*/ 868680 w 868680"/>
                <a:gd name="connsiteY16" fmla="*/ 161781 h 731376"/>
                <a:gd name="connsiteX17" fmla="*/ 868680 w 868680"/>
                <a:gd name="connsiteY17" fmla="*/ 604693 h 731376"/>
                <a:gd name="connsiteX18" fmla="*/ 741998 w 868680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80" h="731376">
                  <a:moveTo>
                    <a:pt x="741998" y="731376"/>
                  </a:moveTo>
                  <a:lnTo>
                    <a:pt x="674370" y="731376"/>
                  </a:lnTo>
                  <a:cubicBezTo>
                    <a:pt x="604838" y="731376"/>
                    <a:pt x="547688" y="674226"/>
                    <a:pt x="547688" y="604693"/>
                  </a:cubicBezTo>
                  <a:lnTo>
                    <a:pt x="547688" y="483726"/>
                  </a:lnTo>
                  <a:cubicBezTo>
                    <a:pt x="547688" y="483726"/>
                    <a:pt x="510540" y="549449"/>
                    <a:pt x="434340" y="549449"/>
                  </a:cubicBezTo>
                  <a:cubicBezTo>
                    <a:pt x="358140" y="549449"/>
                    <a:pt x="320993" y="483726"/>
                    <a:pt x="320993" y="483726"/>
                  </a:cubicBezTo>
                  <a:lnTo>
                    <a:pt x="320993" y="604693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2" y="731376"/>
                  </a:lnTo>
                  <a:cubicBezTo>
                    <a:pt x="57150" y="731376"/>
                    <a:pt x="0" y="674226"/>
                    <a:pt x="0" y="604693"/>
                  </a:cubicBezTo>
                  <a:lnTo>
                    <a:pt x="0" y="161781"/>
                  </a:lnTo>
                  <a:cubicBezTo>
                    <a:pt x="0" y="105583"/>
                    <a:pt x="27622" y="54149"/>
                    <a:pt x="74295" y="24621"/>
                  </a:cubicBezTo>
                  <a:cubicBezTo>
                    <a:pt x="135255" y="-13479"/>
                    <a:pt x="214312" y="-6811"/>
                    <a:pt x="267653" y="40814"/>
                  </a:cubicBezTo>
                  <a:lnTo>
                    <a:pt x="434340" y="190356"/>
                  </a:lnTo>
                  <a:lnTo>
                    <a:pt x="601027" y="40814"/>
                  </a:lnTo>
                  <a:cubicBezTo>
                    <a:pt x="654368" y="-6811"/>
                    <a:pt x="734377" y="-13479"/>
                    <a:pt x="794385" y="24621"/>
                  </a:cubicBezTo>
                  <a:cubicBezTo>
                    <a:pt x="841058" y="54149"/>
                    <a:pt x="868680" y="105583"/>
                    <a:pt x="868680" y="161781"/>
                  </a:cubicBezTo>
                  <a:lnTo>
                    <a:pt x="868680" y="604693"/>
                  </a:lnTo>
                  <a:cubicBezTo>
                    <a:pt x="868680" y="674226"/>
                    <a:pt x="811530" y="731376"/>
                    <a:pt x="741998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4" name="Vrije vorm: vorm 83">
              <a:extLst>
                <a:ext uri="{FF2B5EF4-FFF2-40B4-BE49-F238E27FC236}">
                  <a16:creationId xmlns:a16="http://schemas.microsoft.com/office/drawing/2014/main" id="{44A8C47D-07CD-7A58-8261-B1AC848E673A}"/>
                </a:ext>
              </a:extLst>
            </p:cNvPr>
            <p:cNvSpPr/>
            <p:nvPr/>
          </p:nvSpPr>
          <p:spPr>
            <a:xfrm>
              <a:off x="10151950" y="4928038"/>
              <a:ext cx="868679" cy="731376"/>
            </a:xfrm>
            <a:custGeom>
              <a:avLst/>
              <a:gdLst>
                <a:gd name="connsiteX0" fmla="*/ 741045 w 868679"/>
                <a:gd name="connsiteY0" fmla="*/ 731376 h 731376"/>
                <a:gd name="connsiteX1" fmla="*/ 673418 w 868679"/>
                <a:gd name="connsiteY1" fmla="*/ 731376 h 731376"/>
                <a:gd name="connsiteX2" fmla="*/ 546735 w 868679"/>
                <a:gd name="connsiteY2" fmla="*/ 604694 h 731376"/>
                <a:gd name="connsiteX3" fmla="*/ 546735 w 868679"/>
                <a:gd name="connsiteY3" fmla="*/ 483726 h 731376"/>
                <a:gd name="connsiteX4" fmla="*/ 433388 w 868679"/>
                <a:gd name="connsiteY4" fmla="*/ 549449 h 731376"/>
                <a:gd name="connsiteX5" fmla="*/ 320993 w 868679"/>
                <a:gd name="connsiteY5" fmla="*/ 483726 h 731376"/>
                <a:gd name="connsiteX6" fmla="*/ 320993 w 868679"/>
                <a:gd name="connsiteY6" fmla="*/ 604694 h 731376"/>
                <a:gd name="connsiteX7" fmla="*/ 194310 w 868679"/>
                <a:gd name="connsiteY7" fmla="*/ 731376 h 731376"/>
                <a:gd name="connsiteX8" fmla="*/ 126683 w 868679"/>
                <a:gd name="connsiteY8" fmla="*/ 731376 h 731376"/>
                <a:gd name="connsiteX9" fmla="*/ 0 w 868679"/>
                <a:gd name="connsiteY9" fmla="*/ 604694 h 731376"/>
                <a:gd name="connsiteX10" fmla="*/ 0 w 868679"/>
                <a:gd name="connsiteY10" fmla="*/ 161781 h 731376"/>
                <a:gd name="connsiteX11" fmla="*/ 74295 w 868679"/>
                <a:gd name="connsiteY11" fmla="*/ 24621 h 731376"/>
                <a:gd name="connsiteX12" fmla="*/ 267653 w 868679"/>
                <a:gd name="connsiteY12" fmla="*/ 40814 h 731376"/>
                <a:gd name="connsiteX13" fmla="*/ 434340 w 868679"/>
                <a:gd name="connsiteY13" fmla="*/ 190356 h 731376"/>
                <a:gd name="connsiteX14" fmla="*/ 601028 w 868679"/>
                <a:gd name="connsiteY14" fmla="*/ 40814 h 731376"/>
                <a:gd name="connsiteX15" fmla="*/ 794385 w 868679"/>
                <a:gd name="connsiteY15" fmla="*/ 24621 h 731376"/>
                <a:gd name="connsiteX16" fmla="*/ 868680 w 868679"/>
                <a:gd name="connsiteY16" fmla="*/ 161781 h 731376"/>
                <a:gd name="connsiteX17" fmla="*/ 868680 w 868679"/>
                <a:gd name="connsiteY17" fmla="*/ 604694 h 731376"/>
                <a:gd name="connsiteX18" fmla="*/ 741045 w 868679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79" h="731376">
                  <a:moveTo>
                    <a:pt x="741045" y="731376"/>
                  </a:moveTo>
                  <a:lnTo>
                    <a:pt x="673418" y="731376"/>
                  </a:lnTo>
                  <a:cubicBezTo>
                    <a:pt x="603885" y="731376"/>
                    <a:pt x="546735" y="674226"/>
                    <a:pt x="546735" y="604694"/>
                  </a:cubicBezTo>
                  <a:lnTo>
                    <a:pt x="546735" y="483726"/>
                  </a:lnTo>
                  <a:cubicBezTo>
                    <a:pt x="546735" y="483726"/>
                    <a:pt x="509588" y="549449"/>
                    <a:pt x="433388" y="549449"/>
                  </a:cubicBezTo>
                  <a:cubicBezTo>
                    <a:pt x="357188" y="549449"/>
                    <a:pt x="320993" y="483726"/>
                    <a:pt x="320993" y="483726"/>
                  </a:cubicBezTo>
                  <a:lnTo>
                    <a:pt x="320993" y="604694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3" y="731376"/>
                  </a:lnTo>
                  <a:cubicBezTo>
                    <a:pt x="57150" y="731376"/>
                    <a:pt x="0" y="674226"/>
                    <a:pt x="0" y="604694"/>
                  </a:cubicBezTo>
                  <a:lnTo>
                    <a:pt x="0" y="161781"/>
                  </a:lnTo>
                  <a:cubicBezTo>
                    <a:pt x="0" y="105583"/>
                    <a:pt x="27623" y="54149"/>
                    <a:pt x="74295" y="24621"/>
                  </a:cubicBezTo>
                  <a:cubicBezTo>
                    <a:pt x="135255" y="-13479"/>
                    <a:pt x="214313" y="-6811"/>
                    <a:pt x="267653" y="40814"/>
                  </a:cubicBezTo>
                  <a:lnTo>
                    <a:pt x="434340" y="190356"/>
                  </a:lnTo>
                  <a:lnTo>
                    <a:pt x="601028" y="40814"/>
                  </a:lnTo>
                  <a:cubicBezTo>
                    <a:pt x="654368" y="-6811"/>
                    <a:pt x="733425" y="-13479"/>
                    <a:pt x="794385" y="24621"/>
                  </a:cubicBezTo>
                  <a:cubicBezTo>
                    <a:pt x="841058" y="54149"/>
                    <a:pt x="868680" y="105583"/>
                    <a:pt x="868680" y="161781"/>
                  </a:cubicBezTo>
                  <a:lnTo>
                    <a:pt x="868680" y="604694"/>
                  </a:lnTo>
                  <a:cubicBezTo>
                    <a:pt x="867728" y="674226"/>
                    <a:pt x="811530" y="731376"/>
                    <a:pt x="741045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5" name="Vrije vorm: vorm 84">
              <a:extLst>
                <a:ext uri="{FF2B5EF4-FFF2-40B4-BE49-F238E27FC236}">
                  <a16:creationId xmlns:a16="http://schemas.microsoft.com/office/drawing/2014/main" id="{0312CC9B-F296-4224-E655-4C9B17EE92B3}"/>
                </a:ext>
              </a:extLst>
            </p:cNvPr>
            <p:cNvSpPr/>
            <p:nvPr/>
          </p:nvSpPr>
          <p:spPr>
            <a:xfrm>
              <a:off x="10151950" y="5842438"/>
              <a:ext cx="868679" cy="731376"/>
            </a:xfrm>
            <a:custGeom>
              <a:avLst/>
              <a:gdLst>
                <a:gd name="connsiteX0" fmla="*/ 741045 w 868679"/>
                <a:gd name="connsiteY0" fmla="*/ 731376 h 731376"/>
                <a:gd name="connsiteX1" fmla="*/ 673418 w 868679"/>
                <a:gd name="connsiteY1" fmla="*/ 731376 h 731376"/>
                <a:gd name="connsiteX2" fmla="*/ 546735 w 868679"/>
                <a:gd name="connsiteY2" fmla="*/ 604694 h 731376"/>
                <a:gd name="connsiteX3" fmla="*/ 546735 w 868679"/>
                <a:gd name="connsiteY3" fmla="*/ 483726 h 731376"/>
                <a:gd name="connsiteX4" fmla="*/ 433388 w 868679"/>
                <a:gd name="connsiteY4" fmla="*/ 549449 h 731376"/>
                <a:gd name="connsiteX5" fmla="*/ 320993 w 868679"/>
                <a:gd name="connsiteY5" fmla="*/ 483726 h 731376"/>
                <a:gd name="connsiteX6" fmla="*/ 320993 w 868679"/>
                <a:gd name="connsiteY6" fmla="*/ 604694 h 731376"/>
                <a:gd name="connsiteX7" fmla="*/ 194310 w 868679"/>
                <a:gd name="connsiteY7" fmla="*/ 731376 h 731376"/>
                <a:gd name="connsiteX8" fmla="*/ 126683 w 868679"/>
                <a:gd name="connsiteY8" fmla="*/ 731376 h 731376"/>
                <a:gd name="connsiteX9" fmla="*/ 0 w 868679"/>
                <a:gd name="connsiteY9" fmla="*/ 604694 h 731376"/>
                <a:gd name="connsiteX10" fmla="*/ 0 w 868679"/>
                <a:gd name="connsiteY10" fmla="*/ 161781 h 731376"/>
                <a:gd name="connsiteX11" fmla="*/ 74295 w 868679"/>
                <a:gd name="connsiteY11" fmla="*/ 24621 h 731376"/>
                <a:gd name="connsiteX12" fmla="*/ 267653 w 868679"/>
                <a:gd name="connsiteY12" fmla="*/ 40814 h 731376"/>
                <a:gd name="connsiteX13" fmla="*/ 434340 w 868679"/>
                <a:gd name="connsiteY13" fmla="*/ 190356 h 731376"/>
                <a:gd name="connsiteX14" fmla="*/ 601028 w 868679"/>
                <a:gd name="connsiteY14" fmla="*/ 40814 h 731376"/>
                <a:gd name="connsiteX15" fmla="*/ 794385 w 868679"/>
                <a:gd name="connsiteY15" fmla="*/ 24621 h 731376"/>
                <a:gd name="connsiteX16" fmla="*/ 868680 w 868679"/>
                <a:gd name="connsiteY16" fmla="*/ 161781 h 731376"/>
                <a:gd name="connsiteX17" fmla="*/ 868680 w 868679"/>
                <a:gd name="connsiteY17" fmla="*/ 604694 h 731376"/>
                <a:gd name="connsiteX18" fmla="*/ 741045 w 868679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79" h="731376">
                  <a:moveTo>
                    <a:pt x="741045" y="731376"/>
                  </a:moveTo>
                  <a:lnTo>
                    <a:pt x="673418" y="731376"/>
                  </a:lnTo>
                  <a:cubicBezTo>
                    <a:pt x="603885" y="731376"/>
                    <a:pt x="546735" y="674226"/>
                    <a:pt x="546735" y="604694"/>
                  </a:cubicBezTo>
                  <a:lnTo>
                    <a:pt x="546735" y="483726"/>
                  </a:lnTo>
                  <a:cubicBezTo>
                    <a:pt x="546735" y="483726"/>
                    <a:pt x="509588" y="549449"/>
                    <a:pt x="433388" y="549449"/>
                  </a:cubicBezTo>
                  <a:cubicBezTo>
                    <a:pt x="357188" y="549449"/>
                    <a:pt x="320993" y="483726"/>
                    <a:pt x="320993" y="483726"/>
                  </a:cubicBezTo>
                  <a:lnTo>
                    <a:pt x="320993" y="604694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3" y="731376"/>
                  </a:lnTo>
                  <a:cubicBezTo>
                    <a:pt x="57150" y="731376"/>
                    <a:pt x="0" y="674226"/>
                    <a:pt x="0" y="604694"/>
                  </a:cubicBezTo>
                  <a:lnTo>
                    <a:pt x="0" y="161781"/>
                  </a:lnTo>
                  <a:cubicBezTo>
                    <a:pt x="0" y="105583"/>
                    <a:pt x="27623" y="54149"/>
                    <a:pt x="74295" y="24621"/>
                  </a:cubicBezTo>
                  <a:cubicBezTo>
                    <a:pt x="135255" y="-13479"/>
                    <a:pt x="214313" y="-6811"/>
                    <a:pt x="267653" y="40814"/>
                  </a:cubicBezTo>
                  <a:lnTo>
                    <a:pt x="434340" y="190356"/>
                  </a:lnTo>
                  <a:lnTo>
                    <a:pt x="601028" y="40814"/>
                  </a:lnTo>
                  <a:cubicBezTo>
                    <a:pt x="654368" y="-6811"/>
                    <a:pt x="733425" y="-13479"/>
                    <a:pt x="794385" y="24621"/>
                  </a:cubicBezTo>
                  <a:cubicBezTo>
                    <a:pt x="841058" y="54149"/>
                    <a:pt x="868680" y="105583"/>
                    <a:pt x="868680" y="161781"/>
                  </a:cubicBezTo>
                  <a:lnTo>
                    <a:pt x="868680" y="604694"/>
                  </a:lnTo>
                  <a:cubicBezTo>
                    <a:pt x="867728" y="674226"/>
                    <a:pt x="811530" y="731376"/>
                    <a:pt x="741045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6" name="Vrije vorm: vorm 85">
              <a:extLst>
                <a:ext uri="{FF2B5EF4-FFF2-40B4-BE49-F238E27FC236}">
                  <a16:creationId xmlns:a16="http://schemas.microsoft.com/office/drawing/2014/main" id="{652B9D23-514A-B510-8D27-5B919C60BC77}"/>
                </a:ext>
              </a:extLst>
            </p:cNvPr>
            <p:cNvSpPr/>
            <p:nvPr/>
          </p:nvSpPr>
          <p:spPr>
            <a:xfrm>
              <a:off x="10139568" y="1244721"/>
              <a:ext cx="868680" cy="731376"/>
            </a:xfrm>
            <a:custGeom>
              <a:avLst/>
              <a:gdLst>
                <a:gd name="connsiteX0" fmla="*/ 741998 w 868680"/>
                <a:gd name="connsiteY0" fmla="*/ 731376 h 731376"/>
                <a:gd name="connsiteX1" fmla="*/ 674370 w 868680"/>
                <a:gd name="connsiteY1" fmla="*/ 731376 h 731376"/>
                <a:gd name="connsiteX2" fmla="*/ 547688 w 868680"/>
                <a:gd name="connsiteY2" fmla="*/ 604694 h 731376"/>
                <a:gd name="connsiteX3" fmla="*/ 547688 w 868680"/>
                <a:gd name="connsiteY3" fmla="*/ 483726 h 731376"/>
                <a:gd name="connsiteX4" fmla="*/ 434340 w 868680"/>
                <a:gd name="connsiteY4" fmla="*/ 549449 h 731376"/>
                <a:gd name="connsiteX5" fmla="*/ 320993 w 868680"/>
                <a:gd name="connsiteY5" fmla="*/ 483726 h 731376"/>
                <a:gd name="connsiteX6" fmla="*/ 320993 w 868680"/>
                <a:gd name="connsiteY6" fmla="*/ 604694 h 731376"/>
                <a:gd name="connsiteX7" fmla="*/ 194310 w 868680"/>
                <a:gd name="connsiteY7" fmla="*/ 731376 h 731376"/>
                <a:gd name="connsiteX8" fmla="*/ 126682 w 868680"/>
                <a:gd name="connsiteY8" fmla="*/ 731376 h 731376"/>
                <a:gd name="connsiteX9" fmla="*/ 0 w 868680"/>
                <a:gd name="connsiteY9" fmla="*/ 604694 h 731376"/>
                <a:gd name="connsiteX10" fmla="*/ 0 w 868680"/>
                <a:gd name="connsiteY10" fmla="*/ 161781 h 731376"/>
                <a:gd name="connsiteX11" fmla="*/ 74295 w 868680"/>
                <a:gd name="connsiteY11" fmla="*/ 24621 h 731376"/>
                <a:gd name="connsiteX12" fmla="*/ 267653 w 868680"/>
                <a:gd name="connsiteY12" fmla="*/ 40814 h 731376"/>
                <a:gd name="connsiteX13" fmla="*/ 434340 w 868680"/>
                <a:gd name="connsiteY13" fmla="*/ 190356 h 731376"/>
                <a:gd name="connsiteX14" fmla="*/ 601027 w 868680"/>
                <a:gd name="connsiteY14" fmla="*/ 40814 h 731376"/>
                <a:gd name="connsiteX15" fmla="*/ 794385 w 868680"/>
                <a:gd name="connsiteY15" fmla="*/ 24621 h 731376"/>
                <a:gd name="connsiteX16" fmla="*/ 868680 w 868680"/>
                <a:gd name="connsiteY16" fmla="*/ 161781 h 731376"/>
                <a:gd name="connsiteX17" fmla="*/ 868680 w 868680"/>
                <a:gd name="connsiteY17" fmla="*/ 604694 h 731376"/>
                <a:gd name="connsiteX18" fmla="*/ 741998 w 868680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80" h="731376">
                  <a:moveTo>
                    <a:pt x="741998" y="731376"/>
                  </a:moveTo>
                  <a:lnTo>
                    <a:pt x="674370" y="731376"/>
                  </a:lnTo>
                  <a:cubicBezTo>
                    <a:pt x="604838" y="731376"/>
                    <a:pt x="547688" y="674226"/>
                    <a:pt x="547688" y="604694"/>
                  </a:cubicBezTo>
                  <a:lnTo>
                    <a:pt x="547688" y="483726"/>
                  </a:lnTo>
                  <a:cubicBezTo>
                    <a:pt x="547688" y="483726"/>
                    <a:pt x="510540" y="549449"/>
                    <a:pt x="434340" y="549449"/>
                  </a:cubicBezTo>
                  <a:cubicBezTo>
                    <a:pt x="358140" y="549449"/>
                    <a:pt x="320993" y="483726"/>
                    <a:pt x="320993" y="483726"/>
                  </a:cubicBezTo>
                  <a:lnTo>
                    <a:pt x="320993" y="604694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2" y="731376"/>
                  </a:lnTo>
                  <a:cubicBezTo>
                    <a:pt x="57150" y="731376"/>
                    <a:pt x="0" y="674226"/>
                    <a:pt x="0" y="604694"/>
                  </a:cubicBezTo>
                  <a:lnTo>
                    <a:pt x="0" y="161781"/>
                  </a:lnTo>
                  <a:cubicBezTo>
                    <a:pt x="0" y="105583"/>
                    <a:pt x="27622" y="54148"/>
                    <a:pt x="74295" y="24621"/>
                  </a:cubicBezTo>
                  <a:cubicBezTo>
                    <a:pt x="135255" y="-13479"/>
                    <a:pt x="214312" y="-6811"/>
                    <a:pt x="267653" y="40814"/>
                  </a:cubicBezTo>
                  <a:lnTo>
                    <a:pt x="434340" y="190356"/>
                  </a:lnTo>
                  <a:lnTo>
                    <a:pt x="601027" y="40814"/>
                  </a:lnTo>
                  <a:cubicBezTo>
                    <a:pt x="654368" y="-6811"/>
                    <a:pt x="733425" y="-13479"/>
                    <a:pt x="794385" y="24621"/>
                  </a:cubicBezTo>
                  <a:cubicBezTo>
                    <a:pt x="841058" y="54148"/>
                    <a:pt x="868680" y="105583"/>
                    <a:pt x="868680" y="161781"/>
                  </a:cubicBezTo>
                  <a:lnTo>
                    <a:pt x="868680" y="604694"/>
                  </a:lnTo>
                  <a:cubicBezTo>
                    <a:pt x="868680" y="674226"/>
                    <a:pt x="811530" y="731376"/>
                    <a:pt x="741998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7" name="Vrije vorm: vorm 86">
              <a:extLst>
                <a:ext uri="{FF2B5EF4-FFF2-40B4-BE49-F238E27FC236}">
                  <a16:creationId xmlns:a16="http://schemas.microsoft.com/office/drawing/2014/main" id="{15195C90-16B9-DF9D-F5A4-63BEF2B50052}"/>
                </a:ext>
              </a:extLst>
            </p:cNvPr>
            <p:cNvSpPr/>
            <p:nvPr/>
          </p:nvSpPr>
          <p:spPr>
            <a:xfrm>
              <a:off x="10136711" y="2162931"/>
              <a:ext cx="868679" cy="731376"/>
            </a:xfrm>
            <a:custGeom>
              <a:avLst/>
              <a:gdLst>
                <a:gd name="connsiteX0" fmla="*/ 741998 w 868679"/>
                <a:gd name="connsiteY0" fmla="*/ 731376 h 731376"/>
                <a:gd name="connsiteX1" fmla="*/ 674370 w 868679"/>
                <a:gd name="connsiteY1" fmla="*/ 731376 h 731376"/>
                <a:gd name="connsiteX2" fmla="*/ 547688 w 868679"/>
                <a:gd name="connsiteY2" fmla="*/ 604693 h 731376"/>
                <a:gd name="connsiteX3" fmla="*/ 547688 w 868679"/>
                <a:gd name="connsiteY3" fmla="*/ 483726 h 731376"/>
                <a:gd name="connsiteX4" fmla="*/ 434340 w 868679"/>
                <a:gd name="connsiteY4" fmla="*/ 549449 h 731376"/>
                <a:gd name="connsiteX5" fmla="*/ 320993 w 868679"/>
                <a:gd name="connsiteY5" fmla="*/ 483726 h 731376"/>
                <a:gd name="connsiteX6" fmla="*/ 320993 w 868679"/>
                <a:gd name="connsiteY6" fmla="*/ 604693 h 731376"/>
                <a:gd name="connsiteX7" fmla="*/ 194310 w 868679"/>
                <a:gd name="connsiteY7" fmla="*/ 731376 h 731376"/>
                <a:gd name="connsiteX8" fmla="*/ 126683 w 868679"/>
                <a:gd name="connsiteY8" fmla="*/ 731376 h 731376"/>
                <a:gd name="connsiteX9" fmla="*/ 0 w 868679"/>
                <a:gd name="connsiteY9" fmla="*/ 604693 h 731376"/>
                <a:gd name="connsiteX10" fmla="*/ 0 w 868679"/>
                <a:gd name="connsiteY10" fmla="*/ 161781 h 731376"/>
                <a:gd name="connsiteX11" fmla="*/ 74295 w 868679"/>
                <a:gd name="connsiteY11" fmla="*/ 24621 h 731376"/>
                <a:gd name="connsiteX12" fmla="*/ 267653 w 868679"/>
                <a:gd name="connsiteY12" fmla="*/ 40813 h 731376"/>
                <a:gd name="connsiteX13" fmla="*/ 434340 w 868679"/>
                <a:gd name="connsiteY13" fmla="*/ 190356 h 731376"/>
                <a:gd name="connsiteX14" fmla="*/ 601028 w 868679"/>
                <a:gd name="connsiteY14" fmla="*/ 40813 h 731376"/>
                <a:gd name="connsiteX15" fmla="*/ 794385 w 868679"/>
                <a:gd name="connsiteY15" fmla="*/ 24621 h 731376"/>
                <a:gd name="connsiteX16" fmla="*/ 868680 w 868679"/>
                <a:gd name="connsiteY16" fmla="*/ 161781 h 731376"/>
                <a:gd name="connsiteX17" fmla="*/ 868680 w 868679"/>
                <a:gd name="connsiteY17" fmla="*/ 604693 h 731376"/>
                <a:gd name="connsiteX18" fmla="*/ 741998 w 868679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79" h="731376">
                  <a:moveTo>
                    <a:pt x="741998" y="731376"/>
                  </a:moveTo>
                  <a:lnTo>
                    <a:pt x="674370" y="731376"/>
                  </a:lnTo>
                  <a:cubicBezTo>
                    <a:pt x="604838" y="731376"/>
                    <a:pt x="547688" y="674226"/>
                    <a:pt x="547688" y="604693"/>
                  </a:cubicBezTo>
                  <a:lnTo>
                    <a:pt x="547688" y="483726"/>
                  </a:lnTo>
                  <a:cubicBezTo>
                    <a:pt x="547688" y="483726"/>
                    <a:pt x="510540" y="549449"/>
                    <a:pt x="434340" y="549449"/>
                  </a:cubicBezTo>
                  <a:cubicBezTo>
                    <a:pt x="358140" y="549449"/>
                    <a:pt x="320993" y="483726"/>
                    <a:pt x="320993" y="483726"/>
                  </a:cubicBezTo>
                  <a:lnTo>
                    <a:pt x="320993" y="604693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3" y="731376"/>
                  </a:lnTo>
                  <a:cubicBezTo>
                    <a:pt x="57150" y="731376"/>
                    <a:pt x="0" y="674226"/>
                    <a:pt x="0" y="604693"/>
                  </a:cubicBezTo>
                  <a:lnTo>
                    <a:pt x="0" y="161781"/>
                  </a:lnTo>
                  <a:cubicBezTo>
                    <a:pt x="0" y="105584"/>
                    <a:pt x="27622" y="54149"/>
                    <a:pt x="74295" y="24621"/>
                  </a:cubicBezTo>
                  <a:cubicBezTo>
                    <a:pt x="135255" y="-13479"/>
                    <a:pt x="214312" y="-6812"/>
                    <a:pt x="267653" y="40813"/>
                  </a:cubicBezTo>
                  <a:lnTo>
                    <a:pt x="434340" y="190356"/>
                  </a:lnTo>
                  <a:lnTo>
                    <a:pt x="601028" y="40813"/>
                  </a:lnTo>
                  <a:cubicBezTo>
                    <a:pt x="654368" y="-6812"/>
                    <a:pt x="733425" y="-13479"/>
                    <a:pt x="794385" y="24621"/>
                  </a:cubicBezTo>
                  <a:cubicBezTo>
                    <a:pt x="841058" y="54149"/>
                    <a:pt x="868680" y="105584"/>
                    <a:pt x="868680" y="161781"/>
                  </a:cubicBezTo>
                  <a:lnTo>
                    <a:pt x="868680" y="604693"/>
                  </a:lnTo>
                  <a:cubicBezTo>
                    <a:pt x="868680" y="675178"/>
                    <a:pt x="812483" y="731376"/>
                    <a:pt x="741998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8" name="Vrije vorm: vorm 87">
              <a:extLst>
                <a:ext uri="{FF2B5EF4-FFF2-40B4-BE49-F238E27FC236}">
                  <a16:creationId xmlns:a16="http://schemas.microsoft.com/office/drawing/2014/main" id="{E169D634-A5E7-88E1-C4C4-761EEA77E150}"/>
                </a:ext>
              </a:extLst>
            </p:cNvPr>
            <p:cNvSpPr/>
            <p:nvPr/>
          </p:nvSpPr>
          <p:spPr>
            <a:xfrm>
              <a:off x="10145283" y="4007924"/>
              <a:ext cx="868680" cy="730423"/>
            </a:xfrm>
            <a:custGeom>
              <a:avLst/>
              <a:gdLst>
                <a:gd name="connsiteX0" fmla="*/ 741998 w 868680"/>
                <a:gd name="connsiteY0" fmla="*/ 730423 h 730423"/>
                <a:gd name="connsiteX1" fmla="*/ 674370 w 868680"/>
                <a:gd name="connsiteY1" fmla="*/ 730423 h 730423"/>
                <a:gd name="connsiteX2" fmla="*/ 547688 w 868680"/>
                <a:gd name="connsiteY2" fmla="*/ 604694 h 730423"/>
                <a:gd name="connsiteX3" fmla="*/ 547688 w 868680"/>
                <a:gd name="connsiteY3" fmla="*/ 483726 h 730423"/>
                <a:gd name="connsiteX4" fmla="*/ 434340 w 868680"/>
                <a:gd name="connsiteY4" fmla="*/ 549448 h 730423"/>
                <a:gd name="connsiteX5" fmla="*/ 320993 w 868680"/>
                <a:gd name="connsiteY5" fmla="*/ 483726 h 730423"/>
                <a:gd name="connsiteX6" fmla="*/ 320993 w 868680"/>
                <a:gd name="connsiteY6" fmla="*/ 603741 h 730423"/>
                <a:gd name="connsiteX7" fmla="*/ 194310 w 868680"/>
                <a:gd name="connsiteY7" fmla="*/ 729471 h 730423"/>
                <a:gd name="connsiteX8" fmla="*/ 126683 w 868680"/>
                <a:gd name="connsiteY8" fmla="*/ 729471 h 730423"/>
                <a:gd name="connsiteX9" fmla="*/ 0 w 868680"/>
                <a:gd name="connsiteY9" fmla="*/ 603741 h 730423"/>
                <a:gd name="connsiteX10" fmla="*/ 0 w 868680"/>
                <a:gd name="connsiteY10" fmla="*/ 161781 h 730423"/>
                <a:gd name="connsiteX11" fmla="*/ 74295 w 868680"/>
                <a:gd name="connsiteY11" fmla="*/ 24621 h 730423"/>
                <a:gd name="connsiteX12" fmla="*/ 267653 w 868680"/>
                <a:gd name="connsiteY12" fmla="*/ 40813 h 730423"/>
                <a:gd name="connsiteX13" fmla="*/ 434340 w 868680"/>
                <a:gd name="connsiteY13" fmla="*/ 190356 h 730423"/>
                <a:gd name="connsiteX14" fmla="*/ 601028 w 868680"/>
                <a:gd name="connsiteY14" fmla="*/ 41766 h 730423"/>
                <a:gd name="connsiteX15" fmla="*/ 794385 w 868680"/>
                <a:gd name="connsiteY15" fmla="*/ 25573 h 730423"/>
                <a:gd name="connsiteX16" fmla="*/ 868680 w 868680"/>
                <a:gd name="connsiteY16" fmla="*/ 162734 h 730423"/>
                <a:gd name="connsiteX17" fmla="*/ 868680 w 868680"/>
                <a:gd name="connsiteY17" fmla="*/ 603741 h 730423"/>
                <a:gd name="connsiteX18" fmla="*/ 741998 w 868680"/>
                <a:gd name="connsiteY18" fmla="*/ 730423 h 73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80" h="730423">
                  <a:moveTo>
                    <a:pt x="741998" y="730423"/>
                  </a:moveTo>
                  <a:lnTo>
                    <a:pt x="674370" y="730423"/>
                  </a:lnTo>
                  <a:cubicBezTo>
                    <a:pt x="604838" y="730423"/>
                    <a:pt x="547688" y="674226"/>
                    <a:pt x="547688" y="604694"/>
                  </a:cubicBezTo>
                  <a:lnTo>
                    <a:pt x="547688" y="483726"/>
                  </a:lnTo>
                  <a:cubicBezTo>
                    <a:pt x="547688" y="483726"/>
                    <a:pt x="510540" y="549448"/>
                    <a:pt x="434340" y="549448"/>
                  </a:cubicBezTo>
                  <a:cubicBezTo>
                    <a:pt x="358140" y="549448"/>
                    <a:pt x="320993" y="483726"/>
                    <a:pt x="320993" y="483726"/>
                  </a:cubicBezTo>
                  <a:lnTo>
                    <a:pt x="320993" y="603741"/>
                  </a:lnTo>
                  <a:cubicBezTo>
                    <a:pt x="320993" y="673273"/>
                    <a:pt x="263843" y="729471"/>
                    <a:pt x="194310" y="729471"/>
                  </a:cubicBezTo>
                  <a:lnTo>
                    <a:pt x="126683" y="729471"/>
                  </a:lnTo>
                  <a:cubicBezTo>
                    <a:pt x="57150" y="729471"/>
                    <a:pt x="0" y="673273"/>
                    <a:pt x="0" y="603741"/>
                  </a:cubicBezTo>
                  <a:lnTo>
                    <a:pt x="0" y="161781"/>
                  </a:lnTo>
                  <a:cubicBezTo>
                    <a:pt x="0" y="105584"/>
                    <a:pt x="27623" y="54148"/>
                    <a:pt x="74295" y="24621"/>
                  </a:cubicBezTo>
                  <a:cubicBezTo>
                    <a:pt x="135255" y="-13479"/>
                    <a:pt x="214313" y="-6812"/>
                    <a:pt x="267653" y="40813"/>
                  </a:cubicBezTo>
                  <a:lnTo>
                    <a:pt x="434340" y="190356"/>
                  </a:lnTo>
                  <a:lnTo>
                    <a:pt x="601028" y="41766"/>
                  </a:lnTo>
                  <a:cubicBezTo>
                    <a:pt x="654368" y="-5859"/>
                    <a:pt x="734378" y="-12527"/>
                    <a:pt x="794385" y="25573"/>
                  </a:cubicBezTo>
                  <a:cubicBezTo>
                    <a:pt x="841058" y="55101"/>
                    <a:pt x="868680" y="106536"/>
                    <a:pt x="868680" y="162734"/>
                  </a:cubicBezTo>
                  <a:lnTo>
                    <a:pt x="868680" y="603741"/>
                  </a:lnTo>
                  <a:cubicBezTo>
                    <a:pt x="868680" y="673273"/>
                    <a:pt x="811530" y="730423"/>
                    <a:pt x="741998" y="730423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9" name="Vrije vorm: vorm 88">
              <a:extLst>
                <a:ext uri="{FF2B5EF4-FFF2-40B4-BE49-F238E27FC236}">
                  <a16:creationId xmlns:a16="http://schemas.microsoft.com/office/drawing/2014/main" id="{490E9920-047C-A310-72A4-AB065887D711}"/>
                </a:ext>
              </a:extLst>
            </p:cNvPr>
            <p:cNvSpPr/>
            <p:nvPr/>
          </p:nvSpPr>
          <p:spPr>
            <a:xfrm>
              <a:off x="11131000" y="315890"/>
              <a:ext cx="806417" cy="731520"/>
            </a:xfrm>
            <a:custGeom>
              <a:avLst/>
              <a:gdLst>
                <a:gd name="connsiteX0" fmla="*/ 638295 w 806417"/>
                <a:gd name="connsiteY0" fmla="*/ 731520 h 731520"/>
                <a:gd name="connsiteX1" fmla="*/ 166808 w 806417"/>
                <a:gd name="connsiteY1" fmla="*/ 731520 h 731520"/>
                <a:gd name="connsiteX2" fmla="*/ 22028 w 806417"/>
                <a:gd name="connsiteY2" fmla="*/ 647700 h 731520"/>
                <a:gd name="connsiteX3" fmla="*/ 22980 w 806417"/>
                <a:gd name="connsiteY3" fmla="*/ 480060 h 731520"/>
                <a:gd name="connsiteX4" fmla="*/ 259200 w 806417"/>
                <a:gd name="connsiteY4" fmla="*/ 81915 h 731520"/>
                <a:gd name="connsiteX5" fmla="*/ 403028 w 806417"/>
                <a:gd name="connsiteY5" fmla="*/ 0 h 731520"/>
                <a:gd name="connsiteX6" fmla="*/ 546856 w 806417"/>
                <a:gd name="connsiteY6" fmla="*/ 81915 h 731520"/>
                <a:gd name="connsiteX7" fmla="*/ 783075 w 806417"/>
                <a:gd name="connsiteY7" fmla="*/ 480060 h 731520"/>
                <a:gd name="connsiteX8" fmla="*/ 784028 w 806417"/>
                <a:gd name="connsiteY8" fmla="*/ 647700 h 731520"/>
                <a:gd name="connsiteX9" fmla="*/ 638295 w 806417"/>
                <a:gd name="connsiteY9" fmla="*/ 731520 h 73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417" h="731520">
                  <a:moveTo>
                    <a:pt x="638295" y="731520"/>
                  </a:moveTo>
                  <a:lnTo>
                    <a:pt x="166808" y="731520"/>
                  </a:lnTo>
                  <a:cubicBezTo>
                    <a:pt x="106800" y="731520"/>
                    <a:pt x="51555" y="699135"/>
                    <a:pt x="22028" y="647700"/>
                  </a:cubicBezTo>
                  <a:cubicBezTo>
                    <a:pt x="-7500" y="595313"/>
                    <a:pt x="-7500" y="531495"/>
                    <a:pt x="22980" y="480060"/>
                  </a:cubicBezTo>
                  <a:lnTo>
                    <a:pt x="259200" y="81915"/>
                  </a:lnTo>
                  <a:cubicBezTo>
                    <a:pt x="289681" y="31433"/>
                    <a:pt x="343973" y="0"/>
                    <a:pt x="403028" y="0"/>
                  </a:cubicBezTo>
                  <a:cubicBezTo>
                    <a:pt x="462083" y="0"/>
                    <a:pt x="516375" y="31433"/>
                    <a:pt x="546856" y="81915"/>
                  </a:cubicBezTo>
                  <a:lnTo>
                    <a:pt x="783075" y="480060"/>
                  </a:lnTo>
                  <a:cubicBezTo>
                    <a:pt x="813556" y="531495"/>
                    <a:pt x="814508" y="595313"/>
                    <a:pt x="784028" y="647700"/>
                  </a:cubicBezTo>
                  <a:cubicBezTo>
                    <a:pt x="753548" y="699135"/>
                    <a:pt x="698303" y="731520"/>
                    <a:pt x="638295" y="731520"/>
                  </a:cubicBezTo>
                  <a:close/>
                </a:path>
              </a:pathLst>
            </a:custGeom>
            <a:noFill/>
            <a:ln w="12700" cap="flat">
              <a:solidFill>
                <a:schemeClr val="accent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0" name="Vrije vorm: vorm 89">
              <a:extLst>
                <a:ext uri="{FF2B5EF4-FFF2-40B4-BE49-F238E27FC236}">
                  <a16:creationId xmlns:a16="http://schemas.microsoft.com/office/drawing/2014/main" id="{F7691C9C-8668-C506-7CD5-FCCB7DF1BA2B}"/>
                </a:ext>
              </a:extLst>
            </p:cNvPr>
            <p:cNvSpPr/>
            <p:nvPr/>
          </p:nvSpPr>
          <p:spPr>
            <a:xfrm>
              <a:off x="11173983" y="1237910"/>
              <a:ext cx="701040" cy="735329"/>
            </a:xfrm>
            <a:custGeom>
              <a:avLst/>
              <a:gdLst>
                <a:gd name="connsiteX0" fmla="*/ 701040 w 701040"/>
                <a:gd name="connsiteY0" fmla="*/ 522922 h 735329"/>
                <a:gd name="connsiteX1" fmla="*/ 627698 w 701040"/>
                <a:gd name="connsiteY1" fmla="*/ 627697 h 735329"/>
                <a:gd name="connsiteX2" fmla="*/ 367665 w 701040"/>
                <a:gd name="connsiteY2" fmla="*/ 735330 h 735329"/>
                <a:gd name="connsiteX3" fmla="*/ 0 w 701040"/>
                <a:gd name="connsiteY3" fmla="*/ 367665 h 735329"/>
                <a:gd name="connsiteX4" fmla="*/ 367665 w 701040"/>
                <a:gd name="connsiteY4" fmla="*/ 0 h 735329"/>
                <a:gd name="connsiteX5" fmla="*/ 627698 w 701040"/>
                <a:gd name="connsiteY5" fmla="*/ 107632 h 735329"/>
                <a:gd name="connsiteX6" fmla="*/ 701040 w 701040"/>
                <a:gd name="connsiteY6" fmla="*/ 212407 h 735329"/>
                <a:gd name="connsiteX7" fmla="*/ 350520 w 701040"/>
                <a:gd name="connsiteY7" fmla="*/ 367665 h 735329"/>
                <a:gd name="connsiteX8" fmla="*/ 701040 w 701040"/>
                <a:gd name="connsiteY8" fmla="*/ 522922 h 735329"/>
                <a:gd name="connsiteX9" fmla="*/ 304800 w 701040"/>
                <a:gd name="connsiteY9" fmla="*/ 136207 h 735329"/>
                <a:gd name="connsiteX10" fmla="*/ 350520 w 701040"/>
                <a:gd name="connsiteY10" fmla="*/ 90488 h 735329"/>
                <a:gd name="connsiteX11" fmla="*/ 396240 w 701040"/>
                <a:gd name="connsiteY11" fmla="*/ 136207 h 735329"/>
                <a:gd name="connsiteX12" fmla="*/ 350520 w 701040"/>
                <a:gd name="connsiteY12" fmla="*/ 181927 h 735329"/>
                <a:gd name="connsiteX13" fmla="*/ 304800 w 701040"/>
                <a:gd name="connsiteY13" fmla="*/ 136207 h 73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1040" h="735329">
                  <a:moveTo>
                    <a:pt x="701040" y="522922"/>
                  </a:moveTo>
                  <a:cubicBezTo>
                    <a:pt x="682943" y="561975"/>
                    <a:pt x="658178" y="597218"/>
                    <a:pt x="627698" y="627697"/>
                  </a:cubicBezTo>
                  <a:cubicBezTo>
                    <a:pt x="561023" y="694372"/>
                    <a:pt x="469583" y="735330"/>
                    <a:pt x="367665" y="735330"/>
                  </a:cubicBezTo>
                  <a:cubicBezTo>
                    <a:pt x="164783" y="735330"/>
                    <a:pt x="0" y="570547"/>
                    <a:pt x="0" y="367665"/>
                  </a:cubicBezTo>
                  <a:cubicBezTo>
                    <a:pt x="0" y="164782"/>
                    <a:pt x="164783" y="0"/>
                    <a:pt x="367665" y="0"/>
                  </a:cubicBezTo>
                  <a:cubicBezTo>
                    <a:pt x="469583" y="0"/>
                    <a:pt x="561023" y="40957"/>
                    <a:pt x="627698" y="107632"/>
                  </a:cubicBezTo>
                  <a:cubicBezTo>
                    <a:pt x="658178" y="138113"/>
                    <a:pt x="682943" y="173355"/>
                    <a:pt x="701040" y="212407"/>
                  </a:cubicBezTo>
                  <a:lnTo>
                    <a:pt x="350520" y="367665"/>
                  </a:lnTo>
                  <a:lnTo>
                    <a:pt x="701040" y="522922"/>
                  </a:lnTo>
                  <a:close/>
                  <a:moveTo>
                    <a:pt x="304800" y="136207"/>
                  </a:moveTo>
                  <a:cubicBezTo>
                    <a:pt x="304800" y="111442"/>
                    <a:pt x="324803" y="90488"/>
                    <a:pt x="350520" y="90488"/>
                  </a:cubicBezTo>
                  <a:cubicBezTo>
                    <a:pt x="375285" y="90488"/>
                    <a:pt x="396240" y="110490"/>
                    <a:pt x="396240" y="136207"/>
                  </a:cubicBezTo>
                  <a:cubicBezTo>
                    <a:pt x="396240" y="160972"/>
                    <a:pt x="376238" y="181927"/>
                    <a:pt x="350520" y="181927"/>
                  </a:cubicBezTo>
                  <a:cubicBezTo>
                    <a:pt x="324803" y="181927"/>
                    <a:pt x="304800" y="161925"/>
                    <a:pt x="304800" y="136207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1" name="Vrije vorm: vorm 90">
              <a:extLst>
                <a:ext uri="{FF2B5EF4-FFF2-40B4-BE49-F238E27FC236}">
                  <a16:creationId xmlns:a16="http://schemas.microsoft.com/office/drawing/2014/main" id="{032C657A-8F3A-D5AD-2DBB-2DBC4EB91223}"/>
                </a:ext>
              </a:extLst>
            </p:cNvPr>
            <p:cNvSpPr/>
            <p:nvPr/>
          </p:nvSpPr>
          <p:spPr>
            <a:xfrm>
              <a:off x="11173030" y="2159930"/>
              <a:ext cx="720089" cy="731519"/>
            </a:xfrm>
            <a:custGeom>
              <a:avLst/>
              <a:gdLst>
                <a:gd name="connsiteX0" fmla="*/ 0 w 720089"/>
                <a:gd name="connsiteY0" fmla="*/ 731520 h 731519"/>
                <a:gd name="connsiteX1" fmla="*/ 720090 w 720089"/>
                <a:gd name="connsiteY1" fmla="*/ 360045 h 731519"/>
                <a:gd name="connsiteX2" fmla="*/ 360045 w 720089"/>
                <a:gd name="connsiteY2" fmla="*/ 0 h 731519"/>
                <a:gd name="connsiteX3" fmla="*/ 0 w 720089"/>
                <a:gd name="connsiteY3" fmla="*/ 360045 h 731519"/>
                <a:gd name="connsiteX4" fmla="*/ 0 w 720089"/>
                <a:gd name="connsiteY4" fmla="*/ 731520 h 731519"/>
                <a:gd name="connsiteX5" fmla="*/ 720090 w 720089"/>
                <a:gd name="connsiteY5" fmla="*/ 731520 h 731519"/>
                <a:gd name="connsiteX6" fmla="*/ 720090 w 720089"/>
                <a:gd name="connsiteY6" fmla="*/ 360045 h 731519"/>
                <a:gd name="connsiteX7" fmla="*/ 360045 w 720089"/>
                <a:gd name="connsiteY7" fmla="*/ 0 h 731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0089" h="731519">
                  <a:moveTo>
                    <a:pt x="0" y="731520"/>
                  </a:moveTo>
                  <a:lnTo>
                    <a:pt x="720090" y="360045"/>
                  </a:lnTo>
                  <a:moveTo>
                    <a:pt x="360045" y="0"/>
                  </a:moveTo>
                  <a:cubicBezTo>
                    <a:pt x="160973" y="0"/>
                    <a:pt x="0" y="160972"/>
                    <a:pt x="0" y="360045"/>
                  </a:cubicBezTo>
                  <a:lnTo>
                    <a:pt x="0" y="731520"/>
                  </a:lnTo>
                  <a:lnTo>
                    <a:pt x="720090" y="731520"/>
                  </a:lnTo>
                  <a:lnTo>
                    <a:pt x="720090" y="360045"/>
                  </a:lnTo>
                  <a:cubicBezTo>
                    <a:pt x="720090" y="160972"/>
                    <a:pt x="559118" y="0"/>
                    <a:pt x="360045" y="0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2" name="Vrije vorm: vorm 91">
              <a:extLst>
                <a:ext uri="{FF2B5EF4-FFF2-40B4-BE49-F238E27FC236}">
                  <a16:creationId xmlns:a16="http://schemas.microsoft.com/office/drawing/2014/main" id="{072BA764-DC21-0426-0063-965A67CFC5EF}"/>
                </a:ext>
              </a:extLst>
            </p:cNvPr>
            <p:cNvSpPr/>
            <p:nvPr/>
          </p:nvSpPr>
          <p:spPr>
            <a:xfrm>
              <a:off x="11122548" y="4061120"/>
              <a:ext cx="825817" cy="623887"/>
            </a:xfrm>
            <a:custGeom>
              <a:avLst/>
              <a:gdLst>
                <a:gd name="connsiteX0" fmla="*/ 825818 w 825817"/>
                <a:gd name="connsiteY0" fmla="*/ 312420 h 623887"/>
                <a:gd name="connsiteX1" fmla="*/ 591502 w 825817"/>
                <a:gd name="connsiteY1" fmla="*/ 55245 h 623887"/>
                <a:gd name="connsiteX2" fmla="*/ 552450 w 825817"/>
                <a:gd name="connsiteY2" fmla="*/ 32385 h 623887"/>
                <a:gd name="connsiteX3" fmla="*/ 537210 w 825817"/>
                <a:gd name="connsiteY3" fmla="*/ 25717 h 623887"/>
                <a:gd name="connsiteX4" fmla="*/ 413385 w 825817"/>
                <a:gd name="connsiteY4" fmla="*/ 0 h 623887"/>
                <a:gd name="connsiteX5" fmla="*/ 288608 w 825817"/>
                <a:gd name="connsiteY5" fmla="*/ 25717 h 623887"/>
                <a:gd name="connsiteX6" fmla="*/ 288608 w 825817"/>
                <a:gd name="connsiteY6" fmla="*/ 24765 h 623887"/>
                <a:gd name="connsiteX7" fmla="*/ 0 w 825817"/>
                <a:gd name="connsiteY7" fmla="*/ 311467 h 623887"/>
                <a:gd name="connsiteX8" fmla="*/ 288608 w 825817"/>
                <a:gd name="connsiteY8" fmla="*/ 598170 h 623887"/>
                <a:gd name="connsiteX9" fmla="*/ 288608 w 825817"/>
                <a:gd name="connsiteY9" fmla="*/ 598170 h 623887"/>
                <a:gd name="connsiteX10" fmla="*/ 413385 w 825817"/>
                <a:gd name="connsiteY10" fmla="*/ 623888 h 623887"/>
                <a:gd name="connsiteX11" fmla="*/ 537210 w 825817"/>
                <a:gd name="connsiteY11" fmla="*/ 598170 h 623887"/>
                <a:gd name="connsiteX12" fmla="*/ 537210 w 825817"/>
                <a:gd name="connsiteY12" fmla="*/ 598170 h 623887"/>
                <a:gd name="connsiteX13" fmla="*/ 552450 w 825817"/>
                <a:gd name="connsiteY13" fmla="*/ 590550 h 623887"/>
                <a:gd name="connsiteX14" fmla="*/ 591502 w 825817"/>
                <a:gd name="connsiteY14" fmla="*/ 567690 h 623887"/>
                <a:gd name="connsiteX15" fmla="*/ 825818 w 825817"/>
                <a:gd name="connsiteY15" fmla="*/ 312420 h 623887"/>
                <a:gd name="connsiteX16" fmla="*/ 350520 w 825817"/>
                <a:gd name="connsiteY16" fmla="*/ 312420 h 623887"/>
                <a:gd name="connsiteX17" fmla="*/ 413385 w 825817"/>
                <a:gd name="connsiteY17" fmla="*/ 249555 h 623887"/>
                <a:gd name="connsiteX18" fmla="*/ 476250 w 825817"/>
                <a:gd name="connsiteY18" fmla="*/ 312420 h 623887"/>
                <a:gd name="connsiteX19" fmla="*/ 413385 w 825817"/>
                <a:gd name="connsiteY19" fmla="*/ 375285 h 623887"/>
                <a:gd name="connsiteX20" fmla="*/ 350520 w 825817"/>
                <a:gd name="connsiteY20" fmla="*/ 312420 h 623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25817" h="623887">
                  <a:moveTo>
                    <a:pt x="825818" y="312420"/>
                  </a:moveTo>
                  <a:cubicBezTo>
                    <a:pt x="741045" y="176213"/>
                    <a:pt x="660083" y="99060"/>
                    <a:pt x="591502" y="55245"/>
                  </a:cubicBezTo>
                  <a:cubicBezTo>
                    <a:pt x="579120" y="46672"/>
                    <a:pt x="565785" y="39052"/>
                    <a:pt x="552450" y="32385"/>
                  </a:cubicBezTo>
                  <a:cubicBezTo>
                    <a:pt x="547688" y="29527"/>
                    <a:pt x="542925" y="27622"/>
                    <a:pt x="537210" y="25717"/>
                  </a:cubicBezTo>
                  <a:cubicBezTo>
                    <a:pt x="499110" y="9525"/>
                    <a:pt x="457200" y="0"/>
                    <a:pt x="413385" y="0"/>
                  </a:cubicBezTo>
                  <a:cubicBezTo>
                    <a:pt x="368617" y="0"/>
                    <a:pt x="326708" y="9525"/>
                    <a:pt x="288608" y="25717"/>
                  </a:cubicBezTo>
                  <a:lnTo>
                    <a:pt x="288608" y="24765"/>
                  </a:lnTo>
                  <a:cubicBezTo>
                    <a:pt x="212408" y="59055"/>
                    <a:pt x="109538" y="137160"/>
                    <a:pt x="0" y="311467"/>
                  </a:cubicBezTo>
                  <a:cubicBezTo>
                    <a:pt x="108585" y="485775"/>
                    <a:pt x="212408" y="563880"/>
                    <a:pt x="288608" y="598170"/>
                  </a:cubicBezTo>
                  <a:lnTo>
                    <a:pt x="288608" y="598170"/>
                  </a:lnTo>
                  <a:cubicBezTo>
                    <a:pt x="326708" y="614363"/>
                    <a:pt x="368617" y="623888"/>
                    <a:pt x="413385" y="623888"/>
                  </a:cubicBezTo>
                  <a:cubicBezTo>
                    <a:pt x="457200" y="623888"/>
                    <a:pt x="499110" y="614363"/>
                    <a:pt x="537210" y="598170"/>
                  </a:cubicBezTo>
                  <a:lnTo>
                    <a:pt x="537210" y="598170"/>
                  </a:lnTo>
                  <a:cubicBezTo>
                    <a:pt x="541972" y="596265"/>
                    <a:pt x="546735" y="593407"/>
                    <a:pt x="552450" y="590550"/>
                  </a:cubicBezTo>
                  <a:cubicBezTo>
                    <a:pt x="565785" y="583882"/>
                    <a:pt x="579120" y="576263"/>
                    <a:pt x="591502" y="567690"/>
                  </a:cubicBezTo>
                  <a:cubicBezTo>
                    <a:pt x="659130" y="524827"/>
                    <a:pt x="741045" y="447675"/>
                    <a:pt x="825818" y="312420"/>
                  </a:cubicBezTo>
                  <a:close/>
                  <a:moveTo>
                    <a:pt x="350520" y="312420"/>
                  </a:moveTo>
                  <a:cubicBezTo>
                    <a:pt x="350520" y="278130"/>
                    <a:pt x="379095" y="249555"/>
                    <a:pt x="413385" y="249555"/>
                  </a:cubicBezTo>
                  <a:cubicBezTo>
                    <a:pt x="448627" y="249555"/>
                    <a:pt x="476250" y="277177"/>
                    <a:pt x="476250" y="312420"/>
                  </a:cubicBezTo>
                  <a:cubicBezTo>
                    <a:pt x="476250" y="347663"/>
                    <a:pt x="447675" y="375285"/>
                    <a:pt x="413385" y="375285"/>
                  </a:cubicBezTo>
                  <a:cubicBezTo>
                    <a:pt x="378142" y="374332"/>
                    <a:pt x="350520" y="346710"/>
                    <a:pt x="350520" y="312420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3" name="Vrije vorm: vorm 92">
              <a:extLst>
                <a:ext uri="{FF2B5EF4-FFF2-40B4-BE49-F238E27FC236}">
                  <a16:creationId xmlns:a16="http://schemas.microsoft.com/office/drawing/2014/main" id="{CA04CB84-9816-322C-2651-EF77FBC07088}"/>
                </a:ext>
              </a:extLst>
            </p:cNvPr>
            <p:cNvSpPr/>
            <p:nvPr/>
          </p:nvSpPr>
          <p:spPr>
            <a:xfrm>
              <a:off x="11209226" y="4936467"/>
              <a:ext cx="653414" cy="754379"/>
            </a:xfrm>
            <a:custGeom>
              <a:avLst/>
              <a:gdLst>
                <a:gd name="connsiteX0" fmla="*/ 952 w 653414"/>
                <a:gd name="connsiteY0" fmla="*/ 188595 h 754379"/>
                <a:gd name="connsiteX1" fmla="*/ 325755 w 653414"/>
                <a:gd name="connsiteY1" fmla="*/ 0 h 754379"/>
                <a:gd name="connsiteX2" fmla="*/ 653415 w 653414"/>
                <a:gd name="connsiteY2" fmla="*/ 188595 h 754379"/>
                <a:gd name="connsiteX3" fmla="*/ 328612 w 653414"/>
                <a:gd name="connsiteY3" fmla="*/ 377190 h 754379"/>
                <a:gd name="connsiteX4" fmla="*/ 952 w 653414"/>
                <a:gd name="connsiteY4" fmla="*/ 188595 h 754379"/>
                <a:gd name="connsiteX5" fmla="*/ 328612 w 653414"/>
                <a:gd name="connsiteY5" fmla="*/ 378142 h 754379"/>
                <a:gd name="connsiteX6" fmla="*/ 653415 w 653414"/>
                <a:gd name="connsiteY6" fmla="*/ 189547 h 754379"/>
                <a:gd name="connsiteX7" fmla="*/ 652462 w 653414"/>
                <a:gd name="connsiteY7" fmla="*/ 565785 h 754379"/>
                <a:gd name="connsiteX8" fmla="*/ 327660 w 653414"/>
                <a:gd name="connsiteY8" fmla="*/ 754380 h 754379"/>
                <a:gd name="connsiteX9" fmla="*/ 328612 w 653414"/>
                <a:gd name="connsiteY9" fmla="*/ 378142 h 754379"/>
                <a:gd name="connsiteX10" fmla="*/ 328612 w 653414"/>
                <a:gd name="connsiteY10" fmla="*/ 378142 h 754379"/>
                <a:gd name="connsiteX11" fmla="*/ 327660 w 653414"/>
                <a:gd name="connsiteY11" fmla="*/ 754380 h 754379"/>
                <a:gd name="connsiteX12" fmla="*/ 0 w 653414"/>
                <a:gd name="connsiteY12" fmla="*/ 565785 h 754379"/>
                <a:gd name="connsiteX13" fmla="*/ 952 w 653414"/>
                <a:gd name="connsiteY13" fmla="*/ 189547 h 754379"/>
                <a:gd name="connsiteX14" fmla="*/ 328612 w 653414"/>
                <a:gd name="connsiteY14" fmla="*/ 378142 h 754379"/>
                <a:gd name="connsiteX15" fmla="*/ 952 w 653414"/>
                <a:gd name="connsiteY15" fmla="*/ 188595 h 754379"/>
                <a:gd name="connsiteX16" fmla="*/ 325755 w 653414"/>
                <a:gd name="connsiteY16" fmla="*/ 0 h 754379"/>
                <a:gd name="connsiteX17" fmla="*/ 653415 w 653414"/>
                <a:gd name="connsiteY17" fmla="*/ 188595 h 754379"/>
                <a:gd name="connsiteX18" fmla="*/ 328612 w 653414"/>
                <a:gd name="connsiteY18" fmla="*/ 377190 h 754379"/>
                <a:gd name="connsiteX19" fmla="*/ 952 w 653414"/>
                <a:gd name="connsiteY19" fmla="*/ 188595 h 754379"/>
                <a:gd name="connsiteX20" fmla="*/ 328612 w 653414"/>
                <a:gd name="connsiteY20" fmla="*/ 378142 h 754379"/>
                <a:gd name="connsiteX21" fmla="*/ 653415 w 653414"/>
                <a:gd name="connsiteY21" fmla="*/ 189547 h 754379"/>
                <a:gd name="connsiteX22" fmla="*/ 652462 w 653414"/>
                <a:gd name="connsiteY22" fmla="*/ 565785 h 754379"/>
                <a:gd name="connsiteX23" fmla="*/ 327660 w 653414"/>
                <a:gd name="connsiteY23" fmla="*/ 754380 h 754379"/>
                <a:gd name="connsiteX24" fmla="*/ 328612 w 653414"/>
                <a:gd name="connsiteY24" fmla="*/ 378142 h 754379"/>
                <a:gd name="connsiteX25" fmla="*/ 328612 w 653414"/>
                <a:gd name="connsiteY25" fmla="*/ 378142 h 754379"/>
                <a:gd name="connsiteX26" fmla="*/ 327660 w 653414"/>
                <a:gd name="connsiteY26" fmla="*/ 754380 h 754379"/>
                <a:gd name="connsiteX27" fmla="*/ 0 w 653414"/>
                <a:gd name="connsiteY27" fmla="*/ 565785 h 754379"/>
                <a:gd name="connsiteX28" fmla="*/ 952 w 653414"/>
                <a:gd name="connsiteY28" fmla="*/ 189547 h 754379"/>
                <a:gd name="connsiteX29" fmla="*/ 328612 w 653414"/>
                <a:gd name="connsiteY29" fmla="*/ 378142 h 75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53414" h="754379">
                  <a:moveTo>
                    <a:pt x="952" y="188595"/>
                  </a:moveTo>
                  <a:lnTo>
                    <a:pt x="325755" y="0"/>
                  </a:lnTo>
                  <a:lnTo>
                    <a:pt x="653415" y="188595"/>
                  </a:lnTo>
                  <a:lnTo>
                    <a:pt x="328612" y="377190"/>
                  </a:lnTo>
                  <a:lnTo>
                    <a:pt x="952" y="188595"/>
                  </a:lnTo>
                  <a:close/>
                  <a:moveTo>
                    <a:pt x="328612" y="378142"/>
                  </a:moveTo>
                  <a:lnTo>
                    <a:pt x="653415" y="189547"/>
                  </a:lnTo>
                  <a:lnTo>
                    <a:pt x="652462" y="565785"/>
                  </a:lnTo>
                  <a:lnTo>
                    <a:pt x="327660" y="754380"/>
                  </a:lnTo>
                  <a:lnTo>
                    <a:pt x="328612" y="378142"/>
                  </a:lnTo>
                  <a:close/>
                  <a:moveTo>
                    <a:pt x="328612" y="378142"/>
                  </a:moveTo>
                  <a:lnTo>
                    <a:pt x="327660" y="754380"/>
                  </a:lnTo>
                  <a:lnTo>
                    <a:pt x="0" y="565785"/>
                  </a:lnTo>
                  <a:lnTo>
                    <a:pt x="952" y="189547"/>
                  </a:lnTo>
                  <a:lnTo>
                    <a:pt x="328612" y="378142"/>
                  </a:lnTo>
                  <a:close/>
                  <a:moveTo>
                    <a:pt x="952" y="188595"/>
                  </a:moveTo>
                  <a:lnTo>
                    <a:pt x="325755" y="0"/>
                  </a:lnTo>
                  <a:lnTo>
                    <a:pt x="653415" y="188595"/>
                  </a:lnTo>
                  <a:lnTo>
                    <a:pt x="328612" y="377190"/>
                  </a:lnTo>
                  <a:lnTo>
                    <a:pt x="952" y="188595"/>
                  </a:lnTo>
                  <a:close/>
                  <a:moveTo>
                    <a:pt x="328612" y="378142"/>
                  </a:moveTo>
                  <a:lnTo>
                    <a:pt x="653415" y="189547"/>
                  </a:lnTo>
                  <a:lnTo>
                    <a:pt x="652462" y="565785"/>
                  </a:lnTo>
                  <a:lnTo>
                    <a:pt x="327660" y="754380"/>
                  </a:lnTo>
                  <a:lnTo>
                    <a:pt x="328612" y="378142"/>
                  </a:lnTo>
                  <a:close/>
                  <a:moveTo>
                    <a:pt x="328612" y="378142"/>
                  </a:moveTo>
                  <a:lnTo>
                    <a:pt x="327660" y="754380"/>
                  </a:lnTo>
                  <a:lnTo>
                    <a:pt x="0" y="565785"/>
                  </a:lnTo>
                  <a:lnTo>
                    <a:pt x="952" y="189547"/>
                  </a:lnTo>
                  <a:lnTo>
                    <a:pt x="328612" y="378142"/>
                  </a:ln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F8A2ABE7-A5CF-0C5D-1E70-3EF5C1729676}"/>
                </a:ext>
              </a:extLst>
            </p:cNvPr>
            <p:cNvSpPr/>
            <p:nvPr/>
          </p:nvSpPr>
          <p:spPr>
            <a:xfrm>
              <a:off x="11145408" y="5822292"/>
              <a:ext cx="779145" cy="779145"/>
            </a:xfrm>
            <a:custGeom>
              <a:avLst/>
              <a:gdLst>
                <a:gd name="connsiteX0" fmla="*/ 0 w 779145"/>
                <a:gd name="connsiteY0" fmla="*/ 389573 h 779145"/>
                <a:gd name="connsiteX1" fmla="*/ 779145 w 779145"/>
                <a:gd name="connsiteY1" fmla="*/ 389573 h 779145"/>
                <a:gd name="connsiteX2" fmla="*/ 664845 w 779145"/>
                <a:gd name="connsiteY2" fmla="*/ 664845 h 779145"/>
                <a:gd name="connsiteX3" fmla="*/ 114300 w 779145"/>
                <a:gd name="connsiteY3" fmla="*/ 114300 h 779145"/>
                <a:gd name="connsiteX4" fmla="*/ 664845 w 779145"/>
                <a:gd name="connsiteY4" fmla="*/ 114300 h 779145"/>
                <a:gd name="connsiteX5" fmla="*/ 114300 w 779145"/>
                <a:gd name="connsiteY5" fmla="*/ 664845 h 779145"/>
                <a:gd name="connsiteX6" fmla="*/ 389573 w 779145"/>
                <a:gd name="connsiteY6" fmla="*/ 0 h 779145"/>
                <a:gd name="connsiteX7" fmla="*/ 389573 w 779145"/>
                <a:gd name="connsiteY7" fmla="*/ 779145 h 77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9145" h="779145">
                  <a:moveTo>
                    <a:pt x="0" y="389573"/>
                  </a:moveTo>
                  <a:lnTo>
                    <a:pt x="779145" y="389573"/>
                  </a:lnTo>
                  <a:moveTo>
                    <a:pt x="664845" y="664845"/>
                  </a:moveTo>
                  <a:lnTo>
                    <a:pt x="114300" y="114300"/>
                  </a:lnTo>
                  <a:moveTo>
                    <a:pt x="664845" y="114300"/>
                  </a:moveTo>
                  <a:lnTo>
                    <a:pt x="114300" y="664845"/>
                  </a:lnTo>
                  <a:moveTo>
                    <a:pt x="389573" y="0"/>
                  </a:moveTo>
                  <a:lnTo>
                    <a:pt x="389573" y="779145"/>
                  </a:lnTo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A2C75140-6787-C4D6-0E11-78964831F3B0}"/>
                </a:ext>
              </a:extLst>
            </p:cNvPr>
            <p:cNvSpPr/>
            <p:nvPr/>
          </p:nvSpPr>
          <p:spPr>
            <a:xfrm>
              <a:off x="11122548" y="3029562"/>
              <a:ext cx="822959" cy="822959"/>
            </a:xfrm>
            <a:custGeom>
              <a:avLst/>
              <a:gdLst>
                <a:gd name="connsiteX0" fmla="*/ 822960 w 822959"/>
                <a:gd name="connsiteY0" fmla="*/ 411480 h 822959"/>
                <a:gd name="connsiteX1" fmla="*/ 411480 w 822959"/>
                <a:gd name="connsiteY1" fmla="*/ 0 h 822959"/>
                <a:gd name="connsiteX2" fmla="*/ 0 w 822959"/>
                <a:gd name="connsiteY2" fmla="*/ 411480 h 822959"/>
                <a:gd name="connsiteX3" fmla="*/ 411480 w 822959"/>
                <a:gd name="connsiteY3" fmla="*/ 822960 h 822959"/>
                <a:gd name="connsiteX4" fmla="*/ 822960 w 822959"/>
                <a:gd name="connsiteY4" fmla="*/ 411480 h 822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2959" h="822959">
                  <a:moveTo>
                    <a:pt x="822960" y="411480"/>
                  </a:moveTo>
                  <a:cubicBezTo>
                    <a:pt x="596265" y="411480"/>
                    <a:pt x="411480" y="227647"/>
                    <a:pt x="411480" y="0"/>
                  </a:cubicBezTo>
                  <a:cubicBezTo>
                    <a:pt x="411480" y="226695"/>
                    <a:pt x="227647" y="411480"/>
                    <a:pt x="0" y="411480"/>
                  </a:cubicBezTo>
                  <a:cubicBezTo>
                    <a:pt x="226695" y="411480"/>
                    <a:pt x="411480" y="595313"/>
                    <a:pt x="411480" y="822960"/>
                  </a:cubicBezTo>
                  <a:cubicBezTo>
                    <a:pt x="411480" y="595313"/>
                    <a:pt x="596265" y="411480"/>
                    <a:pt x="822960" y="411480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22" name="Groep 121">
            <a:extLst>
              <a:ext uri="{FF2B5EF4-FFF2-40B4-BE49-F238E27FC236}">
                <a16:creationId xmlns:a16="http://schemas.microsoft.com/office/drawing/2014/main" id="{84313181-6686-4A21-34F3-1B449E8A6DF9}"/>
              </a:ext>
            </a:extLst>
          </p:cNvPr>
          <p:cNvGrpSpPr/>
          <p:nvPr userDrawn="1"/>
        </p:nvGrpSpPr>
        <p:grpSpPr>
          <a:xfrm>
            <a:off x="596717" y="5790229"/>
            <a:ext cx="2355488" cy="628349"/>
            <a:chOff x="596717" y="5790229"/>
            <a:chExt cx="2355488" cy="628349"/>
          </a:xfrm>
        </p:grpSpPr>
        <p:sp>
          <p:nvSpPr>
            <p:cNvPr id="98" name="Vrije vorm: vorm 97">
              <a:extLst>
                <a:ext uri="{FF2B5EF4-FFF2-40B4-BE49-F238E27FC236}">
                  <a16:creationId xmlns:a16="http://schemas.microsoft.com/office/drawing/2014/main" id="{F085A682-C5B3-4BB2-8054-7CF36879AE6F}"/>
                </a:ext>
              </a:extLst>
            </p:cNvPr>
            <p:cNvSpPr/>
            <p:nvPr/>
          </p:nvSpPr>
          <p:spPr>
            <a:xfrm>
              <a:off x="596717" y="5790229"/>
              <a:ext cx="736314" cy="621342"/>
            </a:xfrm>
            <a:custGeom>
              <a:avLst/>
              <a:gdLst>
                <a:gd name="connsiteX0" fmla="*/ 629454 w 736314"/>
                <a:gd name="connsiteY0" fmla="*/ 621342 h 621342"/>
                <a:gd name="connsiteX1" fmla="*/ 571647 w 736314"/>
                <a:gd name="connsiteY1" fmla="*/ 621342 h 621342"/>
                <a:gd name="connsiteX2" fmla="*/ 464208 w 736314"/>
                <a:gd name="connsiteY2" fmla="*/ 513903 h 621342"/>
                <a:gd name="connsiteX3" fmla="*/ 464208 w 736314"/>
                <a:gd name="connsiteY3" fmla="*/ 411135 h 621342"/>
                <a:gd name="connsiteX4" fmla="*/ 368447 w 736314"/>
                <a:gd name="connsiteY4" fmla="*/ 467190 h 621342"/>
                <a:gd name="connsiteX5" fmla="*/ 272685 w 736314"/>
                <a:gd name="connsiteY5" fmla="*/ 411135 h 621342"/>
                <a:gd name="connsiteX6" fmla="*/ 272685 w 736314"/>
                <a:gd name="connsiteY6" fmla="*/ 513903 h 621342"/>
                <a:gd name="connsiteX7" fmla="*/ 165246 w 736314"/>
                <a:gd name="connsiteY7" fmla="*/ 621342 h 621342"/>
                <a:gd name="connsiteX8" fmla="*/ 107439 w 736314"/>
                <a:gd name="connsiteY8" fmla="*/ 621342 h 621342"/>
                <a:gd name="connsiteX9" fmla="*/ 0 w 736314"/>
                <a:gd name="connsiteY9" fmla="*/ 513903 h 621342"/>
                <a:gd name="connsiteX10" fmla="*/ 0 w 736314"/>
                <a:gd name="connsiteY10" fmla="*/ 137866 h 621342"/>
                <a:gd name="connsiteX11" fmla="*/ 63062 w 736314"/>
                <a:gd name="connsiteY11" fmla="*/ 21084 h 621342"/>
                <a:gd name="connsiteX12" fmla="*/ 227141 w 736314"/>
                <a:gd name="connsiteY12" fmla="*/ 35098 h 621342"/>
                <a:gd name="connsiteX13" fmla="*/ 368447 w 736314"/>
                <a:gd name="connsiteY13" fmla="*/ 162390 h 621342"/>
                <a:gd name="connsiteX14" fmla="*/ 509169 w 736314"/>
                <a:gd name="connsiteY14" fmla="*/ 35098 h 621342"/>
                <a:gd name="connsiteX15" fmla="*/ 673247 w 736314"/>
                <a:gd name="connsiteY15" fmla="*/ 21084 h 621342"/>
                <a:gd name="connsiteX16" fmla="*/ 736309 w 736314"/>
                <a:gd name="connsiteY16" fmla="*/ 137866 h 621342"/>
                <a:gd name="connsiteX17" fmla="*/ 736309 w 736314"/>
                <a:gd name="connsiteY17" fmla="*/ 513903 h 621342"/>
                <a:gd name="connsiteX18" fmla="*/ 629454 w 736314"/>
                <a:gd name="connsiteY18" fmla="*/ 621342 h 62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36314" h="621342">
                  <a:moveTo>
                    <a:pt x="629454" y="621342"/>
                  </a:moveTo>
                  <a:lnTo>
                    <a:pt x="571647" y="621342"/>
                  </a:lnTo>
                  <a:cubicBezTo>
                    <a:pt x="512672" y="621342"/>
                    <a:pt x="464208" y="572878"/>
                    <a:pt x="464208" y="513903"/>
                  </a:cubicBezTo>
                  <a:lnTo>
                    <a:pt x="464208" y="411135"/>
                  </a:lnTo>
                  <a:cubicBezTo>
                    <a:pt x="464208" y="411135"/>
                    <a:pt x="432676" y="467190"/>
                    <a:pt x="368447" y="467190"/>
                  </a:cubicBezTo>
                  <a:cubicBezTo>
                    <a:pt x="304217" y="467190"/>
                    <a:pt x="272685" y="411135"/>
                    <a:pt x="272685" y="411135"/>
                  </a:cubicBezTo>
                  <a:lnTo>
                    <a:pt x="272685" y="513903"/>
                  </a:lnTo>
                  <a:cubicBezTo>
                    <a:pt x="272685" y="572878"/>
                    <a:pt x="224221" y="621342"/>
                    <a:pt x="165246" y="621342"/>
                  </a:cubicBezTo>
                  <a:lnTo>
                    <a:pt x="107439" y="621342"/>
                  </a:lnTo>
                  <a:cubicBezTo>
                    <a:pt x="48464" y="621342"/>
                    <a:pt x="0" y="572878"/>
                    <a:pt x="0" y="513903"/>
                  </a:cubicBezTo>
                  <a:lnTo>
                    <a:pt x="0" y="137866"/>
                  </a:lnTo>
                  <a:cubicBezTo>
                    <a:pt x="0" y="89985"/>
                    <a:pt x="23356" y="46192"/>
                    <a:pt x="63062" y="21084"/>
                  </a:cubicBezTo>
                  <a:cubicBezTo>
                    <a:pt x="114446" y="-11615"/>
                    <a:pt x="182180" y="-5776"/>
                    <a:pt x="227141" y="35098"/>
                  </a:cubicBezTo>
                  <a:lnTo>
                    <a:pt x="368447" y="162390"/>
                  </a:lnTo>
                  <a:lnTo>
                    <a:pt x="509169" y="35098"/>
                  </a:lnTo>
                  <a:cubicBezTo>
                    <a:pt x="554130" y="-5776"/>
                    <a:pt x="621863" y="-11031"/>
                    <a:pt x="673247" y="21084"/>
                  </a:cubicBezTo>
                  <a:cubicBezTo>
                    <a:pt x="712953" y="46192"/>
                    <a:pt x="736309" y="89985"/>
                    <a:pt x="736309" y="137866"/>
                  </a:cubicBezTo>
                  <a:lnTo>
                    <a:pt x="736309" y="513903"/>
                  </a:lnTo>
                  <a:cubicBezTo>
                    <a:pt x="736893" y="573462"/>
                    <a:pt x="688429" y="621342"/>
                    <a:pt x="629454" y="621342"/>
                  </a:cubicBezTo>
                  <a:close/>
                </a:path>
              </a:pathLst>
            </a:custGeom>
            <a:noFill/>
            <a:ln w="1217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9" name="Vrije vorm: vorm 98">
              <a:extLst>
                <a:ext uri="{FF2B5EF4-FFF2-40B4-BE49-F238E27FC236}">
                  <a16:creationId xmlns:a16="http://schemas.microsoft.com/office/drawing/2014/main" id="{93C5F39B-54A1-E801-7B1E-C8209716EBD0}"/>
                </a:ext>
              </a:extLst>
            </p:cNvPr>
            <p:cNvSpPr/>
            <p:nvPr/>
          </p:nvSpPr>
          <p:spPr>
            <a:xfrm>
              <a:off x="2169184" y="6326321"/>
              <a:ext cx="85250" cy="91089"/>
            </a:xfrm>
            <a:custGeom>
              <a:avLst/>
              <a:gdLst>
                <a:gd name="connsiteX0" fmla="*/ 42042 w 85250"/>
                <a:gd name="connsiteY0" fmla="*/ 16349 h 91089"/>
                <a:gd name="connsiteX1" fmla="*/ 56639 w 85250"/>
                <a:gd name="connsiteY1" fmla="*/ 56055 h 91089"/>
                <a:gd name="connsiteX2" fmla="*/ 27444 w 85250"/>
                <a:gd name="connsiteY2" fmla="*/ 56055 h 91089"/>
                <a:gd name="connsiteX3" fmla="*/ 42042 w 85250"/>
                <a:gd name="connsiteY3" fmla="*/ 16349 h 91089"/>
                <a:gd name="connsiteX4" fmla="*/ 33867 w 85250"/>
                <a:gd name="connsiteY4" fmla="*/ 0 h 91089"/>
                <a:gd name="connsiteX5" fmla="*/ 0 w 85250"/>
                <a:gd name="connsiteY5" fmla="*/ 91090 h 91089"/>
                <a:gd name="connsiteX6" fmla="*/ 15182 w 85250"/>
                <a:gd name="connsiteY6" fmla="*/ 91090 h 91089"/>
                <a:gd name="connsiteX7" fmla="*/ 23356 w 85250"/>
                <a:gd name="connsiteY7" fmla="*/ 68317 h 91089"/>
                <a:gd name="connsiteX8" fmla="*/ 60726 w 85250"/>
                <a:gd name="connsiteY8" fmla="*/ 68317 h 91089"/>
                <a:gd name="connsiteX9" fmla="*/ 69485 w 85250"/>
                <a:gd name="connsiteY9" fmla="*/ 91090 h 91089"/>
                <a:gd name="connsiteX10" fmla="*/ 85251 w 85250"/>
                <a:gd name="connsiteY10" fmla="*/ 91090 h 91089"/>
                <a:gd name="connsiteX11" fmla="*/ 51384 w 85250"/>
                <a:gd name="connsiteY11" fmla="*/ 0 h 91089"/>
                <a:gd name="connsiteX12" fmla="*/ 33867 w 85250"/>
                <a:gd name="connsiteY12" fmla="*/ 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5250" h="91089">
                  <a:moveTo>
                    <a:pt x="42042" y="16349"/>
                  </a:moveTo>
                  <a:lnTo>
                    <a:pt x="56639" y="56055"/>
                  </a:lnTo>
                  <a:lnTo>
                    <a:pt x="27444" y="56055"/>
                  </a:lnTo>
                  <a:lnTo>
                    <a:pt x="42042" y="16349"/>
                  </a:lnTo>
                  <a:close/>
                  <a:moveTo>
                    <a:pt x="33867" y="0"/>
                  </a:moveTo>
                  <a:lnTo>
                    <a:pt x="0" y="91090"/>
                  </a:lnTo>
                  <a:lnTo>
                    <a:pt x="15182" y="91090"/>
                  </a:lnTo>
                  <a:lnTo>
                    <a:pt x="23356" y="68317"/>
                  </a:lnTo>
                  <a:lnTo>
                    <a:pt x="60726" y="68317"/>
                  </a:lnTo>
                  <a:lnTo>
                    <a:pt x="69485" y="91090"/>
                  </a:lnTo>
                  <a:lnTo>
                    <a:pt x="85251" y="91090"/>
                  </a:lnTo>
                  <a:lnTo>
                    <a:pt x="51384" y="0"/>
                  </a:lnTo>
                  <a:lnTo>
                    <a:pt x="33867" y="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1" name="Vrije vorm: vorm 100">
              <a:extLst>
                <a:ext uri="{FF2B5EF4-FFF2-40B4-BE49-F238E27FC236}">
                  <a16:creationId xmlns:a16="http://schemas.microsoft.com/office/drawing/2014/main" id="{70472701-96A2-C906-18D9-EA3CD9C14258}"/>
                </a:ext>
              </a:extLst>
            </p:cNvPr>
            <p:cNvSpPr/>
            <p:nvPr/>
          </p:nvSpPr>
          <p:spPr>
            <a:xfrm>
              <a:off x="2263193" y="6350261"/>
              <a:ext cx="101016" cy="67149"/>
            </a:xfrm>
            <a:custGeom>
              <a:avLst/>
              <a:gdLst>
                <a:gd name="connsiteX0" fmla="*/ 94009 w 101016"/>
                <a:gd name="connsiteY0" fmla="*/ 7007 h 67149"/>
                <a:gd name="connsiteX1" fmla="*/ 101016 w 101016"/>
                <a:gd name="connsiteY1" fmla="*/ 29779 h 67149"/>
                <a:gd name="connsiteX2" fmla="*/ 101016 w 101016"/>
                <a:gd name="connsiteY2" fmla="*/ 67150 h 67149"/>
                <a:gd name="connsiteX3" fmla="*/ 87002 w 101016"/>
                <a:gd name="connsiteY3" fmla="*/ 67150 h 67149"/>
                <a:gd name="connsiteX4" fmla="*/ 87002 w 101016"/>
                <a:gd name="connsiteY4" fmla="*/ 29779 h 67149"/>
                <a:gd name="connsiteX5" fmla="*/ 83499 w 101016"/>
                <a:gd name="connsiteY5" fmla="*/ 16349 h 67149"/>
                <a:gd name="connsiteX6" fmla="*/ 72989 w 101016"/>
                <a:gd name="connsiteY6" fmla="*/ 11678 h 67149"/>
                <a:gd name="connsiteX7" fmla="*/ 61310 w 101016"/>
                <a:gd name="connsiteY7" fmla="*/ 16933 h 67149"/>
                <a:gd name="connsiteX8" fmla="*/ 57223 w 101016"/>
                <a:gd name="connsiteY8" fmla="*/ 30947 h 67149"/>
                <a:gd name="connsiteX9" fmla="*/ 57223 w 101016"/>
                <a:gd name="connsiteY9" fmla="*/ 67150 h 67149"/>
                <a:gd name="connsiteX10" fmla="*/ 43209 w 101016"/>
                <a:gd name="connsiteY10" fmla="*/ 67150 h 67149"/>
                <a:gd name="connsiteX11" fmla="*/ 43209 w 101016"/>
                <a:gd name="connsiteY11" fmla="*/ 29779 h 67149"/>
                <a:gd name="connsiteX12" fmla="*/ 39706 w 101016"/>
                <a:gd name="connsiteY12" fmla="*/ 16349 h 67149"/>
                <a:gd name="connsiteX13" fmla="*/ 29195 w 101016"/>
                <a:gd name="connsiteY13" fmla="*/ 11678 h 67149"/>
                <a:gd name="connsiteX14" fmla="*/ 18101 w 101016"/>
                <a:gd name="connsiteY14" fmla="*/ 16933 h 67149"/>
                <a:gd name="connsiteX15" fmla="*/ 14014 w 101016"/>
                <a:gd name="connsiteY15" fmla="*/ 30947 h 67149"/>
                <a:gd name="connsiteX16" fmla="*/ 14014 w 101016"/>
                <a:gd name="connsiteY16" fmla="*/ 66566 h 67149"/>
                <a:gd name="connsiteX17" fmla="*/ 0 w 101016"/>
                <a:gd name="connsiteY17" fmla="*/ 66566 h 67149"/>
                <a:gd name="connsiteX18" fmla="*/ 0 w 101016"/>
                <a:gd name="connsiteY18" fmla="*/ 584 h 67149"/>
                <a:gd name="connsiteX19" fmla="*/ 12262 w 101016"/>
                <a:gd name="connsiteY19" fmla="*/ 584 h 67149"/>
                <a:gd name="connsiteX20" fmla="*/ 14014 w 101016"/>
                <a:gd name="connsiteY20" fmla="*/ 9343 h 67149"/>
                <a:gd name="connsiteX21" fmla="*/ 33283 w 101016"/>
                <a:gd name="connsiteY21" fmla="*/ 0 h 67149"/>
                <a:gd name="connsiteX22" fmla="*/ 45545 w 101016"/>
                <a:gd name="connsiteY22" fmla="*/ 2920 h 67149"/>
                <a:gd name="connsiteX23" fmla="*/ 53720 w 101016"/>
                <a:gd name="connsiteY23" fmla="*/ 12262 h 67149"/>
                <a:gd name="connsiteX24" fmla="*/ 63062 w 101016"/>
                <a:gd name="connsiteY24" fmla="*/ 3503 h 67149"/>
                <a:gd name="connsiteX25" fmla="*/ 77076 w 101016"/>
                <a:gd name="connsiteY25" fmla="*/ 584 h 67149"/>
                <a:gd name="connsiteX26" fmla="*/ 94009 w 101016"/>
                <a:gd name="connsiteY26" fmla="*/ 7007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016" h="67149">
                  <a:moveTo>
                    <a:pt x="94009" y="7007"/>
                  </a:moveTo>
                  <a:cubicBezTo>
                    <a:pt x="98681" y="11678"/>
                    <a:pt x="101016" y="19269"/>
                    <a:pt x="101016" y="29779"/>
                  </a:cubicBezTo>
                  <a:lnTo>
                    <a:pt x="101016" y="67150"/>
                  </a:lnTo>
                  <a:lnTo>
                    <a:pt x="87002" y="67150"/>
                  </a:lnTo>
                  <a:lnTo>
                    <a:pt x="87002" y="29779"/>
                  </a:lnTo>
                  <a:cubicBezTo>
                    <a:pt x="87002" y="23940"/>
                    <a:pt x="85835" y="19269"/>
                    <a:pt x="83499" y="16349"/>
                  </a:cubicBezTo>
                  <a:cubicBezTo>
                    <a:pt x="81163" y="13430"/>
                    <a:pt x="77660" y="11678"/>
                    <a:pt x="72989" y="11678"/>
                  </a:cubicBezTo>
                  <a:cubicBezTo>
                    <a:pt x="68317" y="11678"/>
                    <a:pt x="64230" y="13430"/>
                    <a:pt x="61310" y="16933"/>
                  </a:cubicBezTo>
                  <a:cubicBezTo>
                    <a:pt x="58391" y="20437"/>
                    <a:pt x="57223" y="25108"/>
                    <a:pt x="57223" y="30947"/>
                  </a:cubicBezTo>
                  <a:lnTo>
                    <a:pt x="57223" y="67150"/>
                  </a:lnTo>
                  <a:lnTo>
                    <a:pt x="43209" y="67150"/>
                  </a:lnTo>
                  <a:lnTo>
                    <a:pt x="43209" y="29779"/>
                  </a:lnTo>
                  <a:cubicBezTo>
                    <a:pt x="43209" y="23940"/>
                    <a:pt x="42042" y="19269"/>
                    <a:pt x="39706" y="16349"/>
                  </a:cubicBezTo>
                  <a:cubicBezTo>
                    <a:pt x="37370" y="13430"/>
                    <a:pt x="33867" y="11678"/>
                    <a:pt x="29195" y="11678"/>
                  </a:cubicBezTo>
                  <a:cubicBezTo>
                    <a:pt x="24524" y="11678"/>
                    <a:pt x="20437" y="13430"/>
                    <a:pt x="18101" y="16933"/>
                  </a:cubicBezTo>
                  <a:cubicBezTo>
                    <a:pt x="15182" y="20437"/>
                    <a:pt x="14014" y="25108"/>
                    <a:pt x="14014" y="30947"/>
                  </a:cubicBezTo>
                  <a:lnTo>
                    <a:pt x="14014" y="66566"/>
                  </a:lnTo>
                  <a:lnTo>
                    <a:pt x="0" y="66566"/>
                  </a:lnTo>
                  <a:lnTo>
                    <a:pt x="0" y="584"/>
                  </a:lnTo>
                  <a:lnTo>
                    <a:pt x="12262" y="584"/>
                  </a:lnTo>
                  <a:lnTo>
                    <a:pt x="14014" y="9343"/>
                  </a:lnTo>
                  <a:cubicBezTo>
                    <a:pt x="18685" y="2920"/>
                    <a:pt x="25108" y="0"/>
                    <a:pt x="33283" y="0"/>
                  </a:cubicBezTo>
                  <a:cubicBezTo>
                    <a:pt x="37954" y="0"/>
                    <a:pt x="42042" y="1168"/>
                    <a:pt x="45545" y="2920"/>
                  </a:cubicBezTo>
                  <a:cubicBezTo>
                    <a:pt x="49048" y="4671"/>
                    <a:pt x="51968" y="8175"/>
                    <a:pt x="53720" y="12262"/>
                  </a:cubicBezTo>
                  <a:cubicBezTo>
                    <a:pt x="56055" y="8175"/>
                    <a:pt x="58975" y="5255"/>
                    <a:pt x="63062" y="3503"/>
                  </a:cubicBezTo>
                  <a:cubicBezTo>
                    <a:pt x="67150" y="1168"/>
                    <a:pt x="71237" y="584"/>
                    <a:pt x="77076" y="584"/>
                  </a:cubicBezTo>
                  <a:cubicBezTo>
                    <a:pt x="83499" y="0"/>
                    <a:pt x="89922" y="2336"/>
                    <a:pt x="94009" y="7007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2" name="Vrije vorm: vorm 101">
              <a:extLst>
                <a:ext uri="{FF2B5EF4-FFF2-40B4-BE49-F238E27FC236}">
                  <a16:creationId xmlns:a16="http://schemas.microsoft.com/office/drawing/2014/main" id="{7F28E042-EDC2-E285-BCF0-398F1E873CEF}"/>
                </a:ext>
              </a:extLst>
            </p:cNvPr>
            <p:cNvSpPr/>
            <p:nvPr/>
          </p:nvSpPr>
          <p:spPr>
            <a:xfrm>
              <a:off x="2372968" y="6349093"/>
              <a:ext cx="57807" cy="68317"/>
            </a:xfrm>
            <a:custGeom>
              <a:avLst/>
              <a:gdLst>
                <a:gd name="connsiteX0" fmla="*/ 12846 w 57807"/>
                <a:gd name="connsiteY0" fmla="*/ 46129 h 68317"/>
                <a:gd name="connsiteX1" fmla="*/ 17517 w 57807"/>
                <a:gd name="connsiteY1" fmla="*/ 54887 h 68317"/>
                <a:gd name="connsiteX2" fmla="*/ 29195 w 57807"/>
                <a:gd name="connsiteY2" fmla="*/ 58391 h 68317"/>
                <a:gd name="connsiteX3" fmla="*/ 39706 w 57807"/>
                <a:gd name="connsiteY3" fmla="*/ 56055 h 68317"/>
                <a:gd name="connsiteX4" fmla="*/ 43793 w 57807"/>
                <a:gd name="connsiteY4" fmla="*/ 49632 h 68317"/>
                <a:gd name="connsiteX5" fmla="*/ 42042 w 57807"/>
                <a:gd name="connsiteY5" fmla="*/ 44377 h 68317"/>
                <a:gd name="connsiteX6" fmla="*/ 37370 w 57807"/>
                <a:gd name="connsiteY6" fmla="*/ 42041 h 68317"/>
                <a:gd name="connsiteX7" fmla="*/ 28028 w 57807"/>
                <a:gd name="connsiteY7" fmla="*/ 40290 h 68317"/>
                <a:gd name="connsiteX8" fmla="*/ 13430 w 57807"/>
                <a:gd name="connsiteY8" fmla="*/ 37370 h 68317"/>
                <a:gd name="connsiteX9" fmla="*/ 4087 w 57807"/>
                <a:gd name="connsiteY9" fmla="*/ 31531 h 68317"/>
                <a:gd name="connsiteX10" fmla="*/ 584 w 57807"/>
                <a:gd name="connsiteY10" fmla="*/ 21021 h 68317"/>
                <a:gd name="connsiteX11" fmla="*/ 4087 w 57807"/>
                <a:gd name="connsiteY11" fmla="*/ 9926 h 68317"/>
                <a:gd name="connsiteX12" fmla="*/ 13430 w 57807"/>
                <a:gd name="connsiteY12" fmla="*/ 2336 h 68317"/>
                <a:gd name="connsiteX13" fmla="*/ 26860 w 57807"/>
                <a:gd name="connsiteY13" fmla="*/ 0 h 68317"/>
                <a:gd name="connsiteX14" fmla="*/ 47297 w 57807"/>
                <a:gd name="connsiteY14" fmla="*/ 5839 h 68317"/>
                <a:gd name="connsiteX15" fmla="*/ 56055 w 57807"/>
                <a:gd name="connsiteY15" fmla="*/ 21605 h 68317"/>
                <a:gd name="connsiteX16" fmla="*/ 42625 w 57807"/>
                <a:gd name="connsiteY16" fmla="*/ 21605 h 68317"/>
                <a:gd name="connsiteX17" fmla="*/ 37954 w 57807"/>
                <a:gd name="connsiteY17" fmla="*/ 14014 h 68317"/>
                <a:gd name="connsiteX18" fmla="*/ 28028 w 57807"/>
                <a:gd name="connsiteY18" fmla="*/ 11094 h 68317"/>
                <a:gd name="connsiteX19" fmla="*/ 18101 w 57807"/>
                <a:gd name="connsiteY19" fmla="*/ 13430 h 68317"/>
                <a:gd name="connsiteX20" fmla="*/ 14598 w 57807"/>
                <a:gd name="connsiteY20" fmla="*/ 19853 h 68317"/>
                <a:gd name="connsiteX21" fmla="*/ 16350 w 57807"/>
                <a:gd name="connsiteY21" fmla="*/ 24524 h 68317"/>
                <a:gd name="connsiteX22" fmla="*/ 21021 w 57807"/>
                <a:gd name="connsiteY22" fmla="*/ 26860 h 68317"/>
                <a:gd name="connsiteX23" fmla="*/ 30363 w 57807"/>
                <a:gd name="connsiteY23" fmla="*/ 28028 h 68317"/>
                <a:gd name="connsiteX24" fmla="*/ 44961 w 57807"/>
                <a:gd name="connsiteY24" fmla="*/ 30947 h 68317"/>
                <a:gd name="connsiteX25" fmla="*/ 54304 w 57807"/>
                <a:gd name="connsiteY25" fmla="*/ 36786 h 68317"/>
                <a:gd name="connsiteX26" fmla="*/ 57807 w 57807"/>
                <a:gd name="connsiteY26" fmla="*/ 47881 h 68317"/>
                <a:gd name="connsiteX27" fmla="*/ 54304 w 57807"/>
                <a:gd name="connsiteY27" fmla="*/ 58975 h 68317"/>
                <a:gd name="connsiteX28" fmla="*/ 44377 w 57807"/>
                <a:gd name="connsiteY28" fmla="*/ 65982 h 68317"/>
                <a:gd name="connsiteX29" fmla="*/ 30363 w 57807"/>
                <a:gd name="connsiteY29" fmla="*/ 68317 h 68317"/>
                <a:gd name="connsiteX30" fmla="*/ 8759 w 57807"/>
                <a:gd name="connsiteY30" fmla="*/ 62478 h 68317"/>
                <a:gd name="connsiteX31" fmla="*/ 0 w 57807"/>
                <a:gd name="connsiteY31" fmla="*/ 45545 h 68317"/>
                <a:gd name="connsiteX32" fmla="*/ 12846 w 57807"/>
                <a:gd name="connsiteY32" fmla="*/ 45545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7807" h="68317">
                  <a:moveTo>
                    <a:pt x="12846" y="46129"/>
                  </a:moveTo>
                  <a:cubicBezTo>
                    <a:pt x="12846" y="49632"/>
                    <a:pt x="14598" y="52552"/>
                    <a:pt x="17517" y="54887"/>
                  </a:cubicBezTo>
                  <a:cubicBezTo>
                    <a:pt x="20437" y="57223"/>
                    <a:pt x="24524" y="58391"/>
                    <a:pt x="29195" y="58391"/>
                  </a:cubicBezTo>
                  <a:cubicBezTo>
                    <a:pt x="33283" y="58391"/>
                    <a:pt x="36786" y="57807"/>
                    <a:pt x="39706" y="56055"/>
                  </a:cubicBezTo>
                  <a:cubicBezTo>
                    <a:pt x="42625" y="54304"/>
                    <a:pt x="43793" y="52552"/>
                    <a:pt x="43793" y="49632"/>
                  </a:cubicBezTo>
                  <a:cubicBezTo>
                    <a:pt x="43793" y="47297"/>
                    <a:pt x="43209" y="45545"/>
                    <a:pt x="42042" y="44377"/>
                  </a:cubicBezTo>
                  <a:cubicBezTo>
                    <a:pt x="40874" y="43209"/>
                    <a:pt x="39122" y="42625"/>
                    <a:pt x="37370" y="42041"/>
                  </a:cubicBezTo>
                  <a:cubicBezTo>
                    <a:pt x="35618" y="41458"/>
                    <a:pt x="32115" y="40874"/>
                    <a:pt x="28028" y="40290"/>
                  </a:cubicBezTo>
                  <a:cubicBezTo>
                    <a:pt x="22189" y="39706"/>
                    <a:pt x="17517" y="38538"/>
                    <a:pt x="13430" y="37370"/>
                  </a:cubicBezTo>
                  <a:cubicBezTo>
                    <a:pt x="9927" y="36202"/>
                    <a:pt x="6423" y="34451"/>
                    <a:pt x="4087" y="31531"/>
                  </a:cubicBezTo>
                  <a:cubicBezTo>
                    <a:pt x="1752" y="29195"/>
                    <a:pt x="584" y="25692"/>
                    <a:pt x="584" y="21021"/>
                  </a:cubicBezTo>
                  <a:cubicBezTo>
                    <a:pt x="584" y="16933"/>
                    <a:pt x="1752" y="13430"/>
                    <a:pt x="4087" y="9926"/>
                  </a:cubicBezTo>
                  <a:cubicBezTo>
                    <a:pt x="6423" y="7007"/>
                    <a:pt x="9343" y="4087"/>
                    <a:pt x="13430" y="2336"/>
                  </a:cubicBezTo>
                  <a:cubicBezTo>
                    <a:pt x="17517" y="584"/>
                    <a:pt x="22189" y="0"/>
                    <a:pt x="26860" y="0"/>
                  </a:cubicBezTo>
                  <a:cubicBezTo>
                    <a:pt x="35035" y="0"/>
                    <a:pt x="42042" y="1752"/>
                    <a:pt x="47297" y="5839"/>
                  </a:cubicBezTo>
                  <a:cubicBezTo>
                    <a:pt x="52552" y="9343"/>
                    <a:pt x="55471" y="14598"/>
                    <a:pt x="56055" y="21605"/>
                  </a:cubicBezTo>
                  <a:lnTo>
                    <a:pt x="42625" y="21605"/>
                  </a:lnTo>
                  <a:cubicBezTo>
                    <a:pt x="42042" y="18685"/>
                    <a:pt x="40874" y="16349"/>
                    <a:pt x="37954" y="14014"/>
                  </a:cubicBezTo>
                  <a:cubicBezTo>
                    <a:pt x="35035" y="12262"/>
                    <a:pt x="32115" y="11094"/>
                    <a:pt x="28028" y="11094"/>
                  </a:cubicBezTo>
                  <a:cubicBezTo>
                    <a:pt x="23940" y="11094"/>
                    <a:pt x="20437" y="11678"/>
                    <a:pt x="18101" y="13430"/>
                  </a:cubicBezTo>
                  <a:cubicBezTo>
                    <a:pt x="15766" y="15182"/>
                    <a:pt x="14598" y="16933"/>
                    <a:pt x="14598" y="19853"/>
                  </a:cubicBezTo>
                  <a:cubicBezTo>
                    <a:pt x="14598" y="21605"/>
                    <a:pt x="15182" y="23356"/>
                    <a:pt x="16350" y="24524"/>
                  </a:cubicBezTo>
                  <a:cubicBezTo>
                    <a:pt x="17517" y="25692"/>
                    <a:pt x="19269" y="26276"/>
                    <a:pt x="21021" y="26860"/>
                  </a:cubicBezTo>
                  <a:cubicBezTo>
                    <a:pt x="22773" y="27444"/>
                    <a:pt x="26276" y="27444"/>
                    <a:pt x="30363" y="28028"/>
                  </a:cubicBezTo>
                  <a:cubicBezTo>
                    <a:pt x="36202" y="28612"/>
                    <a:pt x="40874" y="29779"/>
                    <a:pt x="44961" y="30947"/>
                  </a:cubicBezTo>
                  <a:cubicBezTo>
                    <a:pt x="49048" y="32115"/>
                    <a:pt x="51968" y="34451"/>
                    <a:pt x="54304" y="36786"/>
                  </a:cubicBezTo>
                  <a:cubicBezTo>
                    <a:pt x="56639" y="39706"/>
                    <a:pt x="57807" y="43209"/>
                    <a:pt x="57807" y="47881"/>
                  </a:cubicBezTo>
                  <a:cubicBezTo>
                    <a:pt x="57807" y="51968"/>
                    <a:pt x="56639" y="55471"/>
                    <a:pt x="54304" y="58975"/>
                  </a:cubicBezTo>
                  <a:cubicBezTo>
                    <a:pt x="51968" y="61894"/>
                    <a:pt x="48465" y="64814"/>
                    <a:pt x="44377" y="65982"/>
                  </a:cubicBezTo>
                  <a:cubicBezTo>
                    <a:pt x="40290" y="67733"/>
                    <a:pt x="35618" y="68317"/>
                    <a:pt x="30363" y="68317"/>
                  </a:cubicBezTo>
                  <a:cubicBezTo>
                    <a:pt x="21605" y="68317"/>
                    <a:pt x="14014" y="66566"/>
                    <a:pt x="8759" y="62478"/>
                  </a:cubicBezTo>
                  <a:cubicBezTo>
                    <a:pt x="3503" y="58391"/>
                    <a:pt x="584" y="53136"/>
                    <a:pt x="0" y="45545"/>
                  </a:cubicBezTo>
                  <a:lnTo>
                    <a:pt x="12846" y="45545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3" name="Vrije vorm: vorm 102">
              <a:extLst>
                <a:ext uri="{FF2B5EF4-FFF2-40B4-BE49-F238E27FC236}">
                  <a16:creationId xmlns:a16="http://schemas.microsoft.com/office/drawing/2014/main" id="{79823E1E-B023-D5C6-1678-1C835429520E}"/>
                </a:ext>
              </a:extLst>
            </p:cNvPr>
            <p:cNvSpPr/>
            <p:nvPr/>
          </p:nvSpPr>
          <p:spPr>
            <a:xfrm>
              <a:off x="2436030" y="6332160"/>
              <a:ext cx="43209" cy="84666"/>
            </a:xfrm>
            <a:custGeom>
              <a:avLst/>
              <a:gdLst>
                <a:gd name="connsiteX0" fmla="*/ 11678 w 43209"/>
                <a:gd name="connsiteY0" fmla="*/ 30947 h 84666"/>
                <a:gd name="connsiteX1" fmla="*/ 0 w 43209"/>
                <a:gd name="connsiteY1" fmla="*/ 30947 h 84666"/>
                <a:gd name="connsiteX2" fmla="*/ 0 w 43209"/>
                <a:gd name="connsiteY2" fmla="*/ 18685 h 84666"/>
                <a:gd name="connsiteX3" fmla="*/ 11678 w 43209"/>
                <a:gd name="connsiteY3" fmla="*/ 18685 h 84666"/>
                <a:gd name="connsiteX4" fmla="*/ 11678 w 43209"/>
                <a:gd name="connsiteY4" fmla="*/ 0 h 84666"/>
                <a:gd name="connsiteX5" fmla="*/ 25692 w 43209"/>
                <a:gd name="connsiteY5" fmla="*/ 0 h 84666"/>
                <a:gd name="connsiteX6" fmla="*/ 25692 w 43209"/>
                <a:gd name="connsiteY6" fmla="*/ 18685 h 84666"/>
                <a:gd name="connsiteX7" fmla="*/ 41458 w 43209"/>
                <a:gd name="connsiteY7" fmla="*/ 18685 h 84666"/>
                <a:gd name="connsiteX8" fmla="*/ 41458 w 43209"/>
                <a:gd name="connsiteY8" fmla="*/ 30947 h 84666"/>
                <a:gd name="connsiteX9" fmla="*/ 25692 w 43209"/>
                <a:gd name="connsiteY9" fmla="*/ 30947 h 84666"/>
                <a:gd name="connsiteX10" fmla="*/ 25692 w 43209"/>
                <a:gd name="connsiteY10" fmla="*/ 65398 h 84666"/>
                <a:gd name="connsiteX11" fmla="*/ 27444 w 43209"/>
                <a:gd name="connsiteY11" fmla="*/ 70653 h 84666"/>
                <a:gd name="connsiteX12" fmla="*/ 32699 w 43209"/>
                <a:gd name="connsiteY12" fmla="*/ 72405 h 84666"/>
                <a:gd name="connsiteX13" fmla="*/ 43209 w 43209"/>
                <a:gd name="connsiteY13" fmla="*/ 72405 h 84666"/>
                <a:gd name="connsiteX14" fmla="*/ 43209 w 43209"/>
                <a:gd name="connsiteY14" fmla="*/ 84667 h 84666"/>
                <a:gd name="connsiteX15" fmla="*/ 29779 w 43209"/>
                <a:gd name="connsiteY15" fmla="*/ 84667 h 84666"/>
                <a:gd name="connsiteX16" fmla="*/ 15765 w 43209"/>
                <a:gd name="connsiteY16" fmla="*/ 79996 h 84666"/>
                <a:gd name="connsiteX17" fmla="*/ 11678 w 43209"/>
                <a:gd name="connsiteY17" fmla="*/ 66566 h 84666"/>
                <a:gd name="connsiteX18" fmla="*/ 11678 w 43209"/>
                <a:gd name="connsiteY18" fmla="*/ 3094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209" h="84666">
                  <a:moveTo>
                    <a:pt x="11678" y="30947"/>
                  </a:moveTo>
                  <a:lnTo>
                    <a:pt x="0" y="30947"/>
                  </a:lnTo>
                  <a:lnTo>
                    <a:pt x="0" y="18685"/>
                  </a:lnTo>
                  <a:lnTo>
                    <a:pt x="11678" y="18685"/>
                  </a:lnTo>
                  <a:lnTo>
                    <a:pt x="11678" y="0"/>
                  </a:lnTo>
                  <a:lnTo>
                    <a:pt x="25692" y="0"/>
                  </a:lnTo>
                  <a:lnTo>
                    <a:pt x="25692" y="18685"/>
                  </a:lnTo>
                  <a:lnTo>
                    <a:pt x="41458" y="18685"/>
                  </a:lnTo>
                  <a:lnTo>
                    <a:pt x="41458" y="30947"/>
                  </a:lnTo>
                  <a:lnTo>
                    <a:pt x="25692" y="30947"/>
                  </a:lnTo>
                  <a:lnTo>
                    <a:pt x="25692" y="65398"/>
                  </a:lnTo>
                  <a:cubicBezTo>
                    <a:pt x="25692" y="67733"/>
                    <a:pt x="26276" y="70069"/>
                    <a:pt x="27444" y="70653"/>
                  </a:cubicBezTo>
                  <a:cubicBezTo>
                    <a:pt x="28612" y="71821"/>
                    <a:pt x="30363" y="72405"/>
                    <a:pt x="32699" y="72405"/>
                  </a:cubicBezTo>
                  <a:lnTo>
                    <a:pt x="43209" y="72405"/>
                  </a:lnTo>
                  <a:lnTo>
                    <a:pt x="43209" y="84667"/>
                  </a:lnTo>
                  <a:lnTo>
                    <a:pt x="29779" y="84667"/>
                  </a:lnTo>
                  <a:cubicBezTo>
                    <a:pt x="23356" y="84667"/>
                    <a:pt x="18685" y="82915"/>
                    <a:pt x="15765" y="79996"/>
                  </a:cubicBezTo>
                  <a:cubicBezTo>
                    <a:pt x="12846" y="77076"/>
                    <a:pt x="11678" y="72405"/>
                    <a:pt x="11678" y="66566"/>
                  </a:cubicBezTo>
                  <a:lnTo>
                    <a:pt x="11678" y="30947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4" name="Vrije vorm: vorm 103">
              <a:extLst>
                <a:ext uri="{FF2B5EF4-FFF2-40B4-BE49-F238E27FC236}">
                  <a16:creationId xmlns:a16="http://schemas.microsoft.com/office/drawing/2014/main" id="{C8D59117-33E0-F3F0-01C0-B5371961F288}"/>
                </a:ext>
              </a:extLst>
            </p:cNvPr>
            <p:cNvSpPr/>
            <p:nvPr/>
          </p:nvSpPr>
          <p:spPr>
            <a:xfrm>
              <a:off x="2483910" y="635026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6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6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5035 h 68317"/>
                <a:gd name="connsiteX19" fmla="*/ 4087 w 65397"/>
                <a:gd name="connsiteY19" fmla="*/ 15766 h 68317"/>
                <a:gd name="connsiteX20" fmla="*/ 51384 w 65397"/>
                <a:gd name="connsiteY20" fmla="*/ 26860 h 68317"/>
                <a:gd name="connsiteX21" fmla="*/ 45545 w 65397"/>
                <a:gd name="connsiteY21" fmla="*/ 15766 h 68317"/>
                <a:gd name="connsiteX22" fmla="*/ 33283 w 65397"/>
                <a:gd name="connsiteY22" fmla="*/ 11678 h 68317"/>
                <a:gd name="connsiteX23" fmla="*/ 21605 w 65397"/>
                <a:gd name="connsiteY23" fmla="*/ 15766 h 68317"/>
                <a:gd name="connsiteX24" fmla="*/ 15766 w 65397"/>
                <a:gd name="connsiteY24" fmla="*/ 26860 h 68317"/>
                <a:gd name="connsiteX25" fmla="*/ 51384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6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4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4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5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5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6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5035"/>
                  </a:cubicBezTo>
                  <a:cubicBezTo>
                    <a:pt x="0" y="27444"/>
                    <a:pt x="1752" y="21021"/>
                    <a:pt x="4087" y="15766"/>
                  </a:cubicBezTo>
                  <a:moveTo>
                    <a:pt x="51384" y="26860"/>
                  </a:moveTo>
                  <a:cubicBezTo>
                    <a:pt x="50800" y="22189"/>
                    <a:pt x="49048" y="18101"/>
                    <a:pt x="45545" y="15766"/>
                  </a:cubicBezTo>
                  <a:cubicBezTo>
                    <a:pt x="42042" y="12846"/>
                    <a:pt x="37954" y="11678"/>
                    <a:pt x="33283" y="11678"/>
                  </a:cubicBezTo>
                  <a:cubicBezTo>
                    <a:pt x="28612" y="11678"/>
                    <a:pt x="24524" y="12846"/>
                    <a:pt x="21605" y="15766"/>
                  </a:cubicBezTo>
                  <a:cubicBezTo>
                    <a:pt x="18101" y="18685"/>
                    <a:pt x="16350" y="22189"/>
                    <a:pt x="15766" y="26860"/>
                  </a:cubicBezTo>
                  <a:lnTo>
                    <a:pt x="51384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5" name="Vrije vorm: vorm 104">
              <a:extLst>
                <a:ext uri="{FF2B5EF4-FFF2-40B4-BE49-F238E27FC236}">
                  <a16:creationId xmlns:a16="http://schemas.microsoft.com/office/drawing/2014/main" id="{8EF58DB6-76D1-5B62-47A4-977A38CC3A0C}"/>
                </a:ext>
              </a:extLst>
            </p:cNvPr>
            <p:cNvSpPr/>
            <p:nvPr/>
          </p:nvSpPr>
          <p:spPr>
            <a:xfrm>
              <a:off x="2559235" y="6350261"/>
              <a:ext cx="37370" cy="67149"/>
            </a:xfrm>
            <a:custGeom>
              <a:avLst/>
              <a:gdLst>
                <a:gd name="connsiteX0" fmla="*/ 37370 w 37370"/>
                <a:gd name="connsiteY0" fmla="*/ 584 h 67149"/>
                <a:gd name="connsiteX1" fmla="*/ 37370 w 37370"/>
                <a:gd name="connsiteY1" fmla="*/ 13430 h 67149"/>
                <a:gd name="connsiteX2" fmla="*/ 30947 w 37370"/>
                <a:gd name="connsiteY2" fmla="*/ 13430 h 67149"/>
                <a:gd name="connsiteX3" fmla="*/ 18101 w 37370"/>
                <a:gd name="connsiteY3" fmla="*/ 19269 h 67149"/>
                <a:gd name="connsiteX4" fmla="*/ 14014 w 37370"/>
                <a:gd name="connsiteY4" fmla="*/ 33867 h 67149"/>
                <a:gd name="connsiteX5" fmla="*/ 14014 w 37370"/>
                <a:gd name="connsiteY5" fmla="*/ 67150 h 67149"/>
                <a:gd name="connsiteX6" fmla="*/ 0 w 37370"/>
                <a:gd name="connsiteY6" fmla="*/ 67150 h 67149"/>
                <a:gd name="connsiteX7" fmla="*/ 0 w 37370"/>
                <a:gd name="connsiteY7" fmla="*/ 584 h 67149"/>
                <a:gd name="connsiteX8" fmla="*/ 12262 w 37370"/>
                <a:gd name="connsiteY8" fmla="*/ 584 h 67149"/>
                <a:gd name="connsiteX9" fmla="*/ 14014 w 37370"/>
                <a:gd name="connsiteY9" fmla="*/ 10510 h 67149"/>
                <a:gd name="connsiteX10" fmla="*/ 21605 w 37370"/>
                <a:gd name="connsiteY10" fmla="*/ 2920 h 67149"/>
                <a:gd name="connsiteX11" fmla="*/ 33867 w 37370"/>
                <a:gd name="connsiteY11" fmla="*/ 0 h 67149"/>
                <a:gd name="connsiteX12" fmla="*/ 37370 w 37370"/>
                <a:gd name="connsiteY12" fmla="*/ 0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370" h="67149">
                  <a:moveTo>
                    <a:pt x="37370" y="584"/>
                  </a:moveTo>
                  <a:lnTo>
                    <a:pt x="37370" y="13430"/>
                  </a:lnTo>
                  <a:lnTo>
                    <a:pt x="30947" y="13430"/>
                  </a:lnTo>
                  <a:cubicBezTo>
                    <a:pt x="25108" y="13430"/>
                    <a:pt x="21021" y="15182"/>
                    <a:pt x="18101" y="19269"/>
                  </a:cubicBezTo>
                  <a:cubicBezTo>
                    <a:pt x="15765" y="22772"/>
                    <a:pt x="14014" y="28028"/>
                    <a:pt x="14014" y="33867"/>
                  </a:cubicBezTo>
                  <a:lnTo>
                    <a:pt x="14014" y="67150"/>
                  </a:lnTo>
                  <a:lnTo>
                    <a:pt x="0" y="67150"/>
                  </a:lnTo>
                  <a:lnTo>
                    <a:pt x="0" y="584"/>
                  </a:lnTo>
                  <a:lnTo>
                    <a:pt x="12262" y="584"/>
                  </a:lnTo>
                  <a:lnTo>
                    <a:pt x="14014" y="10510"/>
                  </a:lnTo>
                  <a:cubicBezTo>
                    <a:pt x="15765" y="7591"/>
                    <a:pt x="18101" y="4671"/>
                    <a:pt x="21605" y="2920"/>
                  </a:cubicBezTo>
                  <a:cubicBezTo>
                    <a:pt x="24524" y="1168"/>
                    <a:pt x="28612" y="0"/>
                    <a:pt x="33867" y="0"/>
                  </a:cubicBezTo>
                  <a:lnTo>
                    <a:pt x="37370" y="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6" name="Vrije vorm: vorm 105">
              <a:extLst>
                <a:ext uri="{FF2B5EF4-FFF2-40B4-BE49-F238E27FC236}">
                  <a16:creationId xmlns:a16="http://schemas.microsoft.com/office/drawing/2014/main" id="{5D032F9D-70C5-9893-8FD6-432414816B8E}"/>
                </a:ext>
              </a:extLst>
            </p:cNvPr>
            <p:cNvSpPr/>
            <p:nvPr/>
          </p:nvSpPr>
          <p:spPr>
            <a:xfrm>
              <a:off x="2600109" y="6326321"/>
              <a:ext cx="67149" cy="91673"/>
            </a:xfrm>
            <a:custGeom>
              <a:avLst/>
              <a:gdLst>
                <a:gd name="connsiteX0" fmla="*/ 67150 w 67149"/>
                <a:gd name="connsiteY0" fmla="*/ 0 h 91673"/>
                <a:gd name="connsiteX1" fmla="*/ 67150 w 67149"/>
                <a:gd name="connsiteY1" fmla="*/ 91090 h 91673"/>
                <a:gd name="connsiteX2" fmla="*/ 54887 w 67149"/>
                <a:gd name="connsiteY2" fmla="*/ 91090 h 91673"/>
                <a:gd name="connsiteX3" fmla="*/ 53136 w 67149"/>
                <a:gd name="connsiteY3" fmla="*/ 81163 h 91673"/>
                <a:gd name="connsiteX4" fmla="*/ 31531 w 67149"/>
                <a:gd name="connsiteY4" fmla="*/ 91674 h 91673"/>
                <a:gd name="connsiteX5" fmla="*/ 15181 w 67149"/>
                <a:gd name="connsiteY5" fmla="*/ 87586 h 91673"/>
                <a:gd name="connsiteX6" fmla="*/ 4087 w 67149"/>
                <a:gd name="connsiteY6" fmla="*/ 75908 h 91673"/>
                <a:gd name="connsiteX7" fmla="*/ 0 w 67149"/>
                <a:gd name="connsiteY7" fmla="*/ 57807 h 91673"/>
                <a:gd name="connsiteX8" fmla="*/ 4087 w 67149"/>
                <a:gd name="connsiteY8" fmla="*/ 39706 h 91673"/>
                <a:gd name="connsiteX9" fmla="*/ 15181 w 67149"/>
                <a:gd name="connsiteY9" fmla="*/ 28028 h 91673"/>
                <a:gd name="connsiteX10" fmla="*/ 31531 w 67149"/>
                <a:gd name="connsiteY10" fmla="*/ 23940 h 91673"/>
                <a:gd name="connsiteX11" fmla="*/ 44377 w 67149"/>
                <a:gd name="connsiteY11" fmla="*/ 26860 h 91673"/>
                <a:gd name="connsiteX12" fmla="*/ 53136 w 67149"/>
                <a:gd name="connsiteY12" fmla="*/ 34451 h 91673"/>
                <a:gd name="connsiteX13" fmla="*/ 53136 w 67149"/>
                <a:gd name="connsiteY13" fmla="*/ 584 h 91673"/>
                <a:gd name="connsiteX14" fmla="*/ 67150 w 67149"/>
                <a:gd name="connsiteY14" fmla="*/ 584 h 91673"/>
                <a:gd name="connsiteX15" fmla="*/ 47880 w 67149"/>
                <a:gd name="connsiteY15" fmla="*/ 74156 h 91673"/>
                <a:gd name="connsiteX16" fmla="*/ 53136 w 67149"/>
                <a:gd name="connsiteY16" fmla="*/ 58391 h 91673"/>
                <a:gd name="connsiteX17" fmla="*/ 47880 w 67149"/>
                <a:gd name="connsiteY17" fmla="*/ 42041 h 91673"/>
                <a:gd name="connsiteX18" fmla="*/ 33867 w 67149"/>
                <a:gd name="connsiteY18" fmla="*/ 35618 h 91673"/>
                <a:gd name="connsiteX19" fmla="*/ 19853 w 67149"/>
                <a:gd name="connsiteY19" fmla="*/ 42041 h 91673"/>
                <a:gd name="connsiteX20" fmla="*/ 14598 w 67149"/>
                <a:gd name="connsiteY20" fmla="*/ 57807 h 91673"/>
                <a:gd name="connsiteX21" fmla="*/ 19853 w 67149"/>
                <a:gd name="connsiteY21" fmla="*/ 73573 h 91673"/>
                <a:gd name="connsiteX22" fmla="*/ 33867 w 67149"/>
                <a:gd name="connsiteY22" fmla="*/ 79996 h 91673"/>
                <a:gd name="connsiteX23" fmla="*/ 47880 w 67149"/>
                <a:gd name="connsiteY23" fmla="*/ 74156 h 91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149" h="91673">
                  <a:moveTo>
                    <a:pt x="67150" y="0"/>
                  </a:moveTo>
                  <a:lnTo>
                    <a:pt x="67150" y="91090"/>
                  </a:lnTo>
                  <a:lnTo>
                    <a:pt x="54887" y="91090"/>
                  </a:lnTo>
                  <a:lnTo>
                    <a:pt x="53136" y="81163"/>
                  </a:lnTo>
                  <a:cubicBezTo>
                    <a:pt x="47880" y="88170"/>
                    <a:pt x="40874" y="91674"/>
                    <a:pt x="31531" y="91674"/>
                  </a:cubicBezTo>
                  <a:cubicBezTo>
                    <a:pt x="25692" y="91674"/>
                    <a:pt x="19853" y="90506"/>
                    <a:pt x="15181" y="87586"/>
                  </a:cubicBezTo>
                  <a:cubicBezTo>
                    <a:pt x="10510" y="84667"/>
                    <a:pt x="6423" y="81163"/>
                    <a:pt x="4087" y="75908"/>
                  </a:cubicBezTo>
                  <a:cubicBezTo>
                    <a:pt x="1168" y="70653"/>
                    <a:pt x="0" y="64814"/>
                    <a:pt x="0" y="57807"/>
                  </a:cubicBezTo>
                  <a:cubicBezTo>
                    <a:pt x="0" y="50800"/>
                    <a:pt x="1168" y="44961"/>
                    <a:pt x="4087" y="39706"/>
                  </a:cubicBezTo>
                  <a:cubicBezTo>
                    <a:pt x="7007" y="34451"/>
                    <a:pt x="10510" y="30363"/>
                    <a:pt x="15181" y="28028"/>
                  </a:cubicBezTo>
                  <a:cubicBezTo>
                    <a:pt x="19853" y="25108"/>
                    <a:pt x="25108" y="23940"/>
                    <a:pt x="31531" y="23940"/>
                  </a:cubicBezTo>
                  <a:cubicBezTo>
                    <a:pt x="36202" y="23940"/>
                    <a:pt x="40874" y="25108"/>
                    <a:pt x="44377" y="26860"/>
                  </a:cubicBezTo>
                  <a:cubicBezTo>
                    <a:pt x="47880" y="28612"/>
                    <a:pt x="50800" y="30947"/>
                    <a:pt x="53136" y="34451"/>
                  </a:cubicBezTo>
                  <a:lnTo>
                    <a:pt x="53136" y="584"/>
                  </a:lnTo>
                  <a:lnTo>
                    <a:pt x="67150" y="584"/>
                  </a:lnTo>
                  <a:close/>
                  <a:moveTo>
                    <a:pt x="47880" y="74156"/>
                  </a:moveTo>
                  <a:cubicBezTo>
                    <a:pt x="51384" y="70069"/>
                    <a:pt x="53136" y="64814"/>
                    <a:pt x="53136" y="58391"/>
                  </a:cubicBezTo>
                  <a:cubicBezTo>
                    <a:pt x="53136" y="51968"/>
                    <a:pt x="51384" y="46129"/>
                    <a:pt x="47880" y="42041"/>
                  </a:cubicBezTo>
                  <a:cubicBezTo>
                    <a:pt x="44377" y="37954"/>
                    <a:pt x="39706" y="35618"/>
                    <a:pt x="33867" y="35618"/>
                  </a:cubicBezTo>
                  <a:cubicBezTo>
                    <a:pt x="28028" y="35618"/>
                    <a:pt x="23356" y="37954"/>
                    <a:pt x="19853" y="42041"/>
                  </a:cubicBezTo>
                  <a:cubicBezTo>
                    <a:pt x="16349" y="46129"/>
                    <a:pt x="14598" y="51384"/>
                    <a:pt x="14598" y="57807"/>
                  </a:cubicBezTo>
                  <a:cubicBezTo>
                    <a:pt x="14598" y="64230"/>
                    <a:pt x="16349" y="69485"/>
                    <a:pt x="19853" y="73573"/>
                  </a:cubicBezTo>
                  <a:cubicBezTo>
                    <a:pt x="23356" y="77660"/>
                    <a:pt x="28028" y="79996"/>
                    <a:pt x="33867" y="79996"/>
                  </a:cubicBezTo>
                  <a:cubicBezTo>
                    <a:pt x="39706" y="79996"/>
                    <a:pt x="44377" y="78244"/>
                    <a:pt x="47880" y="74156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7" name="Vrije vorm: vorm 106">
              <a:extLst>
                <a:ext uri="{FF2B5EF4-FFF2-40B4-BE49-F238E27FC236}">
                  <a16:creationId xmlns:a16="http://schemas.microsoft.com/office/drawing/2014/main" id="{3E3438AD-1119-950C-D15A-105E57EFB2C3}"/>
                </a:ext>
              </a:extLst>
            </p:cNvPr>
            <p:cNvSpPr/>
            <p:nvPr/>
          </p:nvSpPr>
          <p:spPr>
            <a:xfrm>
              <a:off x="2675433" y="6350845"/>
              <a:ext cx="67149" cy="67149"/>
            </a:xfrm>
            <a:custGeom>
              <a:avLst/>
              <a:gdLst>
                <a:gd name="connsiteX0" fmla="*/ 67150 w 67149"/>
                <a:gd name="connsiteY0" fmla="*/ 54304 h 67149"/>
                <a:gd name="connsiteX1" fmla="*/ 67150 w 67149"/>
                <a:gd name="connsiteY1" fmla="*/ 66566 h 67149"/>
                <a:gd name="connsiteX2" fmla="*/ 59559 w 67149"/>
                <a:gd name="connsiteY2" fmla="*/ 66566 h 67149"/>
                <a:gd name="connsiteX3" fmla="*/ 50216 w 67149"/>
                <a:gd name="connsiteY3" fmla="*/ 63646 h 67149"/>
                <a:gd name="connsiteX4" fmla="*/ 47297 w 67149"/>
                <a:gd name="connsiteY4" fmla="*/ 55471 h 67149"/>
                <a:gd name="connsiteX5" fmla="*/ 25108 w 67149"/>
                <a:gd name="connsiteY5" fmla="*/ 67150 h 67149"/>
                <a:gd name="connsiteX6" fmla="*/ 7007 w 67149"/>
                <a:gd name="connsiteY6" fmla="*/ 61894 h 67149"/>
                <a:gd name="connsiteX7" fmla="*/ 0 w 67149"/>
                <a:gd name="connsiteY7" fmla="*/ 47881 h 67149"/>
                <a:gd name="connsiteX8" fmla="*/ 7007 w 67149"/>
                <a:gd name="connsiteY8" fmla="*/ 32115 h 67149"/>
                <a:gd name="connsiteX9" fmla="*/ 28028 w 67149"/>
                <a:gd name="connsiteY9" fmla="*/ 26860 h 67149"/>
                <a:gd name="connsiteX10" fmla="*/ 44961 w 67149"/>
                <a:gd name="connsiteY10" fmla="*/ 26860 h 67149"/>
                <a:gd name="connsiteX11" fmla="*/ 44961 w 67149"/>
                <a:gd name="connsiteY11" fmla="*/ 22772 h 67149"/>
                <a:gd name="connsiteX12" fmla="*/ 40874 w 67149"/>
                <a:gd name="connsiteY12" fmla="*/ 14014 h 67149"/>
                <a:gd name="connsiteX13" fmla="*/ 30363 w 67149"/>
                <a:gd name="connsiteY13" fmla="*/ 11094 h 67149"/>
                <a:gd name="connsiteX14" fmla="*/ 20437 w 67149"/>
                <a:gd name="connsiteY14" fmla="*/ 14014 h 67149"/>
                <a:gd name="connsiteX15" fmla="*/ 15765 w 67149"/>
                <a:gd name="connsiteY15" fmla="*/ 21021 h 67149"/>
                <a:gd name="connsiteX16" fmla="*/ 1752 w 67149"/>
                <a:gd name="connsiteY16" fmla="*/ 21021 h 67149"/>
                <a:gd name="connsiteX17" fmla="*/ 10510 w 67149"/>
                <a:gd name="connsiteY17" fmla="*/ 5255 h 67149"/>
                <a:gd name="connsiteX18" fmla="*/ 30947 w 67149"/>
                <a:gd name="connsiteY18" fmla="*/ 0 h 67149"/>
                <a:gd name="connsiteX19" fmla="*/ 51384 w 67149"/>
                <a:gd name="connsiteY19" fmla="*/ 6423 h 67149"/>
                <a:gd name="connsiteX20" fmla="*/ 58391 w 67149"/>
                <a:gd name="connsiteY20" fmla="*/ 24524 h 67149"/>
                <a:gd name="connsiteX21" fmla="*/ 58391 w 67149"/>
                <a:gd name="connsiteY21" fmla="*/ 50800 h 67149"/>
                <a:gd name="connsiteX22" fmla="*/ 63062 w 67149"/>
                <a:gd name="connsiteY22" fmla="*/ 55471 h 67149"/>
                <a:gd name="connsiteX23" fmla="*/ 67150 w 67149"/>
                <a:gd name="connsiteY23" fmla="*/ 55471 h 67149"/>
                <a:gd name="connsiteX24" fmla="*/ 46129 w 67149"/>
                <a:gd name="connsiteY24" fmla="*/ 36786 h 67149"/>
                <a:gd name="connsiteX25" fmla="*/ 28612 w 67149"/>
                <a:gd name="connsiteY25" fmla="*/ 36786 h 67149"/>
                <a:gd name="connsiteX26" fmla="*/ 18685 w 67149"/>
                <a:gd name="connsiteY26" fmla="*/ 39122 h 67149"/>
                <a:gd name="connsiteX27" fmla="*/ 15182 w 67149"/>
                <a:gd name="connsiteY27" fmla="*/ 46713 h 67149"/>
                <a:gd name="connsiteX28" fmla="*/ 18685 w 67149"/>
                <a:gd name="connsiteY28" fmla="*/ 53720 h 67149"/>
                <a:gd name="connsiteX29" fmla="*/ 27444 w 67149"/>
                <a:gd name="connsiteY29" fmla="*/ 56055 h 67149"/>
                <a:gd name="connsiteX30" fmla="*/ 40874 w 67149"/>
                <a:gd name="connsiteY30" fmla="*/ 51384 h 67149"/>
                <a:gd name="connsiteX31" fmla="*/ 46129 w 67149"/>
                <a:gd name="connsiteY31" fmla="*/ 39122 h 67149"/>
                <a:gd name="connsiteX32" fmla="*/ 46129 w 67149"/>
                <a:gd name="connsiteY32" fmla="*/ 36786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7149" h="67149">
                  <a:moveTo>
                    <a:pt x="67150" y="54304"/>
                  </a:moveTo>
                  <a:lnTo>
                    <a:pt x="67150" y="66566"/>
                  </a:lnTo>
                  <a:lnTo>
                    <a:pt x="59559" y="66566"/>
                  </a:lnTo>
                  <a:cubicBezTo>
                    <a:pt x="55471" y="66566"/>
                    <a:pt x="51968" y="65398"/>
                    <a:pt x="50216" y="63646"/>
                  </a:cubicBezTo>
                  <a:cubicBezTo>
                    <a:pt x="48464" y="61894"/>
                    <a:pt x="47297" y="58975"/>
                    <a:pt x="47297" y="55471"/>
                  </a:cubicBezTo>
                  <a:cubicBezTo>
                    <a:pt x="42041" y="63062"/>
                    <a:pt x="35035" y="67150"/>
                    <a:pt x="25108" y="67150"/>
                  </a:cubicBezTo>
                  <a:cubicBezTo>
                    <a:pt x="17517" y="67150"/>
                    <a:pt x="11678" y="65398"/>
                    <a:pt x="7007" y="61894"/>
                  </a:cubicBezTo>
                  <a:cubicBezTo>
                    <a:pt x="2336" y="58391"/>
                    <a:pt x="0" y="53720"/>
                    <a:pt x="0" y="47881"/>
                  </a:cubicBezTo>
                  <a:cubicBezTo>
                    <a:pt x="0" y="40874"/>
                    <a:pt x="2336" y="35618"/>
                    <a:pt x="7007" y="32115"/>
                  </a:cubicBezTo>
                  <a:cubicBezTo>
                    <a:pt x="11678" y="28612"/>
                    <a:pt x="18685" y="26860"/>
                    <a:pt x="28028" y="26860"/>
                  </a:cubicBezTo>
                  <a:lnTo>
                    <a:pt x="44961" y="26860"/>
                  </a:lnTo>
                  <a:lnTo>
                    <a:pt x="44961" y="22772"/>
                  </a:lnTo>
                  <a:cubicBezTo>
                    <a:pt x="44961" y="19269"/>
                    <a:pt x="43793" y="16349"/>
                    <a:pt x="40874" y="14014"/>
                  </a:cubicBezTo>
                  <a:cubicBezTo>
                    <a:pt x="38538" y="11678"/>
                    <a:pt x="34451" y="11094"/>
                    <a:pt x="30363" y="11094"/>
                  </a:cubicBezTo>
                  <a:cubicBezTo>
                    <a:pt x="26276" y="11094"/>
                    <a:pt x="22772" y="12262"/>
                    <a:pt x="20437" y="14014"/>
                  </a:cubicBezTo>
                  <a:cubicBezTo>
                    <a:pt x="17517" y="15766"/>
                    <a:pt x="16349" y="18101"/>
                    <a:pt x="15765" y="21021"/>
                  </a:cubicBezTo>
                  <a:lnTo>
                    <a:pt x="1752" y="21021"/>
                  </a:lnTo>
                  <a:cubicBezTo>
                    <a:pt x="2336" y="14598"/>
                    <a:pt x="5255" y="9343"/>
                    <a:pt x="10510" y="5255"/>
                  </a:cubicBezTo>
                  <a:cubicBezTo>
                    <a:pt x="15765" y="1752"/>
                    <a:pt x="22772" y="0"/>
                    <a:pt x="30947" y="0"/>
                  </a:cubicBezTo>
                  <a:cubicBezTo>
                    <a:pt x="39706" y="0"/>
                    <a:pt x="46713" y="2336"/>
                    <a:pt x="51384" y="6423"/>
                  </a:cubicBezTo>
                  <a:cubicBezTo>
                    <a:pt x="56055" y="10510"/>
                    <a:pt x="58391" y="16349"/>
                    <a:pt x="58391" y="24524"/>
                  </a:cubicBezTo>
                  <a:lnTo>
                    <a:pt x="58391" y="50800"/>
                  </a:lnTo>
                  <a:cubicBezTo>
                    <a:pt x="58391" y="53720"/>
                    <a:pt x="60143" y="55471"/>
                    <a:pt x="63062" y="55471"/>
                  </a:cubicBezTo>
                  <a:lnTo>
                    <a:pt x="67150" y="55471"/>
                  </a:lnTo>
                  <a:close/>
                  <a:moveTo>
                    <a:pt x="46129" y="36786"/>
                  </a:moveTo>
                  <a:lnTo>
                    <a:pt x="28612" y="36786"/>
                  </a:lnTo>
                  <a:cubicBezTo>
                    <a:pt x="24524" y="36786"/>
                    <a:pt x="21021" y="37370"/>
                    <a:pt x="18685" y="39122"/>
                  </a:cubicBezTo>
                  <a:cubicBezTo>
                    <a:pt x="16349" y="40874"/>
                    <a:pt x="15182" y="43209"/>
                    <a:pt x="15182" y="46713"/>
                  </a:cubicBezTo>
                  <a:cubicBezTo>
                    <a:pt x="15182" y="49632"/>
                    <a:pt x="16349" y="51968"/>
                    <a:pt x="18685" y="53720"/>
                  </a:cubicBezTo>
                  <a:cubicBezTo>
                    <a:pt x="21021" y="55471"/>
                    <a:pt x="23940" y="56055"/>
                    <a:pt x="27444" y="56055"/>
                  </a:cubicBezTo>
                  <a:cubicBezTo>
                    <a:pt x="33283" y="56055"/>
                    <a:pt x="37954" y="54304"/>
                    <a:pt x="40874" y="51384"/>
                  </a:cubicBezTo>
                  <a:cubicBezTo>
                    <a:pt x="44377" y="48464"/>
                    <a:pt x="45545" y="44377"/>
                    <a:pt x="46129" y="39122"/>
                  </a:cubicBezTo>
                  <a:lnTo>
                    <a:pt x="46129" y="36786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8" name="Vrije vorm: vorm 107">
              <a:extLst>
                <a:ext uri="{FF2B5EF4-FFF2-40B4-BE49-F238E27FC236}">
                  <a16:creationId xmlns:a16="http://schemas.microsoft.com/office/drawing/2014/main" id="{DFDA62D5-E9F1-8532-6C61-46D1D8956664}"/>
                </a:ext>
              </a:extLst>
            </p:cNvPr>
            <p:cNvSpPr/>
            <p:nvPr/>
          </p:nvSpPr>
          <p:spPr>
            <a:xfrm>
              <a:off x="2753093" y="6350261"/>
              <a:ext cx="101016" cy="67149"/>
            </a:xfrm>
            <a:custGeom>
              <a:avLst/>
              <a:gdLst>
                <a:gd name="connsiteX0" fmla="*/ 94009 w 101016"/>
                <a:gd name="connsiteY0" fmla="*/ 7007 h 67149"/>
                <a:gd name="connsiteX1" fmla="*/ 101016 w 101016"/>
                <a:gd name="connsiteY1" fmla="*/ 29779 h 67149"/>
                <a:gd name="connsiteX2" fmla="*/ 101016 w 101016"/>
                <a:gd name="connsiteY2" fmla="*/ 67150 h 67149"/>
                <a:gd name="connsiteX3" fmla="*/ 87002 w 101016"/>
                <a:gd name="connsiteY3" fmla="*/ 67150 h 67149"/>
                <a:gd name="connsiteX4" fmla="*/ 87002 w 101016"/>
                <a:gd name="connsiteY4" fmla="*/ 29779 h 67149"/>
                <a:gd name="connsiteX5" fmla="*/ 83499 w 101016"/>
                <a:gd name="connsiteY5" fmla="*/ 16349 h 67149"/>
                <a:gd name="connsiteX6" fmla="*/ 72989 w 101016"/>
                <a:gd name="connsiteY6" fmla="*/ 11678 h 67149"/>
                <a:gd name="connsiteX7" fmla="*/ 61310 w 101016"/>
                <a:gd name="connsiteY7" fmla="*/ 16933 h 67149"/>
                <a:gd name="connsiteX8" fmla="*/ 57223 w 101016"/>
                <a:gd name="connsiteY8" fmla="*/ 30947 h 67149"/>
                <a:gd name="connsiteX9" fmla="*/ 57223 w 101016"/>
                <a:gd name="connsiteY9" fmla="*/ 67150 h 67149"/>
                <a:gd name="connsiteX10" fmla="*/ 43209 w 101016"/>
                <a:gd name="connsiteY10" fmla="*/ 67150 h 67149"/>
                <a:gd name="connsiteX11" fmla="*/ 43209 w 101016"/>
                <a:gd name="connsiteY11" fmla="*/ 29779 h 67149"/>
                <a:gd name="connsiteX12" fmla="*/ 39706 w 101016"/>
                <a:gd name="connsiteY12" fmla="*/ 16349 h 67149"/>
                <a:gd name="connsiteX13" fmla="*/ 29195 w 101016"/>
                <a:gd name="connsiteY13" fmla="*/ 11678 h 67149"/>
                <a:gd name="connsiteX14" fmla="*/ 18101 w 101016"/>
                <a:gd name="connsiteY14" fmla="*/ 16933 h 67149"/>
                <a:gd name="connsiteX15" fmla="*/ 14014 w 101016"/>
                <a:gd name="connsiteY15" fmla="*/ 30947 h 67149"/>
                <a:gd name="connsiteX16" fmla="*/ 14014 w 101016"/>
                <a:gd name="connsiteY16" fmla="*/ 66566 h 67149"/>
                <a:gd name="connsiteX17" fmla="*/ 0 w 101016"/>
                <a:gd name="connsiteY17" fmla="*/ 66566 h 67149"/>
                <a:gd name="connsiteX18" fmla="*/ 0 w 101016"/>
                <a:gd name="connsiteY18" fmla="*/ 584 h 67149"/>
                <a:gd name="connsiteX19" fmla="*/ 12262 w 101016"/>
                <a:gd name="connsiteY19" fmla="*/ 584 h 67149"/>
                <a:gd name="connsiteX20" fmla="*/ 14014 w 101016"/>
                <a:gd name="connsiteY20" fmla="*/ 9343 h 67149"/>
                <a:gd name="connsiteX21" fmla="*/ 33283 w 101016"/>
                <a:gd name="connsiteY21" fmla="*/ 0 h 67149"/>
                <a:gd name="connsiteX22" fmla="*/ 45545 w 101016"/>
                <a:gd name="connsiteY22" fmla="*/ 2920 h 67149"/>
                <a:gd name="connsiteX23" fmla="*/ 53720 w 101016"/>
                <a:gd name="connsiteY23" fmla="*/ 12262 h 67149"/>
                <a:gd name="connsiteX24" fmla="*/ 63062 w 101016"/>
                <a:gd name="connsiteY24" fmla="*/ 3503 h 67149"/>
                <a:gd name="connsiteX25" fmla="*/ 77076 w 101016"/>
                <a:gd name="connsiteY25" fmla="*/ 584 h 67149"/>
                <a:gd name="connsiteX26" fmla="*/ 94009 w 101016"/>
                <a:gd name="connsiteY26" fmla="*/ 7007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016" h="67149">
                  <a:moveTo>
                    <a:pt x="94009" y="7007"/>
                  </a:moveTo>
                  <a:cubicBezTo>
                    <a:pt x="98681" y="11678"/>
                    <a:pt x="101016" y="19269"/>
                    <a:pt x="101016" y="29779"/>
                  </a:cubicBezTo>
                  <a:lnTo>
                    <a:pt x="101016" y="67150"/>
                  </a:lnTo>
                  <a:lnTo>
                    <a:pt x="87002" y="67150"/>
                  </a:lnTo>
                  <a:lnTo>
                    <a:pt x="87002" y="29779"/>
                  </a:lnTo>
                  <a:cubicBezTo>
                    <a:pt x="87002" y="23940"/>
                    <a:pt x="85835" y="19269"/>
                    <a:pt x="83499" y="16349"/>
                  </a:cubicBezTo>
                  <a:cubicBezTo>
                    <a:pt x="81163" y="13430"/>
                    <a:pt x="77660" y="11678"/>
                    <a:pt x="72989" y="11678"/>
                  </a:cubicBezTo>
                  <a:cubicBezTo>
                    <a:pt x="68317" y="11678"/>
                    <a:pt x="64230" y="13430"/>
                    <a:pt x="61310" y="16933"/>
                  </a:cubicBezTo>
                  <a:cubicBezTo>
                    <a:pt x="58391" y="20437"/>
                    <a:pt x="57223" y="25108"/>
                    <a:pt x="57223" y="30947"/>
                  </a:cubicBezTo>
                  <a:lnTo>
                    <a:pt x="57223" y="67150"/>
                  </a:lnTo>
                  <a:lnTo>
                    <a:pt x="43209" y="67150"/>
                  </a:lnTo>
                  <a:lnTo>
                    <a:pt x="43209" y="29779"/>
                  </a:lnTo>
                  <a:cubicBezTo>
                    <a:pt x="43209" y="23940"/>
                    <a:pt x="42042" y="19269"/>
                    <a:pt x="39706" y="16349"/>
                  </a:cubicBezTo>
                  <a:cubicBezTo>
                    <a:pt x="37370" y="13430"/>
                    <a:pt x="33867" y="11678"/>
                    <a:pt x="29195" y="11678"/>
                  </a:cubicBezTo>
                  <a:cubicBezTo>
                    <a:pt x="24524" y="11678"/>
                    <a:pt x="20437" y="13430"/>
                    <a:pt x="18101" y="16933"/>
                  </a:cubicBezTo>
                  <a:cubicBezTo>
                    <a:pt x="15182" y="20437"/>
                    <a:pt x="14014" y="25108"/>
                    <a:pt x="14014" y="30947"/>
                  </a:cubicBezTo>
                  <a:lnTo>
                    <a:pt x="14014" y="66566"/>
                  </a:lnTo>
                  <a:lnTo>
                    <a:pt x="0" y="66566"/>
                  </a:lnTo>
                  <a:lnTo>
                    <a:pt x="0" y="584"/>
                  </a:lnTo>
                  <a:lnTo>
                    <a:pt x="12262" y="584"/>
                  </a:lnTo>
                  <a:lnTo>
                    <a:pt x="14014" y="9343"/>
                  </a:lnTo>
                  <a:cubicBezTo>
                    <a:pt x="18685" y="2920"/>
                    <a:pt x="25108" y="0"/>
                    <a:pt x="33283" y="0"/>
                  </a:cubicBezTo>
                  <a:cubicBezTo>
                    <a:pt x="37954" y="0"/>
                    <a:pt x="42042" y="1168"/>
                    <a:pt x="45545" y="2920"/>
                  </a:cubicBezTo>
                  <a:cubicBezTo>
                    <a:pt x="49048" y="4671"/>
                    <a:pt x="51968" y="8175"/>
                    <a:pt x="53720" y="12262"/>
                  </a:cubicBezTo>
                  <a:cubicBezTo>
                    <a:pt x="56055" y="8175"/>
                    <a:pt x="58975" y="5255"/>
                    <a:pt x="63062" y="3503"/>
                  </a:cubicBezTo>
                  <a:cubicBezTo>
                    <a:pt x="67150" y="1168"/>
                    <a:pt x="71237" y="584"/>
                    <a:pt x="77076" y="584"/>
                  </a:cubicBezTo>
                  <a:cubicBezTo>
                    <a:pt x="83499" y="0"/>
                    <a:pt x="89338" y="2336"/>
                    <a:pt x="94009" y="7007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9" name="Vrije vorm: vorm 108">
              <a:extLst>
                <a:ext uri="{FF2B5EF4-FFF2-40B4-BE49-F238E27FC236}">
                  <a16:creationId xmlns:a16="http://schemas.microsoft.com/office/drawing/2014/main" id="{D05AB74B-D0D1-681B-8FFF-6572D17FBBF3}"/>
                </a:ext>
              </a:extLst>
            </p:cNvPr>
            <p:cNvSpPr/>
            <p:nvPr/>
          </p:nvSpPr>
          <p:spPr>
            <a:xfrm>
              <a:off x="2174439" y="6197861"/>
              <a:ext cx="96344" cy="91089"/>
            </a:xfrm>
            <a:custGeom>
              <a:avLst/>
              <a:gdLst>
                <a:gd name="connsiteX0" fmla="*/ 0 w 96344"/>
                <a:gd name="connsiteY0" fmla="*/ 0 h 91089"/>
                <a:gd name="connsiteX1" fmla="*/ 19269 w 96344"/>
                <a:gd name="connsiteY1" fmla="*/ 0 h 91089"/>
                <a:gd name="connsiteX2" fmla="*/ 48465 w 96344"/>
                <a:gd name="connsiteY2" fmla="*/ 71821 h 91089"/>
                <a:gd name="connsiteX3" fmla="*/ 77076 w 96344"/>
                <a:gd name="connsiteY3" fmla="*/ 0 h 91089"/>
                <a:gd name="connsiteX4" fmla="*/ 96345 w 96344"/>
                <a:gd name="connsiteY4" fmla="*/ 0 h 91089"/>
                <a:gd name="connsiteX5" fmla="*/ 96345 w 96344"/>
                <a:gd name="connsiteY5" fmla="*/ 91090 h 91089"/>
                <a:gd name="connsiteX6" fmla="*/ 81747 w 96344"/>
                <a:gd name="connsiteY6" fmla="*/ 91090 h 91089"/>
                <a:gd name="connsiteX7" fmla="*/ 81747 w 96344"/>
                <a:gd name="connsiteY7" fmla="*/ 23940 h 91089"/>
                <a:gd name="connsiteX8" fmla="*/ 54304 w 96344"/>
                <a:gd name="connsiteY8" fmla="*/ 91090 h 91089"/>
                <a:gd name="connsiteX9" fmla="*/ 42042 w 96344"/>
                <a:gd name="connsiteY9" fmla="*/ 91090 h 91089"/>
                <a:gd name="connsiteX10" fmla="*/ 14598 w 96344"/>
                <a:gd name="connsiteY10" fmla="*/ 23940 h 91089"/>
                <a:gd name="connsiteX11" fmla="*/ 14598 w 96344"/>
                <a:gd name="connsiteY11" fmla="*/ 91090 h 91089"/>
                <a:gd name="connsiteX12" fmla="*/ 0 w 96344"/>
                <a:gd name="connsiteY12" fmla="*/ 9109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6344" h="91089">
                  <a:moveTo>
                    <a:pt x="0" y="0"/>
                  </a:moveTo>
                  <a:lnTo>
                    <a:pt x="19269" y="0"/>
                  </a:lnTo>
                  <a:lnTo>
                    <a:pt x="48465" y="71821"/>
                  </a:lnTo>
                  <a:lnTo>
                    <a:pt x="77076" y="0"/>
                  </a:lnTo>
                  <a:lnTo>
                    <a:pt x="96345" y="0"/>
                  </a:lnTo>
                  <a:lnTo>
                    <a:pt x="96345" y="91090"/>
                  </a:lnTo>
                  <a:lnTo>
                    <a:pt x="81747" y="91090"/>
                  </a:lnTo>
                  <a:lnTo>
                    <a:pt x="81747" y="23940"/>
                  </a:lnTo>
                  <a:lnTo>
                    <a:pt x="54304" y="91090"/>
                  </a:lnTo>
                  <a:lnTo>
                    <a:pt x="42042" y="91090"/>
                  </a:lnTo>
                  <a:lnTo>
                    <a:pt x="14598" y="23940"/>
                  </a:lnTo>
                  <a:lnTo>
                    <a:pt x="14598" y="91090"/>
                  </a:lnTo>
                  <a:lnTo>
                    <a:pt x="0" y="9109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0" name="Vrije vorm: vorm 109">
              <a:extLst>
                <a:ext uri="{FF2B5EF4-FFF2-40B4-BE49-F238E27FC236}">
                  <a16:creationId xmlns:a16="http://schemas.microsoft.com/office/drawing/2014/main" id="{432115A0-7BAC-DA5C-D5A7-56E2717817D0}"/>
                </a:ext>
              </a:extLst>
            </p:cNvPr>
            <p:cNvSpPr/>
            <p:nvPr/>
          </p:nvSpPr>
          <p:spPr>
            <a:xfrm>
              <a:off x="2281294" y="622180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5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5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4451 h 68317"/>
                <a:gd name="connsiteX19" fmla="*/ 4087 w 65397"/>
                <a:gd name="connsiteY19" fmla="*/ 15766 h 68317"/>
                <a:gd name="connsiteX20" fmla="*/ 50800 w 65397"/>
                <a:gd name="connsiteY20" fmla="*/ 26860 h 68317"/>
                <a:gd name="connsiteX21" fmla="*/ 44961 w 65397"/>
                <a:gd name="connsiteY21" fmla="*/ 15766 h 68317"/>
                <a:gd name="connsiteX22" fmla="*/ 32699 w 65397"/>
                <a:gd name="connsiteY22" fmla="*/ 11678 h 68317"/>
                <a:gd name="connsiteX23" fmla="*/ 21021 w 65397"/>
                <a:gd name="connsiteY23" fmla="*/ 15766 h 68317"/>
                <a:gd name="connsiteX24" fmla="*/ 15182 w 65397"/>
                <a:gd name="connsiteY24" fmla="*/ 26860 h 68317"/>
                <a:gd name="connsiteX25" fmla="*/ 50800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5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3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3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4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4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5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4451"/>
                  </a:cubicBezTo>
                  <a:cubicBezTo>
                    <a:pt x="0" y="26860"/>
                    <a:pt x="1168" y="21021"/>
                    <a:pt x="4087" y="15766"/>
                  </a:cubicBezTo>
                  <a:moveTo>
                    <a:pt x="50800" y="26860"/>
                  </a:moveTo>
                  <a:cubicBezTo>
                    <a:pt x="50216" y="22189"/>
                    <a:pt x="48464" y="18101"/>
                    <a:pt x="44961" y="15766"/>
                  </a:cubicBezTo>
                  <a:cubicBezTo>
                    <a:pt x="41458" y="12846"/>
                    <a:pt x="37370" y="11678"/>
                    <a:pt x="32699" y="11678"/>
                  </a:cubicBezTo>
                  <a:cubicBezTo>
                    <a:pt x="28028" y="11678"/>
                    <a:pt x="23940" y="12846"/>
                    <a:pt x="21021" y="15766"/>
                  </a:cubicBezTo>
                  <a:cubicBezTo>
                    <a:pt x="17517" y="18685"/>
                    <a:pt x="15765" y="22189"/>
                    <a:pt x="15182" y="26860"/>
                  </a:cubicBezTo>
                  <a:lnTo>
                    <a:pt x="50800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1" name="Vrije vorm: vorm 110">
              <a:extLst>
                <a:ext uri="{FF2B5EF4-FFF2-40B4-BE49-F238E27FC236}">
                  <a16:creationId xmlns:a16="http://schemas.microsoft.com/office/drawing/2014/main" id="{9525FDDE-8EE2-BC8D-BD0C-0C231E26DE9B}"/>
                </a:ext>
              </a:extLst>
            </p:cNvPr>
            <p:cNvSpPr/>
            <p:nvPr/>
          </p:nvSpPr>
          <p:spPr>
            <a:xfrm>
              <a:off x="2356034" y="6197861"/>
              <a:ext cx="67149" cy="91673"/>
            </a:xfrm>
            <a:custGeom>
              <a:avLst/>
              <a:gdLst>
                <a:gd name="connsiteX0" fmla="*/ 67150 w 67149"/>
                <a:gd name="connsiteY0" fmla="*/ 0 h 91673"/>
                <a:gd name="connsiteX1" fmla="*/ 67150 w 67149"/>
                <a:gd name="connsiteY1" fmla="*/ 91090 h 91673"/>
                <a:gd name="connsiteX2" fmla="*/ 54887 w 67149"/>
                <a:gd name="connsiteY2" fmla="*/ 91090 h 91673"/>
                <a:gd name="connsiteX3" fmla="*/ 53136 w 67149"/>
                <a:gd name="connsiteY3" fmla="*/ 81163 h 91673"/>
                <a:gd name="connsiteX4" fmla="*/ 31531 w 67149"/>
                <a:gd name="connsiteY4" fmla="*/ 91674 h 91673"/>
                <a:gd name="connsiteX5" fmla="*/ 15182 w 67149"/>
                <a:gd name="connsiteY5" fmla="*/ 87586 h 91673"/>
                <a:gd name="connsiteX6" fmla="*/ 4087 w 67149"/>
                <a:gd name="connsiteY6" fmla="*/ 75908 h 91673"/>
                <a:gd name="connsiteX7" fmla="*/ 0 w 67149"/>
                <a:gd name="connsiteY7" fmla="*/ 57807 h 91673"/>
                <a:gd name="connsiteX8" fmla="*/ 4087 w 67149"/>
                <a:gd name="connsiteY8" fmla="*/ 39706 h 91673"/>
                <a:gd name="connsiteX9" fmla="*/ 15182 w 67149"/>
                <a:gd name="connsiteY9" fmla="*/ 28028 h 91673"/>
                <a:gd name="connsiteX10" fmla="*/ 31531 w 67149"/>
                <a:gd name="connsiteY10" fmla="*/ 23940 h 91673"/>
                <a:gd name="connsiteX11" fmla="*/ 44377 w 67149"/>
                <a:gd name="connsiteY11" fmla="*/ 26860 h 91673"/>
                <a:gd name="connsiteX12" fmla="*/ 53136 w 67149"/>
                <a:gd name="connsiteY12" fmla="*/ 34451 h 91673"/>
                <a:gd name="connsiteX13" fmla="*/ 53136 w 67149"/>
                <a:gd name="connsiteY13" fmla="*/ 584 h 91673"/>
                <a:gd name="connsiteX14" fmla="*/ 67150 w 67149"/>
                <a:gd name="connsiteY14" fmla="*/ 584 h 91673"/>
                <a:gd name="connsiteX15" fmla="*/ 47881 w 67149"/>
                <a:gd name="connsiteY15" fmla="*/ 74156 h 91673"/>
                <a:gd name="connsiteX16" fmla="*/ 53136 w 67149"/>
                <a:gd name="connsiteY16" fmla="*/ 58391 h 91673"/>
                <a:gd name="connsiteX17" fmla="*/ 47881 w 67149"/>
                <a:gd name="connsiteY17" fmla="*/ 42041 h 91673"/>
                <a:gd name="connsiteX18" fmla="*/ 33867 w 67149"/>
                <a:gd name="connsiteY18" fmla="*/ 35618 h 91673"/>
                <a:gd name="connsiteX19" fmla="*/ 19853 w 67149"/>
                <a:gd name="connsiteY19" fmla="*/ 42041 h 91673"/>
                <a:gd name="connsiteX20" fmla="*/ 14598 w 67149"/>
                <a:gd name="connsiteY20" fmla="*/ 57807 h 91673"/>
                <a:gd name="connsiteX21" fmla="*/ 19853 w 67149"/>
                <a:gd name="connsiteY21" fmla="*/ 73573 h 91673"/>
                <a:gd name="connsiteX22" fmla="*/ 33867 w 67149"/>
                <a:gd name="connsiteY22" fmla="*/ 79996 h 91673"/>
                <a:gd name="connsiteX23" fmla="*/ 47881 w 67149"/>
                <a:gd name="connsiteY23" fmla="*/ 74156 h 91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149" h="91673">
                  <a:moveTo>
                    <a:pt x="67150" y="0"/>
                  </a:moveTo>
                  <a:lnTo>
                    <a:pt x="67150" y="91090"/>
                  </a:lnTo>
                  <a:lnTo>
                    <a:pt x="54887" y="91090"/>
                  </a:lnTo>
                  <a:lnTo>
                    <a:pt x="53136" y="81163"/>
                  </a:lnTo>
                  <a:cubicBezTo>
                    <a:pt x="47881" y="88170"/>
                    <a:pt x="40874" y="91674"/>
                    <a:pt x="31531" y="91674"/>
                  </a:cubicBezTo>
                  <a:cubicBezTo>
                    <a:pt x="25692" y="91674"/>
                    <a:pt x="19853" y="90506"/>
                    <a:pt x="15182" y="87586"/>
                  </a:cubicBezTo>
                  <a:cubicBezTo>
                    <a:pt x="10510" y="84667"/>
                    <a:pt x="6423" y="81163"/>
                    <a:pt x="4087" y="75908"/>
                  </a:cubicBezTo>
                  <a:cubicBezTo>
                    <a:pt x="1168" y="70653"/>
                    <a:pt x="0" y="64814"/>
                    <a:pt x="0" y="57807"/>
                  </a:cubicBezTo>
                  <a:cubicBezTo>
                    <a:pt x="0" y="50800"/>
                    <a:pt x="1168" y="44961"/>
                    <a:pt x="4087" y="39706"/>
                  </a:cubicBezTo>
                  <a:cubicBezTo>
                    <a:pt x="7007" y="34451"/>
                    <a:pt x="10510" y="30363"/>
                    <a:pt x="15182" y="28028"/>
                  </a:cubicBezTo>
                  <a:cubicBezTo>
                    <a:pt x="19853" y="25108"/>
                    <a:pt x="25108" y="23940"/>
                    <a:pt x="31531" y="23940"/>
                  </a:cubicBezTo>
                  <a:cubicBezTo>
                    <a:pt x="36202" y="23940"/>
                    <a:pt x="40874" y="25108"/>
                    <a:pt x="44377" y="26860"/>
                  </a:cubicBezTo>
                  <a:cubicBezTo>
                    <a:pt x="47881" y="28612"/>
                    <a:pt x="50800" y="30947"/>
                    <a:pt x="53136" y="34451"/>
                  </a:cubicBezTo>
                  <a:lnTo>
                    <a:pt x="53136" y="584"/>
                  </a:lnTo>
                  <a:lnTo>
                    <a:pt x="67150" y="584"/>
                  </a:lnTo>
                  <a:close/>
                  <a:moveTo>
                    <a:pt x="47881" y="74156"/>
                  </a:moveTo>
                  <a:cubicBezTo>
                    <a:pt x="51384" y="70069"/>
                    <a:pt x="53136" y="64814"/>
                    <a:pt x="53136" y="58391"/>
                  </a:cubicBezTo>
                  <a:cubicBezTo>
                    <a:pt x="53136" y="51968"/>
                    <a:pt x="51384" y="46129"/>
                    <a:pt x="47881" y="42041"/>
                  </a:cubicBezTo>
                  <a:cubicBezTo>
                    <a:pt x="44377" y="37954"/>
                    <a:pt x="39706" y="35618"/>
                    <a:pt x="33867" y="35618"/>
                  </a:cubicBezTo>
                  <a:cubicBezTo>
                    <a:pt x="28028" y="35618"/>
                    <a:pt x="23356" y="37954"/>
                    <a:pt x="19853" y="42041"/>
                  </a:cubicBezTo>
                  <a:cubicBezTo>
                    <a:pt x="16350" y="46129"/>
                    <a:pt x="14598" y="51384"/>
                    <a:pt x="14598" y="57807"/>
                  </a:cubicBezTo>
                  <a:cubicBezTo>
                    <a:pt x="14598" y="64230"/>
                    <a:pt x="16350" y="69485"/>
                    <a:pt x="19853" y="73573"/>
                  </a:cubicBezTo>
                  <a:cubicBezTo>
                    <a:pt x="23356" y="77660"/>
                    <a:pt x="28028" y="79996"/>
                    <a:pt x="33867" y="79996"/>
                  </a:cubicBezTo>
                  <a:cubicBezTo>
                    <a:pt x="39706" y="79996"/>
                    <a:pt x="44377" y="78244"/>
                    <a:pt x="47881" y="74156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2" name="Vrije vorm: vorm 111">
              <a:extLst>
                <a:ext uri="{FF2B5EF4-FFF2-40B4-BE49-F238E27FC236}">
                  <a16:creationId xmlns:a16="http://schemas.microsoft.com/office/drawing/2014/main" id="{BAD143CD-4027-A937-41F4-42CE445213B8}"/>
                </a:ext>
              </a:extLst>
            </p:cNvPr>
            <p:cNvSpPr/>
            <p:nvPr/>
          </p:nvSpPr>
          <p:spPr>
            <a:xfrm>
              <a:off x="2436030" y="6195525"/>
              <a:ext cx="16349" cy="93425"/>
            </a:xfrm>
            <a:custGeom>
              <a:avLst/>
              <a:gdLst>
                <a:gd name="connsiteX0" fmla="*/ 14014 w 16349"/>
                <a:gd name="connsiteY0" fmla="*/ 2336 h 93425"/>
                <a:gd name="connsiteX1" fmla="*/ 16349 w 16349"/>
                <a:gd name="connsiteY1" fmla="*/ 8175 h 93425"/>
                <a:gd name="connsiteX2" fmla="*/ 14014 w 16349"/>
                <a:gd name="connsiteY2" fmla="*/ 14014 h 93425"/>
                <a:gd name="connsiteX3" fmla="*/ 8175 w 16349"/>
                <a:gd name="connsiteY3" fmla="*/ 16349 h 93425"/>
                <a:gd name="connsiteX4" fmla="*/ 2336 w 16349"/>
                <a:gd name="connsiteY4" fmla="*/ 14014 h 93425"/>
                <a:gd name="connsiteX5" fmla="*/ 0 w 16349"/>
                <a:gd name="connsiteY5" fmla="*/ 8175 h 93425"/>
                <a:gd name="connsiteX6" fmla="*/ 2336 w 16349"/>
                <a:gd name="connsiteY6" fmla="*/ 2336 h 93425"/>
                <a:gd name="connsiteX7" fmla="*/ 8175 w 16349"/>
                <a:gd name="connsiteY7" fmla="*/ 0 h 93425"/>
                <a:gd name="connsiteX8" fmla="*/ 14014 w 16349"/>
                <a:gd name="connsiteY8" fmla="*/ 2336 h 93425"/>
                <a:gd name="connsiteX9" fmla="*/ 584 w 16349"/>
                <a:gd name="connsiteY9" fmla="*/ 26860 h 93425"/>
                <a:gd name="connsiteX10" fmla="*/ 14598 w 16349"/>
                <a:gd name="connsiteY10" fmla="*/ 26860 h 93425"/>
                <a:gd name="connsiteX11" fmla="*/ 14598 w 16349"/>
                <a:gd name="connsiteY11" fmla="*/ 93425 h 93425"/>
                <a:gd name="connsiteX12" fmla="*/ 584 w 16349"/>
                <a:gd name="connsiteY12" fmla="*/ 93425 h 93425"/>
                <a:gd name="connsiteX13" fmla="*/ 584 w 16349"/>
                <a:gd name="connsiteY13" fmla="*/ 26860 h 9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349" h="93425">
                  <a:moveTo>
                    <a:pt x="14014" y="2336"/>
                  </a:moveTo>
                  <a:cubicBezTo>
                    <a:pt x="15765" y="4087"/>
                    <a:pt x="16349" y="5839"/>
                    <a:pt x="16349" y="8175"/>
                  </a:cubicBezTo>
                  <a:cubicBezTo>
                    <a:pt x="16349" y="10510"/>
                    <a:pt x="15765" y="12846"/>
                    <a:pt x="14014" y="14014"/>
                  </a:cubicBezTo>
                  <a:cubicBezTo>
                    <a:pt x="12262" y="15766"/>
                    <a:pt x="10510" y="16349"/>
                    <a:pt x="8175" y="16349"/>
                  </a:cubicBezTo>
                  <a:cubicBezTo>
                    <a:pt x="5839" y="16349"/>
                    <a:pt x="3503" y="15766"/>
                    <a:pt x="2336" y="14014"/>
                  </a:cubicBezTo>
                  <a:cubicBezTo>
                    <a:pt x="584" y="12262"/>
                    <a:pt x="0" y="10510"/>
                    <a:pt x="0" y="8175"/>
                  </a:cubicBezTo>
                  <a:cubicBezTo>
                    <a:pt x="0" y="5839"/>
                    <a:pt x="584" y="3503"/>
                    <a:pt x="2336" y="2336"/>
                  </a:cubicBezTo>
                  <a:cubicBezTo>
                    <a:pt x="4087" y="584"/>
                    <a:pt x="5839" y="0"/>
                    <a:pt x="8175" y="0"/>
                  </a:cubicBezTo>
                  <a:cubicBezTo>
                    <a:pt x="9926" y="0"/>
                    <a:pt x="12262" y="1168"/>
                    <a:pt x="14014" y="2336"/>
                  </a:cubicBezTo>
                  <a:moveTo>
                    <a:pt x="584" y="26860"/>
                  </a:moveTo>
                  <a:lnTo>
                    <a:pt x="14598" y="26860"/>
                  </a:lnTo>
                  <a:lnTo>
                    <a:pt x="14598" y="93425"/>
                  </a:lnTo>
                  <a:lnTo>
                    <a:pt x="584" y="93425"/>
                  </a:lnTo>
                  <a:lnTo>
                    <a:pt x="584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3" name="Vrije vorm: vorm 112">
              <a:extLst>
                <a:ext uri="{FF2B5EF4-FFF2-40B4-BE49-F238E27FC236}">
                  <a16:creationId xmlns:a16="http://schemas.microsoft.com/office/drawing/2014/main" id="{FA44751E-5BC5-3D00-5798-429A7CEEBE4A}"/>
                </a:ext>
              </a:extLst>
            </p:cNvPr>
            <p:cNvSpPr/>
            <p:nvPr/>
          </p:nvSpPr>
          <p:spPr>
            <a:xfrm>
              <a:off x="2461138" y="6222385"/>
              <a:ext cx="67149" cy="67149"/>
            </a:xfrm>
            <a:custGeom>
              <a:avLst/>
              <a:gdLst>
                <a:gd name="connsiteX0" fmla="*/ 67150 w 67149"/>
                <a:gd name="connsiteY0" fmla="*/ 54304 h 67149"/>
                <a:gd name="connsiteX1" fmla="*/ 67150 w 67149"/>
                <a:gd name="connsiteY1" fmla="*/ 66566 h 67149"/>
                <a:gd name="connsiteX2" fmla="*/ 59559 w 67149"/>
                <a:gd name="connsiteY2" fmla="*/ 66566 h 67149"/>
                <a:gd name="connsiteX3" fmla="*/ 50216 w 67149"/>
                <a:gd name="connsiteY3" fmla="*/ 63646 h 67149"/>
                <a:gd name="connsiteX4" fmla="*/ 47297 w 67149"/>
                <a:gd name="connsiteY4" fmla="*/ 55471 h 67149"/>
                <a:gd name="connsiteX5" fmla="*/ 25108 w 67149"/>
                <a:gd name="connsiteY5" fmla="*/ 67150 h 67149"/>
                <a:gd name="connsiteX6" fmla="*/ 7007 w 67149"/>
                <a:gd name="connsiteY6" fmla="*/ 61894 h 67149"/>
                <a:gd name="connsiteX7" fmla="*/ 0 w 67149"/>
                <a:gd name="connsiteY7" fmla="*/ 47881 h 67149"/>
                <a:gd name="connsiteX8" fmla="*/ 7007 w 67149"/>
                <a:gd name="connsiteY8" fmla="*/ 32115 h 67149"/>
                <a:gd name="connsiteX9" fmla="*/ 28028 w 67149"/>
                <a:gd name="connsiteY9" fmla="*/ 26860 h 67149"/>
                <a:gd name="connsiteX10" fmla="*/ 44961 w 67149"/>
                <a:gd name="connsiteY10" fmla="*/ 26860 h 67149"/>
                <a:gd name="connsiteX11" fmla="*/ 44961 w 67149"/>
                <a:gd name="connsiteY11" fmla="*/ 22772 h 67149"/>
                <a:gd name="connsiteX12" fmla="*/ 40874 w 67149"/>
                <a:gd name="connsiteY12" fmla="*/ 14014 h 67149"/>
                <a:gd name="connsiteX13" fmla="*/ 30363 w 67149"/>
                <a:gd name="connsiteY13" fmla="*/ 11094 h 67149"/>
                <a:gd name="connsiteX14" fmla="*/ 20437 w 67149"/>
                <a:gd name="connsiteY14" fmla="*/ 14014 h 67149"/>
                <a:gd name="connsiteX15" fmla="*/ 15766 w 67149"/>
                <a:gd name="connsiteY15" fmla="*/ 21021 h 67149"/>
                <a:gd name="connsiteX16" fmla="*/ 1752 w 67149"/>
                <a:gd name="connsiteY16" fmla="*/ 21021 h 67149"/>
                <a:gd name="connsiteX17" fmla="*/ 10510 w 67149"/>
                <a:gd name="connsiteY17" fmla="*/ 5255 h 67149"/>
                <a:gd name="connsiteX18" fmla="*/ 30947 w 67149"/>
                <a:gd name="connsiteY18" fmla="*/ 0 h 67149"/>
                <a:gd name="connsiteX19" fmla="*/ 51384 w 67149"/>
                <a:gd name="connsiteY19" fmla="*/ 6423 h 67149"/>
                <a:gd name="connsiteX20" fmla="*/ 58391 w 67149"/>
                <a:gd name="connsiteY20" fmla="*/ 24524 h 67149"/>
                <a:gd name="connsiteX21" fmla="*/ 58391 w 67149"/>
                <a:gd name="connsiteY21" fmla="*/ 49632 h 67149"/>
                <a:gd name="connsiteX22" fmla="*/ 63062 w 67149"/>
                <a:gd name="connsiteY22" fmla="*/ 54304 h 67149"/>
                <a:gd name="connsiteX23" fmla="*/ 67150 w 67149"/>
                <a:gd name="connsiteY23" fmla="*/ 54304 h 67149"/>
                <a:gd name="connsiteX24" fmla="*/ 46129 w 67149"/>
                <a:gd name="connsiteY24" fmla="*/ 36786 h 67149"/>
                <a:gd name="connsiteX25" fmla="*/ 28612 w 67149"/>
                <a:gd name="connsiteY25" fmla="*/ 36786 h 67149"/>
                <a:gd name="connsiteX26" fmla="*/ 18685 w 67149"/>
                <a:gd name="connsiteY26" fmla="*/ 39122 h 67149"/>
                <a:gd name="connsiteX27" fmla="*/ 15182 w 67149"/>
                <a:gd name="connsiteY27" fmla="*/ 46713 h 67149"/>
                <a:gd name="connsiteX28" fmla="*/ 18685 w 67149"/>
                <a:gd name="connsiteY28" fmla="*/ 53720 h 67149"/>
                <a:gd name="connsiteX29" fmla="*/ 27444 w 67149"/>
                <a:gd name="connsiteY29" fmla="*/ 56055 h 67149"/>
                <a:gd name="connsiteX30" fmla="*/ 40874 w 67149"/>
                <a:gd name="connsiteY30" fmla="*/ 51384 h 67149"/>
                <a:gd name="connsiteX31" fmla="*/ 46129 w 67149"/>
                <a:gd name="connsiteY31" fmla="*/ 39122 h 67149"/>
                <a:gd name="connsiteX32" fmla="*/ 46129 w 67149"/>
                <a:gd name="connsiteY32" fmla="*/ 36786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7149" h="67149">
                  <a:moveTo>
                    <a:pt x="67150" y="54304"/>
                  </a:moveTo>
                  <a:lnTo>
                    <a:pt x="67150" y="66566"/>
                  </a:lnTo>
                  <a:lnTo>
                    <a:pt x="59559" y="66566"/>
                  </a:lnTo>
                  <a:cubicBezTo>
                    <a:pt x="55471" y="66566"/>
                    <a:pt x="51968" y="65398"/>
                    <a:pt x="50216" y="63646"/>
                  </a:cubicBezTo>
                  <a:cubicBezTo>
                    <a:pt x="48465" y="61894"/>
                    <a:pt x="47297" y="58975"/>
                    <a:pt x="47297" y="55471"/>
                  </a:cubicBezTo>
                  <a:cubicBezTo>
                    <a:pt x="42042" y="63062"/>
                    <a:pt x="35035" y="67150"/>
                    <a:pt x="25108" y="67150"/>
                  </a:cubicBezTo>
                  <a:cubicBezTo>
                    <a:pt x="17517" y="67150"/>
                    <a:pt x="11678" y="65398"/>
                    <a:pt x="7007" y="61894"/>
                  </a:cubicBezTo>
                  <a:cubicBezTo>
                    <a:pt x="2336" y="58391"/>
                    <a:pt x="0" y="53720"/>
                    <a:pt x="0" y="47881"/>
                  </a:cubicBezTo>
                  <a:cubicBezTo>
                    <a:pt x="0" y="40874"/>
                    <a:pt x="2336" y="35618"/>
                    <a:pt x="7007" y="32115"/>
                  </a:cubicBezTo>
                  <a:cubicBezTo>
                    <a:pt x="11678" y="28612"/>
                    <a:pt x="18685" y="26860"/>
                    <a:pt x="28028" y="26860"/>
                  </a:cubicBezTo>
                  <a:lnTo>
                    <a:pt x="44961" y="26860"/>
                  </a:lnTo>
                  <a:lnTo>
                    <a:pt x="44961" y="22772"/>
                  </a:lnTo>
                  <a:cubicBezTo>
                    <a:pt x="44961" y="19269"/>
                    <a:pt x="43793" y="16349"/>
                    <a:pt x="40874" y="14014"/>
                  </a:cubicBezTo>
                  <a:cubicBezTo>
                    <a:pt x="38538" y="11678"/>
                    <a:pt x="34451" y="11094"/>
                    <a:pt x="30363" y="11094"/>
                  </a:cubicBezTo>
                  <a:cubicBezTo>
                    <a:pt x="26276" y="11094"/>
                    <a:pt x="22772" y="12262"/>
                    <a:pt x="20437" y="14014"/>
                  </a:cubicBezTo>
                  <a:cubicBezTo>
                    <a:pt x="17517" y="15766"/>
                    <a:pt x="16350" y="18101"/>
                    <a:pt x="15766" y="21021"/>
                  </a:cubicBezTo>
                  <a:lnTo>
                    <a:pt x="1752" y="21021"/>
                  </a:lnTo>
                  <a:cubicBezTo>
                    <a:pt x="2336" y="14598"/>
                    <a:pt x="5255" y="9343"/>
                    <a:pt x="10510" y="5255"/>
                  </a:cubicBezTo>
                  <a:cubicBezTo>
                    <a:pt x="15766" y="1752"/>
                    <a:pt x="22772" y="0"/>
                    <a:pt x="30947" y="0"/>
                  </a:cubicBezTo>
                  <a:cubicBezTo>
                    <a:pt x="39706" y="0"/>
                    <a:pt x="46713" y="2336"/>
                    <a:pt x="51384" y="6423"/>
                  </a:cubicBezTo>
                  <a:cubicBezTo>
                    <a:pt x="56055" y="10510"/>
                    <a:pt x="58391" y="16349"/>
                    <a:pt x="58391" y="24524"/>
                  </a:cubicBezTo>
                  <a:lnTo>
                    <a:pt x="58391" y="49632"/>
                  </a:lnTo>
                  <a:cubicBezTo>
                    <a:pt x="58391" y="52552"/>
                    <a:pt x="60143" y="54304"/>
                    <a:pt x="63062" y="54304"/>
                  </a:cubicBezTo>
                  <a:lnTo>
                    <a:pt x="67150" y="54304"/>
                  </a:lnTo>
                  <a:close/>
                  <a:moveTo>
                    <a:pt x="46129" y="36786"/>
                  </a:moveTo>
                  <a:lnTo>
                    <a:pt x="28612" y="36786"/>
                  </a:lnTo>
                  <a:cubicBezTo>
                    <a:pt x="24524" y="36786"/>
                    <a:pt x="21021" y="37370"/>
                    <a:pt x="18685" y="39122"/>
                  </a:cubicBezTo>
                  <a:cubicBezTo>
                    <a:pt x="16350" y="40874"/>
                    <a:pt x="15182" y="43209"/>
                    <a:pt x="15182" y="46713"/>
                  </a:cubicBezTo>
                  <a:cubicBezTo>
                    <a:pt x="15182" y="49632"/>
                    <a:pt x="16350" y="51968"/>
                    <a:pt x="18685" y="53720"/>
                  </a:cubicBezTo>
                  <a:cubicBezTo>
                    <a:pt x="21021" y="55471"/>
                    <a:pt x="23940" y="56055"/>
                    <a:pt x="27444" y="56055"/>
                  </a:cubicBezTo>
                  <a:cubicBezTo>
                    <a:pt x="33283" y="56055"/>
                    <a:pt x="37954" y="54304"/>
                    <a:pt x="40874" y="51384"/>
                  </a:cubicBezTo>
                  <a:cubicBezTo>
                    <a:pt x="44377" y="48464"/>
                    <a:pt x="45545" y="44377"/>
                    <a:pt x="46129" y="39122"/>
                  </a:cubicBezTo>
                  <a:lnTo>
                    <a:pt x="46129" y="36786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4" name="Vrije vorm: vorm 113">
              <a:extLst>
                <a:ext uri="{FF2B5EF4-FFF2-40B4-BE49-F238E27FC236}">
                  <a16:creationId xmlns:a16="http://schemas.microsoft.com/office/drawing/2014/main" id="{993A7093-B581-6B88-ECE6-4D7A40AD90F2}"/>
                </a:ext>
              </a:extLst>
            </p:cNvPr>
            <p:cNvSpPr/>
            <p:nvPr/>
          </p:nvSpPr>
          <p:spPr>
            <a:xfrm>
              <a:off x="2532959" y="6221217"/>
              <a:ext cx="63646" cy="68317"/>
            </a:xfrm>
            <a:custGeom>
              <a:avLst/>
              <a:gdLst>
                <a:gd name="connsiteX0" fmla="*/ 53720 w 63646"/>
                <a:gd name="connsiteY0" fmla="*/ 61894 h 68317"/>
                <a:gd name="connsiteX1" fmla="*/ 33283 w 63646"/>
                <a:gd name="connsiteY1" fmla="*/ 68317 h 68317"/>
                <a:gd name="connsiteX2" fmla="*/ 15765 w 63646"/>
                <a:gd name="connsiteY2" fmla="*/ 64230 h 68317"/>
                <a:gd name="connsiteX3" fmla="*/ 4087 w 63646"/>
                <a:gd name="connsiteY3" fmla="*/ 51968 h 68317"/>
                <a:gd name="connsiteX4" fmla="*/ 0 w 63646"/>
                <a:gd name="connsiteY4" fmla="*/ 33867 h 68317"/>
                <a:gd name="connsiteX5" fmla="*/ 4087 w 63646"/>
                <a:gd name="connsiteY5" fmla="*/ 15766 h 68317"/>
                <a:gd name="connsiteX6" fmla="*/ 15765 w 63646"/>
                <a:gd name="connsiteY6" fmla="*/ 4087 h 68317"/>
                <a:gd name="connsiteX7" fmla="*/ 33283 w 63646"/>
                <a:gd name="connsiteY7" fmla="*/ 0 h 68317"/>
                <a:gd name="connsiteX8" fmla="*/ 53720 w 63646"/>
                <a:gd name="connsiteY8" fmla="*/ 6423 h 68317"/>
                <a:gd name="connsiteX9" fmla="*/ 63646 w 63646"/>
                <a:gd name="connsiteY9" fmla="*/ 24524 h 68317"/>
                <a:gd name="connsiteX10" fmla="*/ 49048 w 63646"/>
                <a:gd name="connsiteY10" fmla="*/ 24524 h 68317"/>
                <a:gd name="connsiteX11" fmla="*/ 43209 w 63646"/>
                <a:gd name="connsiteY11" fmla="*/ 15182 h 68317"/>
                <a:gd name="connsiteX12" fmla="*/ 32699 w 63646"/>
                <a:gd name="connsiteY12" fmla="*/ 11678 h 68317"/>
                <a:gd name="connsiteX13" fmla="*/ 19269 w 63646"/>
                <a:gd name="connsiteY13" fmla="*/ 17517 h 68317"/>
                <a:gd name="connsiteX14" fmla="*/ 14014 w 63646"/>
                <a:gd name="connsiteY14" fmla="*/ 33283 h 68317"/>
                <a:gd name="connsiteX15" fmla="*/ 19269 w 63646"/>
                <a:gd name="connsiteY15" fmla="*/ 49632 h 68317"/>
                <a:gd name="connsiteX16" fmla="*/ 32699 w 63646"/>
                <a:gd name="connsiteY16" fmla="*/ 56055 h 68317"/>
                <a:gd name="connsiteX17" fmla="*/ 43209 w 63646"/>
                <a:gd name="connsiteY17" fmla="*/ 52552 h 68317"/>
                <a:gd name="connsiteX18" fmla="*/ 49048 w 63646"/>
                <a:gd name="connsiteY18" fmla="*/ 43209 h 68317"/>
                <a:gd name="connsiteX19" fmla="*/ 63062 w 63646"/>
                <a:gd name="connsiteY19" fmla="*/ 43209 h 68317"/>
                <a:gd name="connsiteX20" fmla="*/ 53720 w 63646"/>
                <a:gd name="connsiteY20" fmla="*/ 61894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3646" h="68317">
                  <a:moveTo>
                    <a:pt x="53720" y="61894"/>
                  </a:moveTo>
                  <a:cubicBezTo>
                    <a:pt x="48464" y="66566"/>
                    <a:pt x="41457" y="68317"/>
                    <a:pt x="33283" y="68317"/>
                  </a:cubicBezTo>
                  <a:cubicBezTo>
                    <a:pt x="26860" y="68317"/>
                    <a:pt x="21021" y="67150"/>
                    <a:pt x="15765" y="64230"/>
                  </a:cubicBezTo>
                  <a:cubicBezTo>
                    <a:pt x="10510" y="61310"/>
                    <a:pt x="7007" y="57223"/>
                    <a:pt x="4087" y="51968"/>
                  </a:cubicBezTo>
                  <a:cubicBezTo>
                    <a:pt x="1168" y="46713"/>
                    <a:pt x="0" y="40874"/>
                    <a:pt x="0" y="33867"/>
                  </a:cubicBezTo>
                  <a:cubicBezTo>
                    <a:pt x="0" y="26860"/>
                    <a:pt x="1168" y="21021"/>
                    <a:pt x="4087" y="15766"/>
                  </a:cubicBezTo>
                  <a:cubicBezTo>
                    <a:pt x="7007" y="10510"/>
                    <a:pt x="10510" y="6423"/>
                    <a:pt x="15765" y="4087"/>
                  </a:cubicBezTo>
                  <a:cubicBezTo>
                    <a:pt x="21021" y="1168"/>
                    <a:pt x="26860" y="0"/>
                    <a:pt x="33283" y="0"/>
                  </a:cubicBezTo>
                  <a:cubicBezTo>
                    <a:pt x="41457" y="0"/>
                    <a:pt x="48464" y="2336"/>
                    <a:pt x="53720" y="6423"/>
                  </a:cubicBezTo>
                  <a:cubicBezTo>
                    <a:pt x="58975" y="11094"/>
                    <a:pt x="62478" y="16933"/>
                    <a:pt x="63646" y="24524"/>
                  </a:cubicBezTo>
                  <a:lnTo>
                    <a:pt x="49048" y="24524"/>
                  </a:lnTo>
                  <a:cubicBezTo>
                    <a:pt x="47880" y="20437"/>
                    <a:pt x="46129" y="17517"/>
                    <a:pt x="43209" y="15182"/>
                  </a:cubicBezTo>
                  <a:cubicBezTo>
                    <a:pt x="40290" y="12846"/>
                    <a:pt x="36786" y="11678"/>
                    <a:pt x="32699" y="11678"/>
                  </a:cubicBezTo>
                  <a:cubicBezTo>
                    <a:pt x="26860" y="11678"/>
                    <a:pt x="22772" y="13430"/>
                    <a:pt x="19269" y="17517"/>
                  </a:cubicBezTo>
                  <a:cubicBezTo>
                    <a:pt x="15765" y="21605"/>
                    <a:pt x="14014" y="26860"/>
                    <a:pt x="14014" y="33283"/>
                  </a:cubicBezTo>
                  <a:cubicBezTo>
                    <a:pt x="14014" y="39706"/>
                    <a:pt x="15765" y="44961"/>
                    <a:pt x="19269" y="49632"/>
                  </a:cubicBezTo>
                  <a:cubicBezTo>
                    <a:pt x="22772" y="53720"/>
                    <a:pt x="27444" y="56055"/>
                    <a:pt x="32699" y="56055"/>
                  </a:cubicBezTo>
                  <a:cubicBezTo>
                    <a:pt x="36786" y="56055"/>
                    <a:pt x="40874" y="54887"/>
                    <a:pt x="43209" y="52552"/>
                  </a:cubicBezTo>
                  <a:cubicBezTo>
                    <a:pt x="46129" y="50216"/>
                    <a:pt x="47880" y="47297"/>
                    <a:pt x="49048" y="43209"/>
                  </a:cubicBezTo>
                  <a:lnTo>
                    <a:pt x="63062" y="43209"/>
                  </a:lnTo>
                  <a:cubicBezTo>
                    <a:pt x="62478" y="51384"/>
                    <a:pt x="58975" y="57807"/>
                    <a:pt x="53720" y="61894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5" name="Vrije vorm: vorm 114">
              <a:extLst>
                <a:ext uri="{FF2B5EF4-FFF2-40B4-BE49-F238E27FC236}">
                  <a16:creationId xmlns:a16="http://schemas.microsoft.com/office/drawing/2014/main" id="{71A53EEA-EEF1-5896-9D93-EA3DD039C2B3}"/>
                </a:ext>
              </a:extLst>
            </p:cNvPr>
            <p:cNvSpPr/>
            <p:nvPr/>
          </p:nvSpPr>
          <p:spPr>
            <a:xfrm>
              <a:off x="2605948" y="6221801"/>
              <a:ext cx="66565" cy="67733"/>
            </a:xfrm>
            <a:custGeom>
              <a:avLst/>
              <a:gdLst>
                <a:gd name="connsiteX0" fmla="*/ 15765 w 66565"/>
                <a:gd name="connsiteY0" fmla="*/ 63646 h 67733"/>
                <a:gd name="connsiteX1" fmla="*/ 4087 w 66565"/>
                <a:gd name="connsiteY1" fmla="*/ 51968 h 67733"/>
                <a:gd name="connsiteX2" fmla="*/ 0 w 66565"/>
                <a:gd name="connsiteY2" fmla="*/ 33867 h 67733"/>
                <a:gd name="connsiteX3" fmla="*/ 4087 w 66565"/>
                <a:gd name="connsiteY3" fmla="*/ 16349 h 67733"/>
                <a:gd name="connsiteX4" fmla="*/ 15765 w 66565"/>
                <a:gd name="connsiteY4" fmla="*/ 4087 h 67733"/>
                <a:gd name="connsiteX5" fmla="*/ 33283 w 66565"/>
                <a:gd name="connsiteY5" fmla="*/ 0 h 67733"/>
                <a:gd name="connsiteX6" fmla="*/ 50800 w 66565"/>
                <a:gd name="connsiteY6" fmla="*/ 4087 h 67733"/>
                <a:gd name="connsiteX7" fmla="*/ 62478 w 66565"/>
                <a:gd name="connsiteY7" fmla="*/ 16349 h 67733"/>
                <a:gd name="connsiteX8" fmla="*/ 66566 w 66565"/>
                <a:gd name="connsiteY8" fmla="*/ 33867 h 67733"/>
                <a:gd name="connsiteX9" fmla="*/ 62478 w 66565"/>
                <a:gd name="connsiteY9" fmla="*/ 51968 h 67733"/>
                <a:gd name="connsiteX10" fmla="*/ 50800 w 66565"/>
                <a:gd name="connsiteY10" fmla="*/ 63646 h 67733"/>
                <a:gd name="connsiteX11" fmla="*/ 33283 w 66565"/>
                <a:gd name="connsiteY11" fmla="*/ 67733 h 67733"/>
                <a:gd name="connsiteX12" fmla="*/ 15765 w 66565"/>
                <a:gd name="connsiteY12" fmla="*/ 63646 h 67733"/>
                <a:gd name="connsiteX13" fmla="*/ 47296 w 66565"/>
                <a:gd name="connsiteY13" fmla="*/ 49632 h 67733"/>
                <a:gd name="connsiteX14" fmla="*/ 52552 w 66565"/>
                <a:gd name="connsiteY14" fmla="*/ 33867 h 67733"/>
                <a:gd name="connsiteX15" fmla="*/ 47296 w 66565"/>
                <a:gd name="connsiteY15" fmla="*/ 18101 h 67733"/>
                <a:gd name="connsiteX16" fmla="*/ 33283 w 66565"/>
                <a:gd name="connsiteY16" fmla="*/ 11678 h 67733"/>
                <a:gd name="connsiteX17" fmla="*/ 19269 w 66565"/>
                <a:gd name="connsiteY17" fmla="*/ 18101 h 67733"/>
                <a:gd name="connsiteX18" fmla="*/ 14014 w 66565"/>
                <a:gd name="connsiteY18" fmla="*/ 33867 h 67733"/>
                <a:gd name="connsiteX19" fmla="*/ 19269 w 66565"/>
                <a:gd name="connsiteY19" fmla="*/ 49632 h 67733"/>
                <a:gd name="connsiteX20" fmla="*/ 33283 w 66565"/>
                <a:gd name="connsiteY20" fmla="*/ 56055 h 67733"/>
                <a:gd name="connsiteX21" fmla="*/ 47296 w 66565"/>
                <a:gd name="connsiteY21" fmla="*/ 49632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6565" h="67733">
                  <a:moveTo>
                    <a:pt x="15765" y="63646"/>
                  </a:moveTo>
                  <a:cubicBezTo>
                    <a:pt x="10510" y="60727"/>
                    <a:pt x="6423" y="56639"/>
                    <a:pt x="4087" y="51968"/>
                  </a:cubicBezTo>
                  <a:cubicBezTo>
                    <a:pt x="1168" y="46713"/>
                    <a:pt x="0" y="40874"/>
                    <a:pt x="0" y="33867"/>
                  </a:cubicBezTo>
                  <a:cubicBezTo>
                    <a:pt x="0" y="27444"/>
                    <a:pt x="1168" y="21021"/>
                    <a:pt x="4087" y="16349"/>
                  </a:cubicBezTo>
                  <a:cubicBezTo>
                    <a:pt x="7007" y="11094"/>
                    <a:pt x="11094" y="7007"/>
                    <a:pt x="15765" y="4087"/>
                  </a:cubicBezTo>
                  <a:cubicBezTo>
                    <a:pt x="21021" y="1168"/>
                    <a:pt x="26860" y="0"/>
                    <a:pt x="33283" y="0"/>
                  </a:cubicBezTo>
                  <a:cubicBezTo>
                    <a:pt x="39706" y="0"/>
                    <a:pt x="46129" y="1168"/>
                    <a:pt x="50800" y="4087"/>
                  </a:cubicBezTo>
                  <a:cubicBezTo>
                    <a:pt x="56055" y="7007"/>
                    <a:pt x="60143" y="11094"/>
                    <a:pt x="62478" y="16349"/>
                  </a:cubicBezTo>
                  <a:cubicBezTo>
                    <a:pt x="65398" y="21605"/>
                    <a:pt x="66566" y="27444"/>
                    <a:pt x="66566" y="33867"/>
                  </a:cubicBezTo>
                  <a:cubicBezTo>
                    <a:pt x="66566" y="40874"/>
                    <a:pt x="65398" y="46713"/>
                    <a:pt x="62478" y="51968"/>
                  </a:cubicBezTo>
                  <a:cubicBezTo>
                    <a:pt x="59559" y="57223"/>
                    <a:pt x="55471" y="61310"/>
                    <a:pt x="50800" y="63646"/>
                  </a:cubicBezTo>
                  <a:cubicBezTo>
                    <a:pt x="45545" y="66566"/>
                    <a:pt x="39706" y="67733"/>
                    <a:pt x="33283" y="67733"/>
                  </a:cubicBezTo>
                  <a:cubicBezTo>
                    <a:pt x="26860" y="67733"/>
                    <a:pt x="20437" y="66566"/>
                    <a:pt x="15765" y="63646"/>
                  </a:cubicBezTo>
                  <a:moveTo>
                    <a:pt x="47296" y="49632"/>
                  </a:moveTo>
                  <a:cubicBezTo>
                    <a:pt x="50800" y="45545"/>
                    <a:pt x="52552" y="40290"/>
                    <a:pt x="52552" y="33867"/>
                  </a:cubicBezTo>
                  <a:cubicBezTo>
                    <a:pt x="52552" y="27444"/>
                    <a:pt x="50800" y="22189"/>
                    <a:pt x="47296" y="18101"/>
                  </a:cubicBezTo>
                  <a:cubicBezTo>
                    <a:pt x="43793" y="14014"/>
                    <a:pt x="39122" y="11678"/>
                    <a:pt x="33283" y="11678"/>
                  </a:cubicBezTo>
                  <a:cubicBezTo>
                    <a:pt x="27444" y="11678"/>
                    <a:pt x="22772" y="14014"/>
                    <a:pt x="19269" y="18101"/>
                  </a:cubicBezTo>
                  <a:cubicBezTo>
                    <a:pt x="15765" y="22189"/>
                    <a:pt x="14014" y="27444"/>
                    <a:pt x="14014" y="33867"/>
                  </a:cubicBezTo>
                  <a:cubicBezTo>
                    <a:pt x="14014" y="40290"/>
                    <a:pt x="15765" y="45545"/>
                    <a:pt x="19269" y="49632"/>
                  </a:cubicBezTo>
                  <a:cubicBezTo>
                    <a:pt x="22772" y="53720"/>
                    <a:pt x="27444" y="56055"/>
                    <a:pt x="33283" y="56055"/>
                  </a:cubicBezTo>
                  <a:cubicBezTo>
                    <a:pt x="39122" y="56055"/>
                    <a:pt x="43793" y="53720"/>
                    <a:pt x="47296" y="49632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6" name="Vrije vorm: vorm 115">
              <a:extLst>
                <a:ext uri="{FF2B5EF4-FFF2-40B4-BE49-F238E27FC236}">
                  <a16:creationId xmlns:a16="http://schemas.microsoft.com/office/drawing/2014/main" id="{687604D4-4D8F-1807-3ADE-80D00B57711A}"/>
                </a:ext>
              </a:extLst>
            </p:cNvPr>
            <p:cNvSpPr/>
            <p:nvPr/>
          </p:nvSpPr>
          <p:spPr>
            <a:xfrm>
              <a:off x="2683024" y="6197861"/>
              <a:ext cx="14013" cy="91089"/>
            </a:xfrm>
            <a:custGeom>
              <a:avLst/>
              <a:gdLst>
                <a:gd name="connsiteX0" fmla="*/ 0 w 14013"/>
                <a:gd name="connsiteY0" fmla="*/ 0 h 91089"/>
                <a:gd name="connsiteX1" fmla="*/ 14014 w 14013"/>
                <a:gd name="connsiteY1" fmla="*/ 0 h 91089"/>
                <a:gd name="connsiteX2" fmla="*/ 14014 w 14013"/>
                <a:gd name="connsiteY2" fmla="*/ 91090 h 91089"/>
                <a:gd name="connsiteX3" fmla="*/ 0 w 14013"/>
                <a:gd name="connsiteY3" fmla="*/ 9109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13" h="91089">
                  <a:moveTo>
                    <a:pt x="0" y="0"/>
                  </a:moveTo>
                  <a:lnTo>
                    <a:pt x="14014" y="0"/>
                  </a:lnTo>
                  <a:lnTo>
                    <a:pt x="14014" y="91090"/>
                  </a:lnTo>
                  <a:lnTo>
                    <a:pt x="0" y="9109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7" name="Vrije vorm: vorm 116">
              <a:extLst>
                <a:ext uri="{FF2B5EF4-FFF2-40B4-BE49-F238E27FC236}">
                  <a16:creationId xmlns:a16="http://schemas.microsoft.com/office/drawing/2014/main" id="{38273883-BF55-E235-7925-0687FD32505C}"/>
                </a:ext>
              </a:extLst>
            </p:cNvPr>
            <p:cNvSpPr/>
            <p:nvPr/>
          </p:nvSpPr>
          <p:spPr>
            <a:xfrm>
              <a:off x="2711051" y="6197861"/>
              <a:ext cx="14013" cy="91089"/>
            </a:xfrm>
            <a:custGeom>
              <a:avLst/>
              <a:gdLst>
                <a:gd name="connsiteX0" fmla="*/ 0 w 14013"/>
                <a:gd name="connsiteY0" fmla="*/ 0 h 91089"/>
                <a:gd name="connsiteX1" fmla="*/ 14014 w 14013"/>
                <a:gd name="connsiteY1" fmla="*/ 0 h 91089"/>
                <a:gd name="connsiteX2" fmla="*/ 14014 w 14013"/>
                <a:gd name="connsiteY2" fmla="*/ 91090 h 91089"/>
                <a:gd name="connsiteX3" fmla="*/ 0 w 14013"/>
                <a:gd name="connsiteY3" fmla="*/ 9109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13" h="91089">
                  <a:moveTo>
                    <a:pt x="0" y="0"/>
                  </a:moveTo>
                  <a:lnTo>
                    <a:pt x="14014" y="0"/>
                  </a:lnTo>
                  <a:lnTo>
                    <a:pt x="14014" y="91090"/>
                  </a:lnTo>
                  <a:lnTo>
                    <a:pt x="0" y="9109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8" name="Vrije vorm: vorm 117">
              <a:extLst>
                <a:ext uri="{FF2B5EF4-FFF2-40B4-BE49-F238E27FC236}">
                  <a16:creationId xmlns:a16="http://schemas.microsoft.com/office/drawing/2014/main" id="{565ED9D2-C238-7E95-72A4-00565EBEAE3E}"/>
                </a:ext>
              </a:extLst>
            </p:cNvPr>
            <p:cNvSpPr/>
            <p:nvPr/>
          </p:nvSpPr>
          <p:spPr>
            <a:xfrm>
              <a:off x="2736159" y="622180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6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6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4451 h 68317"/>
                <a:gd name="connsiteX19" fmla="*/ 4087 w 65397"/>
                <a:gd name="connsiteY19" fmla="*/ 15766 h 68317"/>
                <a:gd name="connsiteX20" fmla="*/ 50800 w 65397"/>
                <a:gd name="connsiteY20" fmla="*/ 26860 h 68317"/>
                <a:gd name="connsiteX21" fmla="*/ 44961 w 65397"/>
                <a:gd name="connsiteY21" fmla="*/ 15766 h 68317"/>
                <a:gd name="connsiteX22" fmla="*/ 32699 w 65397"/>
                <a:gd name="connsiteY22" fmla="*/ 11678 h 68317"/>
                <a:gd name="connsiteX23" fmla="*/ 21021 w 65397"/>
                <a:gd name="connsiteY23" fmla="*/ 15766 h 68317"/>
                <a:gd name="connsiteX24" fmla="*/ 15182 w 65397"/>
                <a:gd name="connsiteY24" fmla="*/ 26860 h 68317"/>
                <a:gd name="connsiteX25" fmla="*/ 50800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6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3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3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4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4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6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4451"/>
                  </a:cubicBezTo>
                  <a:cubicBezTo>
                    <a:pt x="0" y="26860"/>
                    <a:pt x="1168" y="21021"/>
                    <a:pt x="4087" y="15766"/>
                  </a:cubicBezTo>
                  <a:moveTo>
                    <a:pt x="50800" y="26860"/>
                  </a:moveTo>
                  <a:cubicBezTo>
                    <a:pt x="50216" y="22189"/>
                    <a:pt x="48464" y="18101"/>
                    <a:pt x="44961" y="15766"/>
                  </a:cubicBezTo>
                  <a:cubicBezTo>
                    <a:pt x="41458" y="12846"/>
                    <a:pt x="37370" y="11678"/>
                    <a:pt x="32699" y="11678"/>
                  </a:cubicBezTo>
                  <a:cubicBezTo>
                    <a:pt x="28028" y="11678"/>
                    <a:pt x="23940" y="12846"/>
                    <a:pt x="21021" y="15766"/>
                  </a:cubicBezTo>
                  <a:cubicBezTo>
                    <a:pt x="17517" y="18685"/>
                    <a:pt x="15766" y="22189"/>
                    <a:pt x="15182" y="26860"/>
                  </a:cubicBezTo>
                  <a:lnTo>
                    <a:pt x="50800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9" name="Vrije vorm: vorm 118">
              <a:extLst>
                <a:ext uri="{FF2B5EF4-FFF2-40B4-BE49-F238E27FC236}">
                  <a16:creationId xmlns:a16="http://schemas.microsoft.com/office/drawing/2014/main" id="{E0F849BE-F80D-ECF1-EDA0-B9A00A5BA402}"/>
                </a:ext>
              </a:extLst>
            </p:cNvPr>
            <p:cNvSpPr/>
            <p:nvPr/>
          </p:nvSpPr>
          <p:spPr>
            <a:xfrm>
              <a:off x="2810316" y="6221801"/>
              <a:ext cx="67149" cy="93425"/>
            </a:xfrm>
            <a:custGeom>
              <a:avLst/>
              <a:gdLst>
                <a:gd name="connsiteX0" fmla="*/ 67150 w 67149"/>
                <a:gd name="connsiteY0" fmla="*/ 584 h 93425"/>
                <a:gd name="connsiteX1" fmla="*/ 67150 w 67149"/>
                <a:gd name="connsiteY1" fmla="*/ 64230 h 93425"/>
                <a:gd name="connsiteX2" fmla="*/ 58975 w 67149"/>
                <a:gd name="connsiteY2" fmla="*/ 85835 h 93425"/>
                <a:gd name="connsiteX3" fmla="*/ 33283 w 67149"/>
                <a:gd name="connsiteY3" fmla="*/ 93425 h 93425"/>
                <a:gd name="connsiteX4" fmla="*/ 11094 w 67149"/>
                <a:gd name="connsiteY4" fmla="*/ 87586 h 93425"/>
                <a:gd name="connsiteX5" fmla="*/ 1752 w 67149"/>
                <a:gd name="connsiteY5" fmla="*/ 70653 h 93425"/>
                <a:gd name="connsiteX6" fmla="*/ 15765 w 67149"/>
                <a:gd name="connsiteY6" fmla="*/ 70653 h 93425"/>
                <a:gd name="connsiteX7" fmla="*/ 21605 w 67149"/>
                <a:gd name="connsiteY7" fmla="*/ 79412 h 93425"/>
                <a:gd name="connsiteX8" fmla="*/ 33867 w 67149"/>
                <a:gd name="connsiteY8" fmla="*/ 82331 h 93425"/>
                <a:gd name="connsiteX9" fmla="*/ 53136 w 67149"/>
                <a:gd name="connsiteY9" fmla="*/ 63646 h 93425"/>
                <a:gd name="connsiteX10" fmla="*/ 53136 w 67149"/>
                <a:gd name="connsiteY10" fmla="*/ 56055 h 93425"/>
                <a:gd name="connsiteX11" fmla="*/ 31531 w 67149"/>
                <a:gd name="connsiteY11" fmla="*/ 67150 h 93425"/>
                <a:gd name="connsiteX12" fmla="*/ 15181 w 67149"/>
                <a:gd name="connsiteY12" fmla="*/ 63062 h 93425"/>
                <a:gd name="connsiteX13" fmla="*/ 4087 w 67149"/>
                <a:gd name="connsiteY13" fmla="*/ 51384 h 93425"/>
                <a:gd name="connsiteX14" fmla="*/ 0 w 67149"/>
                <a:gd name="connsiteY14" fmla="*/ 33283 h 93425"/>
                <a:gd name="connsiteX15" fmla="*/ 4087 w 67149"/>
                <a:gd name="connsiteY15" fmla="*/ 15766 h 93425"/>
                <a:gd name="connsiteX16" fmla="*/ 15181 w 67149"/>
                <a:gd name="connsiteY16" fmla="*/ 4087 h 93425"/>
                <a:gd name="connsiteX17" fmla="*/ 31531 w 67149"/>
                <a:gd name="connsiteY17" fmla="*/ 0 h 93425"/>
                <a:gd name="connsiteX18" fmla="*/ 44377 w 67149"/>
                <a:gd name="connsiteY18" fmla="*/ 2920 h 93425"/>
                <a:gd name="connsiteX19" fmla="*/ 53136 w 67149"/>
                <a:gd name="connsiteY19" fmla="*/ 11094 h 93425"/>
                <a:gd name="connsiteX20" fmla="*/ 54887 w 67149"/>
                <a:gd name="connsiteY20" fmla="*/ 584 h 93425"/>
                <a:gd name="connsiteX21" fmla="*/ 67150 w 67149"/>
                <a:gd name="connsiteY21" fmla="*/ 584 h 93425"/>
                <a:gd name="connsiteX22" fmla="*/ 47880 w 67149"/>
                <a:gd name="connsiteY22" fmla="*/ 49632 h 93425"/>
                <a:gd name="connsiteX23" fmla="*/ 53136 w 67149"/>
                <a:gd name="connsiteY23" fmla="*/ 33867 h 93425"/>
                <a:gd name="connsiteX24" fmla="*/ 47880 w 67149"/>
                <a:gd name="connsiteY24" fmla="*/ 18101 h 93425"/>
                <a:gd name="connsiteX25" fmla="*/ 33867 w 67149"/>
                <a:gd name="connsiteY25" fmla="*/ 11678 h 93425"/>
                <a:gd name="connsiteX26" fmla="*/ 19853 w 67149"/>
                <a:gd name="connsiteY26" fmla="*/ 17517 h 93425"/>
                <a:gd name="connsiteX27" fmla="*/ 14598 w 67149"/>
                <a:gd name="connsiteY27" fmla="*/ 33283 h 93425"/>
                <a:gd name="connsiteX28" fmla="*/ 19853 w 67149"/>
                <a:gd name="connsiteY28" fmla="*/ 49048 h 93425"/>
                <a:gd name="connsiteX29" fmla="*/ 33867 w 67149"/>
                <a:gd name="connsiteY29" fmla="*/ 54887 h 93425"/>
                <a:gd name="connsiteX30" fmla="*/ 47880 w 67149"/>
                <a:gd name="connsiteY30" fmla="*/ 49632 h 9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149" h="93425">
                  <a:moveTo>
                    <a:pt x="67150" y="584"/>
                  </a:moveTo>
                  <a:lnTo>
                    <a:pt x="67150" y="64230"/>
                  </a:lnTo>
                  <a:cubicBezTo>
                    <a:pt x="67150" y="73573"/>
                    <a:pt x="64230" y="80579"/>
                    <a:pt x="58975" y="85835"/>
                  </a:cubicBezTo>
                  <a:cubicBezTo>
                    <a:pt x="53136" y="91090"/>
                    <a:pt x="44961" y="93425"/>
                    <a:pt x="33283" y="93425"/>
                  </a:cubicBezTo>
                  <a:cubicBezTo>
                    <a:pt x="24524" y="93425"/>
                    <a:pt x="16933" y="91674"/>
                    <a:pt x="11094" y="87586"/>
                  </a:cubicBezTo>
                  <a:cubicBezTo>
                    <a:pt x="5255" y="83499"/>
                    <a:pt x="2336" y="77660"/>
                    <a:pt x="1752" y="70653"/>
                  </a:cubicBezTo>
                  <a:lnTo>
                    <a:pt x="15765" y="70653"/>
                  </a:lnTo>
                  <a:cubicBezTo>
                    <a:pt x="16349" y="74156"/>
                    <a:pt x="18685" y="77076"/>
                    <a:pt x="21605" y="79412"/>
                  </a:cubicBezTo>
                  <a:cubicBezTo>
                    <a:pt x="24524" y="81163"/>
                    <a:pt x="28612" y="82331"/>
                    <a:pt x="33867" y="82331"/>
                  </a:cubicBezTo>
                  <a:cubicBezTo>
                    <a:pt x="46713" y="82331"/>
                    <a:pt x="53136" y="75908"/>
                    <a:pt x="53136" y="63646"/>
                  </a:cubicBezTo>
                  <a:lnTo>
                    <a:pt x="53136" y="56055"/>
                  </a:lnTo>
                  <a:cubicBezTo>
                    <a:pt x="48464" y="63062"/>
                    <a:pt x="40874" y="67150"/>
                    <a:pt x="31531" y="67150"/>
                  </a:cubicBezTo>
                  <a:cubicBezTo>
                    <a:pt x="25692" y="67150"/>
                    <a:pt x="19853" y="65982"/>
                    <a:pt x="15181" y="63062"/>
                  </a:cubicBezTo>
                  <a:cubicBezTo>
                    <a:pt x="10510" y="60143"/>
                    <a:pt x="6423" y="56639"/>
                    <a:pt x="4087" y="51384"/>
                  </a:cubicBezTo>
                  <a:cubicBezTo>
                    <a:pt x="1168" y="46129"/>
                    <a:pt x="0" y="40290"/>
                    <a:pt x="0" y="33283"/>
                  </a:cubicBezTo>
                  <a:cubicBezTo>
                    <a:pt x="0" y="26860"/>
                    <a:pt x="1168" y="20437"/>
                    <a:pt x="4087" y="15766"/>
                  </a:cubicBezTo>
                  <a:cubicBezTo>
                    <a:pt x="7007" y="10510"/>
                    <a:pt x="10510" y="6423"/>
                    <a:pt x="15181" y="4087"/>
                  </a:cubicBezTo>
                  <a:cubicBezTo>
                    <a:pt x="19853" y="1168"/>
                    <a:pt x="25108" y="0"/>
                    <a:pt x="31531" y="0"/>
                  </a:cubicBezTo>
                  <a:cubicBezTo>
                    <a:pt x="36786" y="0"/>
                    <a:pt x="40874" y="1168"/>
                    <a:pt x="44377" y="2920"/>
                  </a:cubicBezTo>
                  <a:cubicBezTo>
                    <a:pt x="47880" y="4671"/>
                    <a:pt x="50800" y="7591"/>
                    <a:pt x="53136" y="11094"/>
                  </a:cubicBezTo>
                  <a:lnTo>
                    <a:pt x="54887" y="584"/>
                  </a:lnTo>
                  <a:lnTo>
                    <a:pt x="67150" y="584"/>
                  </a:lnTo>
                  <a:close/>
                  <a:moveTo>
                    <a:pt x="47880" y="49632"/>
                  </a:moveTo>
                  <a:cubicBezTo>
                    <a:pt x="51384" y="45545"/>
                    <a:pt x="53136" y="40290"/>
                    <a:pt x="53136" y="33867"/>
                  </a:cubicBezTo>
                  <a:cubicBezTo>
                    <a:pt x="53136" y="27444"/>
                    <a:pt x="51384" y="22189"/>
                    <a:pt x="47880" y="18101"/>
                  </a:cubicBezTo>
                  <a:cubicBezTo>
                    <a:pt x="44377" y="14014"/>
                    <a:pt x="39706" y="11678"/>
                    <a:pt x="33867" y="11678"/>
                  </a:cubicBezTo>
                  <a:cubicBezTo>
                    <a:pt x="28028" y="11678"/>
                    <a:pt x="23356" y="13430"/>
                    <a:pt x="19853" y="17517"/>
                  </a:cubicBezTo>
                  <a:cubicBezTo>
                    <a:pt x="16349" y="21605"/>
                    <a:pt x="14598" y="26860"/>
                    <a:pt x="14598" y="33283"/>
                  </a:cubicBezTo>
                  <a:cubicBezTo>
                    <a:pt x="14598" y="39706"/>
                    <a:pt x="16349" y="44961"/>
                    <a:pt x="19853" y="49048"/>
                  </a:cubicBezTo>
                  <a:cubicBezTo>
                    <a:pt x="23356" y="53136"/>
                    <a:pt x="28028" y="54887"/>
                    <a:pt x="33867" y="54887"/>
                  </a:cubicBezTo>
                  <a:cubicBezTo>
                    <a:pt x="39706" y="55471"/>
                    <a:pt x="44377" y="53720"/>
                    <a:pt x="47880" y="49632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0" name="Vrije vorm: vorm 119">
              <a:extLst>
                <a:ext uri="{FF2B5EF4-FFF2-40B4-BE49-F238E27FC236}">
                  <a16:creationId xmlns:a16="http://schemas.microsoft.com/office/drawing/2014/main" id="{9BBBD369-1947-6049-18BB-0E5749C0F01C}"/>
                </a:ext>
              </a:extLst>
            </p:cNvPr>
            <p:cNvSpPr/>
            <p:nvPr/>
          </p:nvSpPr>
          <p:spPr>
            <a:xfrm>
              <a:off x="2886808" y="622180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6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6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4451 h 68317"/>
                <a:gd name="connsiteX19" fmla="*/ 4087 w 65397"/>
                <a:gd name="connsiteY19" fmla="*/ 15766 h 68317"/>
                <a:gd name="connsiteX20" fmla="*/ 51384 w 65397"/>
                <a:gd name="connsiteY20" fmla="*/ 26860 h 68317"/>
                <a:gd name="connsiteX21" fmla="*/ 45545 w 65397"/>
                <a:gd name="connsiteY21" fmla="*/ 15766 h 68317"/>
                <a:gd name="connsiteX22" fmla="*/ 33283 w 65397"/>
                <a:gd name="connsiteY22" fmla="*/ 11678 h 68317"/>
                <a:gd name="connsiteX23" fmla="*/ 21605 w 65397"/>
                <a:gd name="connsiteY23" fmla="*/ 15766 h 68317"/>
                <a:gd name="connsiteX24" fmla="*/ 15766 w 65397"/>
                <a:gd name="connsiteY24" fmla="*/ 26860 h 68317"/>
                <a:gd name="connsiteX25" fmla="*/ 51384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6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4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4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5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5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6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4451"/>
                  </a:cubicBezTo>
                  <a:cubicBezTo>
                    <a:pt x="0" y="26860"/>
                    <a:pt x="1752" y="21021"/>
                    <a:pt x="4087" y="15766"/>
                  </a:cubicBezTo>
                  <a:moveTo>
                    <a:pt x="51384" y="26860"/>
                  </a:moveTo>
                  <a:cubicBezTo>
                    <a:pt x="50800" y="22189"/>
                    <a:pt x="49048" y="18101"/>
                    <a:pt x="45545" y="15766"/>
                  </a:cubicBezTo>
                  <a:cubicBezTo>
                    <a:pt x="42042" y="12846"/>
                    <a:pt x="37954" y="11678"/>
                    <a:pt x="33283" y="11678"/>
                  </a:cubicBezTo>
                  <a:cubicBezTo>
                    <a:pt x="28612" y="11678"/>
                    <a:pt x="24524" y="12846"/>
                    <a:pt x="21605" y="15766"/>
                  </a:cubicBezTo>
                  <a:cubicBezTo>
                    <a:pt x="18101" y="18685"/>
                    <a:pt x="16350" y="22189"/>
                    <a:pt x="15766" y="26860"/>
                  </a:cubicBezTo>
                  <a:lnTo>
                    <a:pt x="51384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1" name="Vrije vorm: vorm 120">
              <a:extLst>
                <a:ext uri="{FF2B5EF4-FFF2-40B4-BE49-F238E27FC236}">
                  <a16:creationId xmlns:a16="http://schemas.microsoft.com/office/drawing/2014/main" id="{036A3B51-A8BC-4114-9030-FFCCB5445597}"/>
                </a:ext>
              </a:extLst>
            </p:cNvPr>
            <p:cNvSpPr/>
            <p:nvPr/>
          </p:nvSpPr>
          <p:spPr>
            <a:xfrm>
              <a:off x="1395134" y="5790876"/>
              <a:ext cx="683914" cy="620695"/>
            </a:xfrm>
            <a:custGeom>
              <a:avLst/>
              <a:gdLst>
                <a:gd name="connsiteX0" fmla="*/ 542238 w 683914"/>
                <a:gd name="connsiteY0" fmla="*/ 620695 h 620695"/>
                <a:gd name="connsiteX1" fmla="*/ 141677 w 683914"/>
                <a:gd name="connsiteY1" fmla="*/ 620695 h 620695"/>
                <a:gd name="connsiteX2" fmla="*/ 18472 w 683914"/>
                <a:gd name="connsiteY2" fmla="*/ 549458 h 620695"/>
                <a:gd name="connsiteX3" fmla="*/ 19640 w 683914"/>
                <a:gd name="connsiteY3" fmla="*/ 406985 h 620695"/>
                <a:gd name="connsiteX4" fmla="*/ 219920 w 683914"/>
                <a:gd name="connsiteY4" fmla="*/ 69485 h 620695"/>
                <a:gd name="connsiteX5" fmla="*/ 341957 w 683914"/>
                <a:gd name="connsiteY5" fmla="*/ 0 h 620695"/>
                <a:gd name="connsiteX6" fmla="*/ 463994 w 683914"/>
                <a:gd name="connsiteY6" fmla="*/ 69485 h 620695"/>
                <a:gd name="connsiteX7" fmla="*/ 664275 w 683914"/>
                <a:gd name="connsiteY7" fmla="*/ 407569 h 620695"/>
                <a:gd name="connsiteX8" fmla="*/ 665443 w 683914"/>
                <a:gd name="connsiteY8" fmla="*/ 550042 h 620695"/>
                <a:gd name="connsiteX9" fmla="*/ 542238 w 683914"/>
                <a:gd name="connsiteY9" fmla="*/ 620695 h 62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3914" h="620695">
                  <a:moveTo>
                    <a:pt x="542238" y="620695"/>
                  </a:moveTo>
                  <a:lnTo>
                    <a:pt x="141677" y="620695"/>
                  </a:lnTo>
                  <a:cubicBezTo>
                    <a:pt x="90876" y="620695"/>
                    <a:pt x="43580" y="593252"/>
                    <a:pt x="18472" y="549458"/>
                  </a:cubicBezTo>
                  <a:cubicBezTo>
                    <a:pt x="-6636" y="505081"/>
                    <a:pt x="-6052" y="450778"/>
                    <a:pt x="19640" y="406985"/>
                  </a:cubicBezTo>
                  <a:lnTo>
                    <a:pt x="219920" y="69485"/>
                  </a:lnTo>
                  <a:cubicBezTo>
                    <a:pt x="245612" y="26276"/>
                    <a:pt x="291741" y="0"/>
                    <a:pt x="341957" y="0"/>
                  </a:cubicBezTo>
                  <a:cubicBezTo>
                    <a:pt x="392173" y="0"/>
                    <a:pt x="438302" y="26276"/>
                    <a:pt x="463994" y="69485"/>
                  </a:cubicBezTo>
                  <a:lnTo>
                    <a:pt x="664275" y="407569"/>
                  </a:lnTo>
                  <a:cubicBezTo>
                    <a:pt x="689967" y="451362"/>
                    <a:pt x="690551" y="505665"/>
                    <a:pt x="665443" y="550042"/>
                  </a:cubicBezTo>
                  <a:cubicBezTo>
                    <a:pt x="640335" y="593836"/>
                    <a:pt x="593038" y="620695"/>
                    <a:pt x="542238" y="620695"/>
                  </a:cubicBezTo>
                  <a:close/>
                </a:path>
              </a:pathLst>
            </a:custGeom>
            <a:noFill/>
            <a:ln w="1217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81315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040" userDrawn="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afbeelding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595CA488-93E8-6CB1-EABC-E6BBDA4361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11442" y="0"/>
            <a:ext cx="4080558" cy="6858000"/>
          </a:xfrm>
          <a:solidFill>
            <a:schemeClr val="bg1">
              <a:lumMod val="95000"/>
            </a:schemeClr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dit kader, ga naar ‘Slidebuilder’, </a:t>
            </a:r>
            <a:br>
              <a:rPr lang="nl-NL"/>
            </a:br>
            <a:r>
              <a:rPr lang="nl-NL"/>
              <a:t>klik op ‘Afbeeldingen’, selecteer een afbeelding en klik op ‘Invoegen’.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2" y="584200"/>
            <a:ext cx="6633814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06D30344-1791-4FDB-CCAD-6AEBE967DA68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6633988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02858AA5-7096-21C5-6FD4-2FF2D772AD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788" y="1592263"/>
            <a:ext cx="6633988" cy="3889375"/>
          </a:xfrm>
        </p:spPr>
        <p:txBody>
          <a:bodyPr/>
          <a:lstStyle>
            <a:lvl1pPr marL="177800" indent="-177800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196656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Tekst + afbeelding wit</a:t>
            </a:r>
          </a:p>
        </p:txBody>
      </p:sp>
      <p:grpSp>
        <p:nvGrpSpPr>
          <p:cNvPr id="3" name="INSTRUCTIE">
            <a:extLst>
              <a:ext uri="{FF2B5EF4-FFF2-40B4-BE49-F238E27FC236}">
                <a16:creationId xmlns:a16="http://schemas.microsoft.com/office/drawing/2014/main" id="{C9B81BC0-59FA-7A10-34C6-AEAE0C071088}"/>
              </a:ext>
            </a:extLst>
          </p:cNvPr>
          <p:cNvGrpSpPr/>
          <p:nvPr userDrawn="1"/>
        </p:nvGrpSpPr>
        <p:grpSpPr>
          <a:xfrm>
            <a:off x="12377595" y="0"/>
            <a:ext cx="3693113" cy="5247148"/>
            <a:chOff x="-3786164" y="0"/>
            <a:chExt cx="3693113" cy="5247148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8A6785E6-208A-7D03-EE6A-349B39D02E69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5970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4EFA9640-E806-1F28-1B92-5B05DD130CD8}"/>
                </a:ext>
              </a:extLst>
            </p:cNvPr>
            <p:cNvSpPr/>
            <p:nvPr userDrawn="1"/>
          </p:nvSpPr>
          <p:spPr>
            <a:xfrm>
              <a:off x="-3786164" y="441914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sp>
          <p:nvSpPr>
            <p:cNvPr id="6" name="Ovaal 5">
              <a:extLst>
                <a:ext uri="{FF2B5EF4-FFF2-40B4-BE49-F238E27FC236}">
                  <a16:creationId xmlns:a16="http://schemas.microsoft.com/office/drawing/2014/main" id="{143107FB-0B18-4F7F-EF4E-7EF334E1346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B5F6F97B-2E76-D677-17FE-C817C06C16F3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9E2832AA-DB64-F0F6-AC16-23069DB7D5FA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DCF8DB93-470D-22AA-ECF7-2957CE5CA20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2B704143-5386-005C-25B7-0440629F03A0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0AC01E05-C2AC-F53F-4FDB-B1588A5345C2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17AFEA52-A4A8-716E-FB10-0CD9023D270B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DD24B097-A9D3-1961-7AE1-D2B11951CB71}"/>
                </a:ext>
              </a:extLst>
            </p:cNvPr>
            <p:cNvGrpSpPr/>
            <p:nvPr userDrawn="1"/>
          </p:nvGrpSpPr>
          <p:grpSpPr>
            <a:xfrm>
              <a:off x="-3354295" y="3728895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395B3F45-3D5A-13D6-CB5E-710953E6C1CB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57A6C94B-677F-C945-4090-64389C935790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0820FA33-E0DD-AD94-5708-827950AECE9A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54CAD16D-B2BA-FEE9-A6FD-713D4E5F51A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0030700F-8F56-A0C0-7E4A-72FDB6F9A67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6F07DC4B-4D6D-C2F1-9EE3-C5794D817E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EC25E2B9-5E1C-FD57-28DF-B75E226E304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549EC271-BAF6-75F1-4EEA-CB47A03BFD8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E8C44867-ECA9-B1D0-0373-1894ACD1D2F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AE8127FE-97BE-DF58-B2FB-AE832F97201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4FAF486D-EE5F-DAD1-02DB-9CF9352FBB8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B24A8357-D615-A9B1-9FF3-27CD7000E2F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F64B0503-83CD-EA8E-D4CC-9D1B83B9EE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C9A90DBF-6AC7-231F-104C-174FB76A85F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CBDDE9D1-43FC-AE08-CFD4-D71836A0788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0B432B0C-1B31-2768-F862-95F0999FCD3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297C6143-EC87-B3BC-7B95-7114441A83C9}"/>
                </a:ext>
              </a:extLst>
            </p:cNvPr>
            <p:cNvGrpSpPr/>
            <p:nvPr userDrawn="1"/>
          </p:nvGrpSpPr>
          <p:grpSpPr>
            <a:xfrm>
              <a:off x="-376736" y="4248099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279ED1D6-0592-58F9-9BC8-216683BE103A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0C84BC64-40A9-BCF4-DC41-C0DF2AB1AA3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C4C9CAE6-D359-DDF0-C54A-6E015B30D6DA}"/>
                </a:ext>
              </a:extLst>
            </p:cNvPr>
            <p:cNvGrpSpPr/>
            <p:nvPr userDrawn="1"/>
          </p:nvGrpSpPr>
          <p:grpSpPr>
            <a:xfrm>
              <a:off x="-938434" y="4556525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E820A729-A958-386E-BC42-E9D3F4DD3018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6D8166BF-7DBB-EA7B-76B3-F182282344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232A6042-065E-7C35-38A1-BD7D9BB776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34BFB238-3256-CFC3-3A2A-518DA7F1C5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02D02A62-AE51-73F9-9819-7CD745A42089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B845983F-6E79-17AB-FD7B-93BC1FB3947D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FADADADA-EAFF-9222-7718-A420A76FDDED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DE936B27-41E1-198A-9B0E-F92B84B93631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BF36C6CC-0AB7-2AED-F7DD-A3B0F522CE81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43BE23BD-C33B-2DEA-8703-AAC3CCC29B67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41A25BCA-F76C-B6F4-8AF1-1EA017E4C079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40DC9384-71C4-D5BB-FFD1-2B99410ACE94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</p:grpSp>
      <p:grpSp>
        <p:nvGrpSpPr>
          <p:cNvPr id="122" name="INSTRUCTIE">
            <a:extLst>
              <a:ext uri="{FF2B5EF4-FFF2-40B4-BE49-F238E27FC236}">
                <a16:creationId xmlns:a16="http://schemas.microsoft.com/office/drawing/2014/main" id="{6F71E605-424B-FAA2-CDC3-537BAA614100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2251FE88-B22F-0EE7-A415-FE999D43D5FA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24" name="Ovaal 123">
              <a:extLst>
                <a:ext uri="{FF2B5EF4-FFF2-40B4-BE49-F238E27FC236}">
                  <a16:creationId xmlns:a16="http://schemas.microsoft.com/office/drawing/2014/main" id="{3FC041C2-167E-1808-44A7-51802541E2E3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FC263A6-8D7B-8C18-D978-5FC8236E929B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7BB4FB9F-C66F-EB5B-4C91-EC845B47738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B58FA78B-3AF0-2FC0-5E91-6E89408BC6A5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28" name="Rechthoek 127">
              <a:extLst>
                <a:ext uri="{FF2B5EF4-FFF2-40B4-BE49-F238E27FC236}">
                  <a16:creationId xmlns:a16="http://schemas.microsoft.com/office/drawing/2014/main" id="{32D8BCF9-A68A-4C91-0B6B-6C3FEB7FB0CD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29" name="Ovaal 128">
              <a:extLst>
                <a:ext uri="{FF2B5EF4-FFF2-40B4-BE49-F238E27FC236}">
                  <a16:creationId xmlns:a16="http://schemas.microsoft.com/office/drawing/2014/main" id="{A5905667-1C95-DADE-5618-4444B8A7C385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ABE82425-1ECE-A509-FF16-80194EE3319C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131" name="Ovaal 130">
              <a:extLst>
                <a:ext uri="{FF2B5EF4-FFF2-40B4-BE49-F238E27FC236}">
                  <a16:creationId xmlns:a16="http://schemas.microsoft.com/office/drawing/2014/main" id="{F18E9265-5C67-FA36-A755-DF9AE0A3D850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2" name="Rechthoek 131">
              <a:extLst>
                <a:ext uri="{FF2B5EF4-FFF2-40B4-BE49-F238E27FC236}">
                  <a16:creationId xmlns:a16="http://schemas.microsoft.com/office/drawing/2014/main" id="{E0840BBE-3272-7CD7-37C2-62B3C679603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33" name="Ovaal 132">
              <a:extLst>
                <a:ext uri="{FF2B5EF4-FFF2-40B4-BE49-F238E27FC236}">
                  <a16:creationId xmlns:a16="http://schemas.microsoft.com/office/drawing/2014/main" id="{A8AB6680-CC73-B253-BE17-F502725F12F1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34" name="Rechthoek 133">
              <a:extLst>
                <a:ext uri="{FF2B5EF4-FFF2-40B4-BE49-F238E27FC236}">
                  <a16:creationId xmlns:a16="http://schemas.microsoft.com/office/drawing/2014/main" id="{11CBA517-64EE-C237-FE58-53F2DC74CFA9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135" name="Ovaal 134">
              <a:extLst>
                <a:ext uri="{FF2B5EF4-FFF2-40B4-BE49-F238E27FC236}">
                  <a16:creationId xmlns:a16="http://schemas.microsoft.com/office/drawing/2014/main" id="{CF00C510-5A50-69A2-4BD8-5B2E68D6BEBF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E99613D3-1DF3-8E00-43EC-BD57D4B98CE3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1992237C-9445-1F0C-C3FB-C840699CE884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38" name="Rechthoek 137">
              <a:extLst>
                <a:ext uri="{FF2B5EF4-FFF2-40B4-BE49-F238E27FC236}">
                  <a16:creationId xmlns:a16="http://schemas.microsoft.com/office/drawing/2014/main" id="{307B7AA3-94A1-94D0-1193-8DEDC90C6A43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9" name="Ovaal 138">
              <a:extLst>
                <a:ext uri="{FF2B5EF4-FFF2-40B4-BE49-F238E27FC236}">
                  <a16:creationId xmlns:a16="http://schemas.microsoft.com/office/drawing/2014/main" id="{6A35E595-77C3-163A-9495-ADB49D6D7C3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2C6DE29D-8863-2053-FEEE-BD3AB5ACBB43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038EBBA4-DC92-D12D-D34D-0F0AE95E312A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DDC27157-3927-AC5C-D6FD-3A824A76D3C9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43" name="Rechthoek 142">
              <a:extLst>
                <a:ext uri="{FF2B5EF4-FFF2-40B4-BE49-F238E27FC236}">
                  <a16:creationId xmlns:a16="http://schemas.microsoft.com/office/drawing/2014/main" id="{F99E45CB-72BB-B854-C7A3-39A6EB247E1A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44" name="ICOON_info">
              <a:extLst>
                <a:ext uri="{FF2B5EF4-FFF2-40B4-BE49-F238E27FC236}">
                  <a16:creationId xmlns:a16="http://schemas.microsoft.com/office/drawing/2014/main" id="{993ABCCA-39D4-1A83-C1B1-B49727F4B7AB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92" name="Ovaal 191">
                <a:extLst>
                  <a:ext uri="{FF2B5EF4-FFF2-40B4-BE49-F238E27FC236}">
                    <a16:creationId xmlns:a16="http://schemas.microsoft.com/office/drawing/2014/main" id="{0488830B-CC1C-DB08-7657-AEF8479BE8EE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3" name="Graphic 163" descr="Informatie">
                <a:extLst>
                  <a:ext uri="{FF2B5EF4-FFF2-40B4-BE49-F238E27FC236}">
                    <a16:creationId xmlns:a16="http://schemas.microsoft.com/office/drawing/2014/main" id="{BF679D03-C4FC-4DEE-0C81-7484DCE8260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45" name="VOORBEELD">
              <a:extLst>
                <a:ext uri="{FF2B5EF4-FFF2-40B4-BE49-F238E27FC236}">
                  <a16:creationId xmlns:a16="http://schemas.microsoft.com/office/drawing/2014/main" id="{34633842-2DB5-01B1-B416-E74FD04BA142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52" name="Rechthoek 151">
                <a:extLst>
                  <a:ext uri="{FF2B5EF4-FFF2-40B4-BE49-F238E27FC236}">
                    <a16:creationId xmlns:a16="http://schemas.microsoft.com/office/drawing/2014/main" id="{6AA4FB99-D83C-949C-31E0-420CEDF50574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53" name="Rechthoek 152">
                <a:extLst>
                  <a:ext uri="{FF2B5EF4-FFF2-40B4-BE49-F238E27FC236}">
                    <a16:creationId xmlns:a16="http://schemas.microsoft.com/office/drawing/2014/main" id="{A1663755-A2D3-84F1-0068-FEC870B60A6B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54" name="Groep 153">
                <a:extLst>
                  <a:ext uri="{FF2B5EF4-FFF2-40B4-BE49-F238E27FC236}">
                    <a16:creationId xmlns:a16="http://schemas.microsoft.com/office/drawing/2014/main" id="{3273798E-3D73-AAD8-236E-B70C9462A70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85" name="Groep 184">
                  <a:extLst>
                    <a:ext uri="{FF2B5EF4-FFF2-40B4-BE49-F238E27FC236}">
                      <a16:creationId xmlns:a16="http://schemas.microsoft.com/office/drawing/2014/main" id="{5681760A-E936-C4E9-5333-1F00915C35E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87" name="Rechte verbindingslijn 186">
                    <a:extLst>
                      <a:ext uri="{FF2B5EF4-FFF2-40B4-BE49-F238E27FC236}">
                        <a16:creationId xmlns:a16="http://schemas.microsoft.com/office/drawing/2014/main" id="{B5000DC8-FCEC-2124-4811-AD2AE09B199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8" name="Rechte verbindingslijn 187">
                    <a:extLst>
                      <a:ext uri="{FF2B5EF4-FFF2-40B4-BE49-F238E27FC236}">
                        <a16:creationId xmlns:a16="http://schemas.microsoft.com/office/drawing/2014/main" id="{B2964313-FDF9-2963-3080-9CA3FD9188B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9" name="Rechte verbindingslijn 188">
                    <a:extLst>
                      <a:ext uri="{FF2B5EF4-FFF2-40B4-BE49-F238E27FC236}">
                        <a16:creationId xmlns:a16="http://schemas.microsoft.com/office/drawing/2014/main" id="{A1E1DE4B-9BFD-1F3F-B7E4-51F5821428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0" name="Rechte verbindingslijn 189">
                    <a:extLst>
                      <a:ext uri="{FF2B5EF4-FFF2-40B4-BE49-F238E27FC236}">
                        <a16:creationId xmlns:a16="http://schemas.microsoft.com/office/drawing/2014/main" id="{C0652BF2-6F53-098D-DFB1-F9640DB54B8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1" name="Rechte verbindingslijn 190">
                    <a:extLst>
                      <a:ext uri="{FF2B5EF4-FFF2-40B4-BE49-F238E27FC236}">
                        <a16:creationId xmlns:a16="http://schemas.microsoft.com/office/drawing/2014/main" id="{77CCAB35-0BAF-DD08-4A3A-81DC31E10D1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6" name="Pijl: rechts 185">
                  <a:extLst>
                    <a:ext uri="{FF2B5EF4-FFF2-40B4-BE49-F238E27FC236}">
                      <a16:creationId xmlns:a16="http://schemas.microsoft.com/office/drawing/2014/main" id="{2B69676B-1DF1-BD0E-25B9-AED79C93C48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55" name="Groep 154">
                <a:extLst>
                  <a:ext uri="{FF2B5EF4-FFF2-40B4-BE49-F238E27FC236}">
                    <a16:creationId xmlns:a16="http://schemas.microsoft.com/office/drawing/2014/main" id="{97D61410-3E65-AE48-F5CD-8EF7D7865A92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78" name="Groep 177">
                  <a:extLst>
                    <a:ext uri="{FF2B5EF4-FFF2-40B4-BE49-F238E27FC236}">
                      <a16:creationId xmlns:a16="http://schemas.microsoft.com/office/drawing/2014/main" id="{818B6961-507B-09D4-BDF3-0CEF3380F17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80" name="Rechte verbindingslijn 179">
                    <a:extLst>
                      <a:ext uri="{FF2B5EF4-FFF2-40B4-BE49-F238E27FC236}">
                        <a16:creationId xmlns:a16="http://schemas.microsoft.com/office/drawing/2014/main" id="{F9CAD27B-AAE6-D0E1-CD45-38DCF4A1F5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1" name="Rechte verbindingslijn 180">
                    <a:extLst>
                      <a:ext uri="{FF2B5EF4-FFF2-40B4-BE49-F238E27FC236}">
                        <a16:creationId xmlns:a16="http://schemas.microsoft.com/office/drawing/2014/main" id="{6E010890-4C79-3EE6-6DD9-CB25865726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2" name="Rechte verbindingslijn 181">
                    <a:extLst>
                      <a:ext uri="{FF2B5EF4-FFF2-40B4-BE49-F238E27FC236}">
                        <a16:creationId xmlns:a16="http://schemas.microsoft.com/office/drawing/2014/main" id="{5E2EBCAB-9114-8A0A-DBE8-568D90ABC6C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3" name="Rechte verbindingslijn 182">
                    <a:extLst>
                      <a:ext uri="{FF2B5EF4-FFF2-40B4-BE49-F238E27FC236}">
                        <a16:creationId xmlns:a16="http://schemas.microsoft.com/office/drawing/2014/main" id="{8FFFE6AE-2CF1-8459-13CB-2E97B50F2BD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4" name="Rechte verbindingslijn 183">
                    <a:extLst>
                      <a:ext uri="{FF2B5EF4-FFF2-40B4-BE49-F238E27FC236}">
                        <a16:creationId xmlns:a16="http://schemas.microsoft.com/office/drawing/2014/main" id="{48CFD25C-4FF0-FEA4-F0F1-A10D76B1534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9" name="Pijl: rechts 178">
                  <a:extLst>
                    <a:ext uri="{FF2B5EF4-FFF2-40B4-BE49-F238E27FC236}">
                      <a16:creationId xmlns:a16="http://schemas.microsoft.com/office/drawing/2014/main" id="{E38E8FCE-DA4B-5304-3C56-87E3AE0F4C9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1728CE13-3569-794B-AAE3-6F06A95B7DC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57" name="Rechte verbindingslijn 156">
                <a:extLst>
                  <a:ext uri="{FF2B5EF4-FFF2-40B4-BE49-F238E27FC236}">
                    <a16:creationId xmlns:a16="http://schemas.microsoft.com/office/drawing/2014/main" id="{D5EC3010-DD4A-05C4-C9F9-3C9AD7612B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58" name="Rechthoek 157">
                <a:extLst>
                  <a:ext uri="{FF2B5EF4-FFF2-40B4-BE49-F238E27FC236}">
                    <a16:creationId xmlns:a16="http://schemas.microsoft.com/office/drawing/2014/main" id="{9B45542C-1FDF-D51E-BDBD-7CE99A521159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59" name="Rechthoek 158">
                <a:extLst>
                  <a:ext uri="{FF2B5EF4-FFF2-40B4-BE49-F238E27FC236}">
                    <a16:creationId xmlns:a16="http://schemas.microsoft.com/office/drawing/2014/main" id="{640052AA-D376-6B42-D245-B00F3A55B531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60" name="Groep 159">
                <a:extLst>
                  <a:ext uri="{FF2B5EF4-FFF2-40B4-BE49-F238E27FC236}">
                    <a16:creationId xmlns:a16="http://schemas.microsoft.com/office/drawing/2014/main" id="{828702FB-B2AC-0315-DAD8-0FC0E6974293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70" name="Rechthoek 169">
                  <a:extLst>
                    <a:ext uri="{FF2B5EF4-FFF2-40B4-BE49-F238E27FC236}">
                      <a16:creationId xmlns:a16="http://schemas.microsoft.com/office/drawing/2014/main" id="{243BE1D0-0F2F-9065-D26C-7DFCA378ABA4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71" name="Groep 170">
                  <a:extLst>
                    <a:ext uri="{FF2B5EF4-FFF2-40B4-BE49-F238E27FC236}">
                      <a16:creationId xmlns:a16="http://schemas.microsoft.com/office/drawing/2014/main" id="{88C0A71E-4D31-BA4B-9625-E79B7C38069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73" name="Rechte verbindingslijn 172">
                    <a:extLst>
                      <a:ext uri="{FF2B5EF4-FFF2-40B4-BE49-F238E27FC236}">
                        <a16:creationId xmlns:a16="http://schemas.microsoft.com/office/drawing/2014/main" id="{9C37D7A0-99B2-5A93-2512-A678479AF9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648C82D0-F3BD-6DAD-9061-12D9F22EC0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05C447E8-BB0C-CA81-DBC2-D7052757B41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B864BDB2-1428-864C-AF4F-A40900AB99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03DDE3B2-D259-65B5-C86E-2C44B5180C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2" name="Pijl: rechts 171">
                  <a:extLst>
                    <a:ext uri="{FF2B5EF4-FFF2-40B4-BE49-F238E27FC236}">
                      <a16:creationId xmlns:a16="http://schemas.microsoft.com/office/drawing/2014/main" id="{D9306BE4-1663-42F1-EF80-7F16092ECCB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61" name="Groep 160">
                <a:extLst>
                  <a:ext uri="{FF2B5EF4-FFF2-40B4-BE49-F238E27FC236}">
                    <a16:creationId xmlns:a16="http://schemas.microsoft.com/office/drawing/2014/main" id="{17AB7936-D80A-C60A-A06D-1D8DF274D02D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62" name="Rechthoek 161">
                  <a:extLst>
                    <a:ext uri="{FF2B5EF4-FFF2-40B4-BE49-F238E27FC236}">
                      <a16:creationId xmlns:a16="http://schemas.microsoft.com/office/drawing/2014/main" id="{68B63D28-2341-F99B-C3C0-4A031708C3C9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63" name="Groep 162">
                  <a:extLst>
                    <a:ext uri="{FF2B5EF4-FFF2-40B4-BE49-F238E27FC236}">
                      <a16:creationId xmlns:a16="http://schemas.microsoft.com/office/drawing/2014/main" id="{0587680A-4511-42B7-8A6B-843F91C6A74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65" name="Rechte verbindingslijn 164">
                    <a:extLst>
                      <a:ext uri="{FF2B5EF4-FFF2-40B4-BE49-F238E27FC236}">
                        <a16:creationId xmlns:a16="http://schemas.microsoft.com/office/drawing/2014/main" id="{7970A670-6DD5-21B6-3383-E7401A05D3B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6" name="Rechte verbindingslijn 165">
                    <a:extLst>
                      <a:ext uri="{FF2B5EF4-FFF2-40B4-BE49-F238E27FC236}">
                        <a16:creationId xmlns:a16="http://schemas.microsoft.com/office/drawing/2014/main" id="{09FA878B-AFC6-CD32-B307-46C8682B3B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5AF487BB-7EFE-92E7-9B55-6FC42FF69F7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315CF3E4-5635-A429-F532-EC008AC11D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F2DCA9FA-426B-7E98-6A9F-20481CB417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4" name="Pijl: rechts 163">
                  <a:extLst>
                    <a:ext uri="{FF2B5EF4-FFF2-40B4-BE49-F238E27FC236}">
                      <a16:creationId xmlns:a16="http://schemas.microsoft.com/office/drawing/2014/main" id="{6DE94D26-4605-B199-2C78-24FED92C9A2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46" name="Groep 145">
              <a:extLst>
                <a:ext uri="{FF2B5EF4-FFF2-40B4-BE49-F238E27FC236}">
                  <a16:creationId xmlns:a16="http://schemas.microsoft.com/office/drawing/2014/main" id="{61145FB0-EDD8-3C52-730B-F691FCB2D89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47" name="Inspireren">
                <a:extLst>
                  <a:ext uri="{FF2B5EF4-FFF2-40B4-BE49-F238E27FC236}">
                    <a16:creationId xmlns:a16="http://schemas.microsoft.com/office/drawing/2014/main" id="{770C2647-4C09-C688-1E55-C7F2B9BF148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49" name="Freeform 12">
                  <a:extLst>
                    <a:ext uri="{FF2B5EF4-FFF2-40B4-BE49-F238E27FC236}">
                      <a16:creationId xmlns:a16="http://schemas.microsoft.com/office/drawing/2014/main" id="{2DBFA87F-BEE7-BD0F-BF07-88A6F947F0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50" name="Freeform 13">
                  <a:extLst>
                    <a:ext uri="{FF2B5EF4-FFF2-40B4-BE49-F238E27FC236}">
                      <a16:creationId xmlns:a16="http://schemas.microsoft.com/office/drawing/2014/main" id="{FF193F23-580E-5792-2CA7-EF5E7C6042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51" name="Freeform 14">
                  <a:extLst>
                    <a:ext uri="{FF2B5EF4-FFF2-40B4-BE49-F238E27FC236}">
                      <a16:creationId xmlns:a16="http://schemas.microsoft.com/office/drawing/2014/main" id="{F8E03319-0B7C-E14A-2DF0-82B920FF0E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48" name="Tekstvak 147">
                <a:extLst>
                  <a:ext uri="{FF2B5EF4-FFF2-40B4-BE49-F238E27FC236}">
                    <a16:creationId xmlns:a16="http://schemas.microsoft.com/office/drawing/2014/main" id="{96211458-B284-B5C2-0904-BFF1F96FF327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7004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543" userDrawn="1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afbeelding zw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595CA488-93E8-6CB1-EABC-E6BBDA4361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11442" y="0"/>
            <a:ext cx="4080558" cy="6858000"/>
          </a:xfrm>
          <a:solidFill>
            <a:schemeClr val="bg1">
              <a:lumMod val="95000"/>
            </a:schemeClr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dit kader, ga naar ‘Slidebuilder’, </a:t>
            </a:r>
            <a:br>
              <a:rPr lang="nl-NL"/>
            </a:br>
            <a:r>
              <a:rPr lang="nl-NL"/>
              <a:t>klik op ‘Afbeeldingen’, selecteer een afbeelding en klik op ‘Invoegen’.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2" y="584200"/>
            <a:ext cx="6633814" cy="3285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06D30344-1791-4FDB-CCAD-6AEBE967DA68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6633988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220701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Tekst + afbeelding zwart</a:t>
            </a:r>
          </a:p>
        </p:txBody>
      </p:sp>
      <p:grpSp>
        <p:nvGrpSpPr>
          <p:cNvPr id="3" name="INSTRUCTIE">
            <a:extLst>
              <a:ext uri="{FF2B5EF4-FFF2-40B4-BE49-F238E27FC236}">
                <a16:creationId xmlns:a16="http://schemas.microsoft.com/office/drawing/2014/main" id="{C9B81BC0-59FA-7A10-34C6-AEAE0C071088}"/>
              </a:ext>
            </a:extLst>
          </p:cNvPr>
          <p:cNvGrpSpPr/>
          <p:nvPr userDrawn="1"/>
        </p:nvGrpSpPr>
        <p:grpSpPr>
          <a:xfrm>
            <a:off x="12377595" y="0"/>
            <a:ext cx="3693113" cy="5247148"/>
            <a:chOff x="-3786164" y="0"/>
            <a:chExt cx="3693113" cy="5247148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8A6785E6-208A-7D03-EE6A-349B39D02E69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5970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4EFA9640-E806-1F28-1B92-5B05DD130CD8}"/>
                </a:ext>
              </a:extLst>
            </p:cNvPr>
            <p:cNvSpPr/>
            <p:nvPr userDrawn="1"/>
          </p:nvSpPr>
          <p:spPr>
            <a:xfrm>
              <a:off x="-3786164" y="441914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sp>
          <p:nvSpPr>
            <p:cNvPr id="6" name="Ovaal 5">
              <a:extLst>
                <a:ext uri="{FF2B5EF4-FFF2-40B4-BE49-F238E27FC236}">
                  <a16:creationId xmlns:a16="http://schemas.microsoft.com/office/drawing/2014/main" id="{143107FB-0B18-4F7F-EF4E-7EF334E1346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B5F6F97B-2E76-D677-17FE-C817C06C16F3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9E2832AA-DB64-F0F6-AC16-23069DB7D5FA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DCF8DB93-470D-22AA-ECF7-2957CE5CA20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2B704143-5386-005C-25B7-0440629F03A0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0AC01E05-C2AC-F53F-4FDB-B1588A5345C2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17AFEA52-A4A8-716E-FB10-0CD9023D270B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DD24B097-A9D3-1961-7AE1-D2B11951CB71}"/>
                </a:ext>
              </a:extLst>
            </p:cNvPr>
            <p:cNvGrpSpPr/>
            <p:nvPr userDrawn="1"/>
          </p:nvGrpSpPr>
          <p:grpSpPr>
            <a:xfrm>
              <a:off x="-3354295" y="3728895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395B3F45-3D5A-13D6-CB5E-710953E6C1CB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57A6C94B-677F-C945-4090-64389C935790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0820FA33-E0DD-AD94-5708-827950AECE9A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54CAD16D-B2BA-FEE9-A6FD-713D4E5F51A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0030700F-8F56-A0C0-7E4A-72FDB6F9A67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6F07DC4B-4D6D-C2F1-9EE3-C5794D817E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EC25E2B9-5E1C-FD57-28DF-B75E226E304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549EC271-BAF6-75F1-4EEA-CB47A03BFD8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E8C44867-ECA9-B1D0-0373-1894ACD1D2F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AE8127FE-97BE-DF58-B2FB-AE832F97201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4FAF486D-EE5F-DAD1-02DB-9CF9352FBB8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B24A8357-D615-A9B1-9FF3-27CD7000E2F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F64B0503-83CD-EA8E-D4CC-9D1B83B9EE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C9A90DBF-6AC7-231F-104C-174FB76A85F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CBDDE9D1-43FC-AE08-CFD4-D71836A0788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0B432B0C-1B31-2768-F862-95F0999FCD3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297C6143-EC87-B3BC-7B95-7114441A83C9}"/>
                </a:ext>
              </a:extLst>
            </p:cNvPr>
            <p:cNvGrpSpPr/>
            <p:nvPr userDrawn="1"/>
          </p:nvGrpSpPr>
          <p:grpSpPr>
            <a:xfrm>
              <a:off x="-376736" y="4248099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279ED1D6-0592-58F9-9BC8-216683BE103A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0C84BC64-40A9-BCF4-DC41-C0DF2AB1AA3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C4C9CAE6-D359-DDF0-C54A-6E015B30D6DA}"/>
                </a:ext>
              </a:extLst>
            </p:cNvPr>
            <p:cNvGrpSpPr/>
            <p:nvPr userDrawn="1"/>
          </p:nvGrpSpPr>
          <p:grpSpPr>
            <a:xfrm>
              <a:off x="-938434" y="4556525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E820A729-A958-386E-BC42-E9D3F4DD3018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6D8166BF-7DBB-EA7B-76B3-F182282344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232A6042-065E-7C35-38A1-BD7D9BB776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34BFB238-3256-CFC3-3A2A-518DA7F1C5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02D02A62-AE51-73F9-9819-7CD745A42089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B845983F-6E79-17AB-FD7B-93BC1FB3947D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FADADADA-EAFF-9222-7718-A420A76FDDED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DE936B27-41E1-198A-9B0E-F92B84B93631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BF36C6CC-0AB7-2AED-F7DD-A3B0F522CE81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43BE23BD-C33B-2DEA-8703-AAC3CCC29B67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41A25BCA-F76C-B6F4-8AF1-1EA017E4C079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40DC9384-71C4-D5BB-FFD1-2B99410ACE94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</p:grpSp>
      <p:grpSp>
        <p:nvGrpSpPr>
          <p:cNvPr id="122" name="INSTRUCTIE">
            <a:extLst>
              <a:ext uri="{FF2B5EF4-FFF2-40B4-BE49-F238E27FC236}">
                <a16:creationId xmlns:a16="http://schemas.microsoft.com/office/drawing/2014/main" id="{6F71E605-424B-FAA2-CDC3-537BAA614100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2251FE88-B22F-0EE7-A415-FE999D43D5FA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24" name="Ovaal 123">
              <a:extLst>
                <a:ext uri="{FF2B5EF4-FFF2-40B4-BE49-F238E27FC236}">
                  <a16:creationId xmlns:a16="http://schemas.microsoft.com/office/drawing/2014/main" id="{3FC041C2-167E-1808-44A7-51802541E2E3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FC263A6-8D7B-8C18-D978-5FC8236E929B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7BB4FB9F-C66F-EB5B-4C91-EC845B47738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B58FA78B-3AF0-2FC0-5E91-6E89408BC6A5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28" name="Rechthoek 127">
              <a:extLst>
                <a:ext uri="{FF2B5EF4-FFF2-40B4-BE49-F238E27FC236}">
                  <a16:creationId xmlns:a16="http://schemas.microsoft.com/office/drawing/2014/main" id="{32D8BCF9-A68A-4C91-0B6B-6C3FEB7FB0CD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29" name="Ovaal 128">
              <a:extLst>
                <a:ext uri="{FF2B5EF4-FFF2-40B4-BE49-F238E27FC236}">
                  <a16:creationId xmlns:a16="http://schemas.microsoft.com/office/drawing/2014/main" id="{A5905667-1C95-DADE-5618-4444B8A7C385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ABE82425-1ECE-A509-FF16-80194EE3319C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131" name="Ovaal 130">
              <a:extLst>
                <a:ext uri="{FF2B5EF4-FFF2-40B4-BE49-F238E27FC236}">
                  <a16:creationId xmlns:a16="http://schemas.microsoft.com/office/drawing/2014/main" id="{F18E9265-5C67-FA36-A755-DF9AE0A3D850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2" name="Rechthoek 131">
              <a:extLst>
                <a:ext uri="{FF2B5EF4-FFF2-40B4-BE49-F238E27FC236}">
                  <a16:creationId xmlns:a16="http://schemas.microsoft.com/office/drawing/2014/main" id="{E0840BBE-3272-7CD7-37C2-62B3C679603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33" name="Ovaal 132">
              <a:extLst>
                <a:ext uri="{FF2B5EF4-FFF2-40B4-BE49-F238E27FC236}">
                  <a16:creationId xmlns:a16="http://schemas.microsoft.com/office/drawing/2014/main" id="{A8AB6680-CC73-B253-BE17-F502725F12F1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34" name="Rechthoek 133">
              <a:extLst>
                <a:ext uri="{FF2B5EF4-FFF2-40B4-BE49-F238E27FC236}">
                  <a16:creationId xmlns:a16="http://schemas.microsoft.com/office/drawing/2014/main" id="{11CBA517-64EE-C237-FE58-53F2DC74CFA9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135" name="Ovaal 134">
              <a:extLst>
                <a:ext uri="{FF2B5EF4-FFF2-40B4-BE49-F238E27FC236}">
                  <a16:creationId xmlns:a16="http://schemas.microsoft.com/office/drawing/2014/main" id="{CF00C510-5A50-69A2-4BD8-5B2E68D6BEBF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E99613D3-1DF3-8E00-43EC-BD57D4B98CE3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1992237C-9445-1F0C-C3FB-C840699CE884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38" name="Rechthoek 137">
              <a:extLst>
                <a:ext uri="{FF2B5EF4-FFF2-40B4-BE49-F238E27FC236}">
                  <a16:creationId xmlns:a16="http://schemas.microsoft.com/office/drawing/2014/main" id="{307B7AA3-94A1-94D0-1193-8DEDC90C6A43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9" name="Ovaal 138">
              <a:extLst>
                <a:ext uri="{FF2B5EF4-FFF2-40B4-BE49-F238E27FC236}">
                  <a16:creationId xmlns:a16="http://schemas.microsoft.com/office/drawing/2014/main" id="{6A35E595-77C3-163A-9495-ADB49D6D7C3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2C6DE29D-8863-2053-FEEE-BD3AB5ACBB43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038EBBA4-DC92-D12D-D34D-0F0AE95E312A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DDC27157-3927-AC5C-D6FD-3A824A76D3C9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43" name="Rechthoek 142">
              <a:extLst>
                <a:ext uri="{FF2B5EF4-FFF2-40B4-BE49-F238E27FC236}">
                  <a16:creationId xmlns:a16="http://schemas.microsoft.com/office/drawing/2014/main" id="{F99E45CB-72BB-B854-C7A3-39A6EB247E1A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44" name="ICOON_info">
              <a:extLst>
                <a:ext uri="{FF2B5EF4-FFF2-40B4-BE49-F238E27FC236}">
                  <a16:creationId xmlns:a16="http://schemas.microsoft.com/office/drawing/2014/main" id="{993ABCCA-39D4-1A83-C1B1-B49727F4B7AB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92" name="Ovaal 191">
                <a:extLst>
                  <a:ext uri="{FF2B5EF4-FFF2-40B4-BE49-F238E27FC236}">
                    <a16:creationId xmlns:a16="http://schemas.microsoft.com/office/drawing/2014/main" id="{0488830B-CC1C-DB08-7657-AEF8479BE8EE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3" name="Graphic 163" descr="Informatie">
                <a:extLst>
                  <a:ext uri="{FF2B5EF4-FFF2-40B4-BE49-F238E27FC236}">
                    <a16:creationId xmlns:a16="http://schemas.microsoft.com/office/drawing/2014/main" id="{BF679D03-C4FC-4DEE-0C81-7484DCE8260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45" name="VOORBEELD">
              <a:extLst>
                <a:ext uri="{FF2B5EF4-FFF2-40B4-BE49-F238E27FC236}">
                  <a16:creationId xmlns:a16="http://schemas.microsoft.com/office/drawing/2014/main" id="{34633842-2DB5-01B1-B416-E74FD04BA142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52" name="Rechthoek 151">
                <a:extLst>
                  <a:ext uri="{FF2B5EF4-FFF2-40B4-BE49-F238E27FC236}">
                    <a16:creationId xmlns:a16="http://schemas.microsoft.com/office/drawing/2014/main" id="{6AA4FB99-D83C-949C-31E0-420CEDF50574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53" name="Rechthoek 152">
                <a:extLst>
                  <a:ext uri="{FF2B5EF4-FFF2-40B4-BE49-F238E27FC236}">
                    <a16:creationId xmlns:a16="http://schemas.microsoft.com/office/drawing/2014/main" id="{A1663755-A2D3-84F1-0068-FEC870B60A6B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54" name="Groep 153">
                <a:extLst>
                  <a:ext uri="{FF2B5EF4-FFF2-40B4-BE49-F238E27FC236}">
                    <a16:creationId xmlns:a16="http://schemas.microsoft.com/office/drawing/2014/main" id="{3273798E-3D73-AAD8-236E-B70C9462A70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85" name="Groep 184">
                  <a:extLst>
                    <a:ext uri="{FF2B5EF4-FFF2-40B4-BE49-F238E27FC236}">
                      <a16:creationId xmlns:a16="http://schemas.microsoft.com/office/drawing/2014/main" id="{5681760A-E936-C4E9-5333-1F00915C35E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87" name="Rechte verbindingslijn 186">
                    <a:extLst>
                      <a:ext uri="{FF2B5EF4-FFF2-40B4-BE49-F238E27FC236}">
                        <a16:creationId xmlns:a16="http://schemas.microsoft.com/office/drawing/2014/main" id="{B5000DC8-FCEC-2124-4811-AD2AE09B199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8" name="Rechte verbindingslijn 187">
                    <a:extLst>
                      <a:ext uri="{FF2B5EF4-FFF2-40B4-BE49-F238E27FC236}">
                        <a16:creationId xmlns:a16="http://schemas.microsoft.com/office/drawing/2014/main" id="{B2964313-FDF9-2963-3080-9CA3FD9188B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9" name="Rechte verbindingslijn 188">
                    <a:extLst>
                      <a:ext uri="{FF2B5EF4-FFF2-40B4-BE49-F238E27FC236}">
                        <a16:creationId xmlns:a16="http://schemas.microsoft.com/office/drawing/2014/main" id="{A1E1DE4B-9BFD-1F3F-B7E4-51F5821428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0" name="Rechte verbindingslijn 189">
                    <a:extLst>
                      <a:ext uri="{FF2B5EF4-FFF2-40B4-BE49-F238E27FC236}">
                        <a16:creationId xmlns:a16="http://schemas.microsoft.com/office/drawing/2014/main" id="{C0652BF2-6F53-098D-DFB1-F9640DB54B8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1" name="Rechte verbindingslijn 190">
                    <a:extLst>
                      <a:ext uri="{FF2B5EF4-FFF2-40B4-BE49-F238E27FC236}">
                        <a16:creationId xmlns:a16="http://schemas.microsoft.com/office/drawing/2014/main" id="{77CCAB35-0BAF-DD08-4A3A-81DC31E10D1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6" name="Pijl: rechts 185">
                  <a:extLst>
                    <a:ext uri="{FF2B5EF4-FFF2-40B4-BE49-F238E27FC236}">
                      <a16:creationId xmlns:a16="http://schemas.microsoft.com/office/drawing/2014/main" id="{2B69676B-1DF1-BD0E-25B9-AED79C93C48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55" name="Groep 154">
                <a:extLst>
                  <a:ext uri="{FF2B5EF4-FFF2-40B4-BE49-F238E27FC236}">
                    <a16:creationId xmlns:a16="http://schemas.microsoft.com/office/drawing/2014/main" id="{97D61410-3E65-AE48-F5CD-8EF7D7865A92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78" name="Groep 177">
                  <a:extLst>
                    <a:ext uri="{FF2B5EF4-FFF2-40B4-BE49-F238E27FC236}">
                      <a16:creationId xmlns:a16="http://schemas.microsoft.com/office/drawing/2014/main" id="{818B6961-507B-09D4-BDF3-0CEF3380F17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80" name="Rechte verbindingslijn 179">
                    <a:extLst>
                      <a:ext uri="{FF2B5EF4-FFF2-40B4-BE49-F238E27FC236}">
                        <a16:creationId xmlns:a16="http://schemas.microsoft.com/office/drawing/2014/main" id="{F9CAD27B-AAE6-D0E1-CD45-38DCF4A1F5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1" name="Rechte verbindingslijn 180">
                    <a:extLst>
                      <a:ext uri="{FF2B5EF4-FFF2-40B4-BE49-F238E27FC236}">
                        <a16:creationId xmlns:a16="http://schemas.microsoft.com/office/drawing/2014/main" id="{6E010890-4C79-3EE6-6DD9-CB25865726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2" name="Rechte verbindingslijn 181">
                    <a:extLst>
                      <a:ext uri="{FF2B5EF4-FFF2-40B4-BE49-F238E27FC236}">
                        <a16:creationId xmlns:a16="http://schemas.microsoft.com/office/drawing/2014/main" id="{5E2EBCAB-9114-8A0A-DBE8-568D90ABC6C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3" name="Rechte verbindingslijn 182">
                    <a:extLst>
                      <a:ext uri="{FF2B5EF4-FFF2-40B4-BE49-F238E27FC236}">
                        <a16:creationId xmlns:a16="http://schemas.microsoft.com/office/drawing/2014/main" id="{8FFFE6AE-2CF1-8459-13CB-2E97B50F2BD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4" name="Rechte verbindingslijn 183">
                    <a:extLst>
                      <a:ext uri="{FF2B5EF4-FFF2-40B4-BE49-F238E27FC236}">
                        <a16:creationId xmlns:a16="http://schemas.microsoft.com/office/drawing/2014/main" id="{48CFD25C-4FF0-FEA4-F0F1-A10D76B1534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9" name="Pijl: rechts 178">
                  <a:extLst>
                    <a:ext uri="{FF2B5EF4-FFF2-40B4-BE49-F238E27FC236}">
                      <a16:creationId xmlns:a16="http://schemas.microsoft.com/office/drawing/2014/main" id="{E38E8FCE-DA4B-5304-3C56-87E3AE0F4C9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1728CE13-3569-794B-AAE3-6F06A95B7DC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57" name="Rechte verbindingslijn 156">
                <a:extLst>
                  <a:ext uri="{FF2B5EF4-FFF2-40B4-BE49-F238E27FC236}">
                    <a16:creationId xmlns:a16="http://schemas.microsoft.com/office/drawing/2014/main" id="{D5EC3010-DD4A-05C4-C9F9-3C9AD7612B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58" name="Rechthoek 157">
                <a:extLst>
                  <a:ext uri="{FF2B5EF4-FFF2-40B4-BE49-F238E27FC236}">
                    <a16:creationId xmlns:a16="http://schemas.microsoft.com/office/drawing/2014/main" id="{9B45542C-1FDF-D51E-BDBD-7CE99A521159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59" name="Rechthoek 158">
                <a:extLst>
                  <a:ext uri="{FF2B5EF4-FFF2-40B4-BE49-F238E27FC236}">
                    <a16:creationId xmlns:a16="http://schemas.microsoft.com/office/drawing/2014/main" id="{640052AA-D376-6B42-D245-B00F3A55B531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60" name="Groep 159">
                <a:extLst>
                  <a:ext uri="{FF2B5EF4-FFF2-40B4-BE49-F238E27FC236}">
                    <a16:creationId xmlns:a16="http://schemas.microsoft.com/office/drawing/2014/main" id="{828702FB-B2AC-0315-DAD8-0FC0E6974293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70" name="Rechthoek 169">
                  <a:extLst>
                    <a:ext uri="{FF2B5EF4-FFF2-40B4-BE49-F238E27FC236}">
                      <a16:creationId xmlns:a16="http://schemas.microsoft.com/office/drawing/2014/main" id="{243BE1D0-0F2F-9065-D26C-7DFCA378ABA4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71" name="Groep 170">
                  <a:extLst>
                    <a:ext uri="{FF2B5EF4-FFF2-40B4-BE49-F238E27FC236}">
                      <a16:creationId xmlns:a16="http://schemas.microsoft.com/office/drawing/2014/main" id="{88C0A71E-4D31-BA4B-9625-E79B7C38069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73" name="Rechte verbindingslijn 172">
                    <a:extLst>
                      <a:ext uri="{FF2B5EF4-FFF2-40B4-BE49-F238E27FC236}">
                        <a16:creationId xmlns:a16="http://schemas.microsoft.com/office/drawing/2014/main" id="{9C37D7A0-99B2-5A93-2512-A678479AF9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648C82D0-F3BD-6DAD-9061-12D9F22EC0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05C447E8-BB0C-CA81-DBC2-D7052757B41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B864BDB2-1428-864C-AF4F-A40900AB99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03DDE3B2-D259-65B5-C86E-2C44B5180C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2" name="Pijl: rechts 171">
                  <a:extLst>
                    <a:ext uri="{FF2B5EF4-FFF2-40B4-BE49-F238E27FC236}">
                      <a16:creationId xmlns:a16="http://schemas.microsoft.com/office/drawing/2014/main" id="{D9306BE4-1663-42F1-EF80-7F16092ECCB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61" name="Groep 160">
                <a:extLst>
                  <a:ext uri="{FF2B5EF4-FFF2-40B4-BE49-F238E27FC236}">
                    <a16:creationId xmlns:a16="http://schemas.microsoft.com/office/drawing/2014/main" id="{17AB7936-D80A-C60A-A06D-1D8DF274D02D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62" name="Rechthoek 161">
                  <a:extLst>
                    <a:ext uri="{FF2B5EF4-FFF2-40B4-BE49-F238E27FC236}">
                      <a16:creationId xmlns:a16="http://schemas.microsoft.com/office/drawing/2014/main" id="{68B63D28-2341-F99B-C3C0-4A031708C3C9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63" name="Groep 162">
                  <a:extLst>
                    <a:ext uri="{FF2B5EF4-FFF2-40B4-BE49-F238E27FC236}">
                      <a16:creationId xmlns:a16="http://schemas.microsoft.com/office/drawing/2014/main" id="{0587680A-4511-42B7-8A6B-843F91C6A74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65" name="Rechte verbindingslijn 164">
                    <a:extLst>
                      <a:ext uri="{FF2B5EF4-FFF2-40B4-BE49-F238E27FC236}">
                        <a16:creationId xmlns:a16="http://schemas.microsoft.com/office/drawing/2014/main" id="{7970A670-6DD5-21B6-3383-E7401A05D3B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6" name="Rechte verbindingslijn 165">
                    <a:extLst>
                      <a:ext uri="{FF2B5EF4-FFF2-40B4-BE49-F238E27FC236}">
                        <a16:creationId xmlns:a16="http://schemas.microsoft.com/office/drawing/2014/main" id="{09FA878B-AFC6-CD32-B307-46C8682B3B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5AF487BB-7EFE-92E7-9B55-6FC42FF69F7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315CF3E4-5635-A429-F532-EC008AC11D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F2DCA9FA-426B-7E98-6A9F-20481CB417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4" name="Pijl: rechts 163">
                  <a:extLst>
                    <a:ext uri="{FF2B5EF4-FFF2-40B4-BE49-F238E27FC236}">
                      <a16:creationId xmlns:a16="http://schemas.microsoft.com/office/drawing/2014/main" id="{6DE94D26-4605-B199-2C78-24FED92C9A2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46" name="Groep 145">
              <a:extLst>
                <a:ext uri="{FF2B5EF4-FFF2-40B4-BE49-F238E27FC236}">
                  <a16:creationId xmlns:a16="http://schemas.microsoft.com/office/drawing/2014/main" id="{61145FB0-EDD8-3C52-730B-F691FCB2D89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47" name="Inspireren">
                <a:extLst>
                  <a:ext uri="{FF2B5EF4-FFF2-40B4-BE49-F238E27FC236}">
                    <a16:creationId xmlns:a16="http://schemas.microsoft.com/office/drawing/2014/main" id="{770C2647-4C09-C688-1E55-C7F2B9BF148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49" name="Freeform 12">
                  <a:extLst>
                    <a:ext uri="{FF2B5EF4-FFF2-40B4-BE49-F238E27FC236}">
                      <a16:creationId xmlns:a16="http://schemas.microsoft.com/office/drawing/2014/main" id="{2DBFA87F-BEE7-BD0F-BF07-88A6F947F0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50" name="Freeform 13">
                  <a:extLst>
                    <a:ext uri="{FF2B5EF4-FFF2-40B4-BE49-F238E27FC236}">
                      <a16:creationId xmlns:a16="http://schemas.microsoft.com/office/drawing/2014/main" id="{FF193F23-580E-5792-2CA7-EF5E7C6042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51" name="Freeform 14">
                  <a:extLst>
                    <a:ext uri="{FF2B5EF4-FFF2-40B4-BE49-F238E27FC236}">
                      <a16:creationId xmlns:a16="http://schemas.microsoft.com/office/drawing/2014/main" id="{F8E03319-0B7C-E14A-2DF0-82B920FF0E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48" name="Tekstvak 147">
                <a:extLst>
                  <a:ext uri="{FF2B5EF4-FFF2-40B4-BE49-F238E27FC236}">
                    <a16:creationId xmlns:a16="http://schemas.microsoft.com/office/drawing/2014/main" id="{96211458-B284-B5C2-0904-BFF1F96FF327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51" name="Rechthoek 50">
            <a:extLst>
              <a:ext uri="{FF2B5EF4-FFF2-40B4-BE49-F238E27FC236}">
                <a16:creationId xmlns:a16="http://schemas.microsoft.com/office/drawing/2014/main" id="{FE79A6D2-8E36-7E51-C37F-00EC0CBFE0CB}"/>
              </a:ext>
            </a:extLst>
          </p:cNvPr>
          <p:cNvSpPr/>
          <p:nvPr userDrawn="1"/>
        </p:nvSpPr>
        <p:spPr>
          <a:xfrm>
            <a:off x="380246" y="5629750"/>
            <a:ext cx="3014804" cy="9420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grpSp>
        <p:nvGrpSpPr>
          <p:cNvPr id="52" name="Groep 51">
            <a:extLst>
              <a:ext uri="{FF2B5EF4-FFF2-40B4-BE49-F238E27FC236}">
                <a16:creationId xmlns:a16="http://schemas.microsoft.com/office/drawing/2014/main" id="{E5E93B9A-426A-2292-6F4D-BD6E547CA804}"/>
              </a:ext>
            </a:extLst>
          </p:cNvPr>
          <p:cNvGrpSpPr/>
          <p:nvPr userDrawn="1"/>
        </p:nvGrpSpPr>
        <p:grpSpPr>
          <a:xfrm>
            <a:off x="596717" y="5790229"/>
            <a:ext cx="2355488" cy="628349"/>
            <a:chOff x="596717" y="5790229"/>
            <a:chExt cx="2355488" cy="628349"/>
          </a:xfrm>
        </p:grpSpPr>
        <p:sp>
          <p:nvSpPr>
            <p:cNvPr id="53" name="Vrije vorm: vorm 52">
              <a:extLst>
                <a:ext uri="{FF2B5EF4-FFF2-40B4-BE49-F238E27FC236}">
                  <a16:creationId xmlns:a16="http://schemas.microsoft.com/office/drawing/2014/main" id="{080F5AB1-A60D-967E-82E4-3CF5BFDCCEBA}"/>
                </a:ext>
              </a:extLst>
            </p:cNvPr>
            <p:cNvSpPr/>
            <p:nvPr/>
          </p:nvSpPr>
          <p:spPr>
            <a:xfrm>
              <a:off x="596717" y="5790229"/>
              <a:ext cx="736314" cy="621342"/>
            </a:xfrm>
            <a:custGeom>
              <a:avLst/>
              <a:gdLst>
                <a:gd name="connsiteX0" fmla="*/ 629454 w 736314"/>
                <a:gd name="connsiteY0" fmla="*/ 621342 h 621342"/>
                <a:gd name="connsiteX1" fmla="*/ 571647 w 736314"/>
                <a:gd name="connsiteY1" fmla="*/ 621342 h 621342"/>
                <a:gd name="connsiteX2" fmla="*/ 464208 w 736314"/>
                <a:gd name="connsiteY2" fmla="*/ 513903 h 621342"/>
                <a:gd name="connsiteX3" fmla="*/ 464208 w 736314"/>
                <a:gd name="connsiteY3" fmla="*/ 411135 h 621342"/>
                <a:gd name="connsiteX4" fmla="*/ 368447 w 736314"/>
                <a:gd name="connsiteY4" fmla="*/ 467190 h 621342"/>
                <a:gd name="connsiteX5" fmla="*/ 272685 w 736314"/>
                <a:gd name="connsiteY5" fmla="*/ 411135 h 621342"/>
                <a:gd name="connsiteX6" fmla="*/ 272685 w 736314"/>
                <a:gd name="connsiteY6" fmla="*/ 513903 h 621342"/>
                <a:gd name="connsiteX7" fmla="*/ 165246 w 736314"/>
                <a:gd name="connsiteY7" fmla="*/ 621342 h 621342"/>
                <a:gd name="connsiteX8" fmla="*/ 107439 w 736314"/>
                <a:gd name="connsiteY8" fmla="*/ 621342 h 621342"/>
                <a:gd name="connsiteX9" fmla="*/ 0 w 736314"/>
                <a:gd name="connsiteY9" fmla="*/ 513903 h 621342"/>
                <a:gd name="connsiteX10" fmla="*/ 0 w 736314"/>
                <a:gd name="connsiteY10" fmla="*/ 137866 h 621342"/>
                <a:gd name="connsiteX11" fmla="*/ 63062 w 736314"/>
                <a:gd name="connsiteY11" fmla="*/ 21084 h 621342"/>
                <a:gd name="connsiteX12" fmla="*/ 227141 w 736314"/>
                <a:gd name="connsiteY12" fmla="*/ 35098 h 621342"/>
                <a:gd name="connsiteX13" fmla="*/ 368447 w 736314"/>
                <a:gd name="connsiteY13" fmla="*/ 162390 h 621342"/>
                <a:gd name="connsiteX14" fmla="*/ 509169 w 736314"/>
                <a:gd name="connsiteY14" fmla="*/ 35098 h 621342"/>
                <a:gd name="connsiteX15" fmla="*/ 673247 w 736314"/>
                <a:gd name="connsiteY15" fmla="*/ 21084 h 621342"/>
                <a:gd name="connsiteX16" fmla="*/ 736309 w 736314"/>
                <a:gd name="connsiteY16" fmla="*/ 137866 h 621342"/>
                <a:gd name="connsiteX17" fmla="*/ 736309 w 736314"/>
                <a:gd name="connsiteY17" fmla="*/ 513903 h 621342"/>
                <a:gd name="connsiteX18" fmla="*/ 629454 w 736314"/>
                <a:gd name="connsiteY18" fmla="*/ 621342 h 62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36314" h="621342">
                  <a:moveTo>
                    <a:pt x="629454" y="621342"/>
                  </a:moveTo>
                  <a:lnTo>
                    <a:pt x="571647" y="621342"/>
                  </a:lnTo>
                  <a:cubicBezTo>
                    <a:pt x="512672" y="621342"/>
                    <a:pt x="464208" y="572878"/>
                    <a:pt x="464208" y="513903"/>
                  </a:cubicBezTo>
                  <a:lnTo>
                    <a:pt x="464208" y="411135"/>
                  </a:lnTo>
                  <a:cubicBezTo>
                    <a:pt x="464208" y="411135"/>
                    <a:pt x="432676" y="467190"/>
                    <a:pt x="368447" y="467190"/>
                  </a:cubicBezTo>
                  <a:cubicBezTo>
                    <a:pt x="304217" y="467190"/>
                    <a:pt x="272685" y="411135"/>
                    <a:pt x="272685" y="411135"/>
                  </a:cubicBezTo>
                  <a:lnTo>
                    <a:pt x="272685" y="513903"/>
                  </a:lnTo>
                  <a:cubicBezTo>
                    <a:pt x="272685" y="572878"/>
                    <a:pt x="224221" y="621342"/>
                    <a:pt x="165246" y="621342"/>
                  </a:cubicBezTo>
                  <a:lnTo>
                    <a:pt x="107439" y="621342"/>
                  </a:lnTo>
                  <a:cubicBezTo>
                    <a:pt x="48464" y="621342"/>
                    <a:pt x="0" y="572878"/>
                    <a:pt x="0" y="513903"/>
                  </a:cubicBezTo>
                  <a:lnTo>
                    <a:pt x="0" y="137866"/>
                  </a:lnTo>
                  <a:cubicBezTo>
                    <a:pt x="0" y="89985"/>
                    <a:pt x="23356" y="46192"/>
                    <a:pt x="63062" y="21084"/>
                  </a:cubicBezTo>
                  <a:cubicBezTo>
                    <a:pt x="114446" y="-11615"/>
                    <a:pt x="182180" y="-5776"/>
                    <a:pt x="227141" y="35098"/>
                  </a:cubicBezTo>
                  <a:lnTo>
                    <a:pt x="368447" y="162390"/>
                  </a:lnTo>
                  <a:lnTo>
                    <a:pt x="509169" y="35098"/>
                  </a:lnTo>
                  <a:cubicBezTo>
                    <a:pt x="554130" y="-5776"/>
                    <a:pt x="621863" y="-11031"/>
                    <a:pt x="673247" y="21084"/>
                  </a:cubicBezTo>
                  <a:cubicBezTo>
                    <a:pt x="712953" y="46192"/>
                    <a:pt x="736309" y="89985"/>
                    <a:pt x="736309" y="137866"/>
                  </a:cubicBezTo>
                  <a:lnTo>
                    <a:pt x="736309" y="513903"/>
                  </a:lnTo>
                  <a:cubicBezTo>
                    <a:pt x="736893" y="573462"/>
                    <a:pt x="688429" y="621342"/>
                    <a:pt x="629454" y="621342"/>
                  </a:cubicBezTo>
                  <a:close/>
                </a:path>
              </a:pathLst>
            </a:custGeom>
            <a:noFill/>
            <a:ln w="1217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4" name="Vrije vorm: vorm 53">
              <a:extLst>
                <a:ext uri="{FF2B5EF4-FFF2-40B4-BE49-F238E27FC236}">
                  <a16:creationId xmlns:a16="http://schemas.microsoft.com/office/drawing/2014/main" id="{B06D084C-88C1-4867-7207-26D683562C04}"/>
                </a:ext>
              </a:extLst>
            </p:cNvPr>
            <p:cNvSpPr/>
            <p:nvPr/>
          </p:nvSpPr>
          <p:spPr>
            <a:xfrm>
              <a:off x="2169184" y="6326321"/>
              <a:ext cx="85250" cy="91089"/>
            </a:xfrm>
            <a:custGeom>
              <a:avLst/>
              <a:gdLst>
                <a:gd name="connsiteX0" fmla="*/ 42042 w 85250"/>
                <a:gd name="connsiteY0" fmla="*/ 16349 h 91089"/>
                <a:gd name="connsiteX1" fmla="*/ 56639 w 85250"/>
                <a:gd name="connsiteY1" fmla="*/ 56055 h 91089"/>
                <a:gd name="connsiteX2" fmla="*/ 27444 w 85250"/>
                <a:gd name="connsiteY2" fmla="*/ 56055 h 91089"/>
                <a:gd name="connsiteX3" fmla="*/ 42042 w 85250"/>
                <a:gd name="connsiteY3" fmla="*/ 16349 h 91089"/>
                <a:gd name="connsiteX4" fmla="*/ 33867 w 85250"/>
                <a:gd name="connsiteY4" fmla="*/ 0 h 91089"/>
                <a:gd name="connsiteX5" fmla="*/ 0 w 85250"/>
                <a:gd name="connsiteY5" fmla="*/ 91090 h 91089"/>
                <a:gd name="connsiteX6" fmla="*/ 15182 w 85250"/>
                <a:gd name="connsiteY6" fmla="*/ 91090 h 91089"/>
                <a:gd name="connsiteX7" fmla="*/ 23356 w 85250"/>
                <a:gd name="connsiteY7" fmla="*/ 68317 h 91089"/>
                <a:gd name="connsiteX8" fmla="*/ 60726 w 85250"/>
                <a:gd name="connsiteY8" fmla="*/ 68317 h 91089"/>
                <a:gd name="connsiteX9" fmla="*/ 69485 w 85250"/>
                <a:gd name="connsiteY9" fmla="*/ 91090 h 91089"/>
                <a:gd name="connsiteX10" fmla="*/ 85251 w 85250"/>
                <a:gd name="connsiteY10" fmla="*/ 91090 h 91089"/>
                <a:gd name="connsiteX11" fmla="*/ 51384 w 85250"/>
                <a:gd name="connsiteY11" fmla="*/ 0 h 91089"/>
                <a:gd name="connsiteX12" fmla="*/ 33867 w 85250"/>
                <a:gd name="connsiteY12" fmla="*/ 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5250" h="91089">
                  <a:moveTo>
                    <a:pt x="42042" y="16349"/>
                  </a:moveTo>
                  <a:lnTo>
                    <a:pt x="56639" y="56055"/>
                  </a:lnTo>
                  <a:lnTo>
                    <a:pt x="27444" y="56055"/>
                  </a:lnTo>
                  <a:lnTo>
                    <a:pt x="42042" y="16349"/>
                  </a:lnTo>
                  <a:close/>
                  <a:moveTo>
                    <a:pt x="33867" y="0"/>
                  </a:moveTo>
                  <a:lnTo>
                    <a:pt x="0" y="91090"/>
                  </a:lnTo>
                  <a:lnTo>
                    <a:pt x="15182" y="91090"/>
                  </a:lnTo>
                  <a:lnTo>
                    <a:pt x="23356" y="68317"/>
                  </a:lnTo>
                  <a:lnTo>
                    <a:pt x="60726" y="68317"/>
                  </a:lnTo>
                  <a:lnTo>
                    <a:pt x="69485" y="91090"/>
                  </a:lnTo>
                  <a:lnTo>
                    <a:pt x="85251" y="91090"/>
                  </a:lnTo>
                  <a:lnTo>
                    <a:pt x="51384" y="0"/>
                  </a:lnTo>
                  <a:lnTo>
                    <a:pt x="33867" y="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5" name="Vrije vorm: vorm 54">
              <a:extLst>
                <a:ext uri="{FF2B5EF4-FFF2-40B4-BE49-F238E27FC236}">
                  <a16:creationId xmlns:a16="http://schemas.microsoft.com/office/drawing/2014/main" id="{4E1C043F-8E2D-1D7F-76FC-FDB5FBC82579}"/>
                </a:ext>
              </a:extLst>
            </p:cNvPr>
            <p:cNvSpPr/>
            <p:nvPr/>
          </p:nvSpPr>
          <p:spPr>
            <a:xfrm>
              <a:off x="2263193" y="6350261"/>
              <a:ext cx="101016" cy="67149"/>
            </a:xfrm>
            <a:custGeom>
              <a:avLst/>
              <a:gdLst>
                <a:gd name="connsiteX0" fmla="*/ 94009 w 101016"/>
                <a:gd name="connsiteY0" fmla="*/ 7007 h 67149"/>
                <a:gd name="connsiteX1" fmla="*/ 101016 w 101016"/>
                <a:gd name="connsiteY1" fmla="*/ 29779 h 67149"/>
                <a:gd name="connsiteX2" fmla="*/ 101016 w 101016"/>
                <a:gd name="connsiteY2" fmla="*/ 67150 h 67149"/>
                <a:gd name="connsiteX3" fmla="*/ 87002 w 101016"/>
                <a:gd name="connsiteY3" fmla="*/ 67150 h 67149"/>
                <a:gd name="connsiteX4" fmla="*/ 87002 w 101016"/>
                <a:gd name="connsiteY4" fmla="*/ 29779 h 67149"/>
                <a:gd name="connsiteX5" fmla="*/ 83499 w 101016"/>
                <a:gd name="connsiteY5" fmla="*/ 16349 h 67149"/>
                <a:gd name="connsiteX6" fmla="*/ 72989 w 101016"/>
                <a:gd name="connsiteY6" fmla="*/ 11678 h 67149"/>
                <a:gd name="connsiteX7" fmla="*/ 61310 w 101016"/>
                <a:gd name="connsiteY7" fmla="*/ 16933 h 67149"/>
                <a:gd name="connsiteX8" fmla="*/ 57223 w 101016"/>
                <a:gd name="connsiteY8" fmla="*/ 30947 h 67149"/>
                <a:gd name="connsiteX9" fmla="*/ 57223 w 101016"/>
                <a:gd name="connsiteY9" fmla="*/ 67150 h 67149"/>
                <a:gd name="connsiteX10" fmla="*/ 43209 w 101016"/>
                <a:gd name="connsiteY10" fmla="*/ 67150 h 67149"/>
                <a:gd name="connsiteX11" fmla="*/ 43209 w 101016"/>
                <a:gd name="connsiteY11" fmla="*/ 29779 h 67149"/>
                <a:gd name="connsiteX12" fmla="*/ 39706 w 101016"/>
                <a:gd name="connsiteY12" fmla="*/ 16349 h 67149"/>
                <a:gd name="connsiteX13" fmla="*/ 29195 w 101016"/>
                <a:gd name="connsiteY13" fmla="*/ 11678 h 67149"/>
                <a:gd name="connsiteX14" fmla="*/ 18101 w 101016"/>
                <a:gd name="connsiteY14" fmla="*/ 16933 h 67149"/>
                <a:gd name="connsiteX15" fmla="*/ 14014 w 101016"/>
                <a:gd name="connsiteY15" fmla="*/ 30947 h 67149"/>
                <a:gd name="connsiteX16" fmla="*/ 14014 w 101016"/>
                <a:gd name="connsiteY16" fmla="*/ 66566 h 67149"/>
                <a:gd name="connsiteX17" fmla="*/ 0 w 101016"/>
                <a:gd name="connsiteY17" fmla="*/ 66566 h 67149"/>
                <a:gd name="connsiteX18" fmla="*/ 0 w 101016"/>
                <a:gd name="connsiteY18" fmla="*/ 584 h 67149"/>
                <a:gd name="connsiteX19" fmla="*/ 12262 w 101016"/>
                <a:gd name="connsiteY19" fmla="*/ 584 h 67149"/>
                <a:gd name="connsiteX20" fmla="*/ 14014 w 101016"/>
                <a:gd name="connsiteY20" fmla="*/ 9343 h 67149"/>
                <a:gd name="connsiteX21" fmla="*/ 33283 w 101016"/>
                <a:gd name="connsiteY21" fmla="*/ 0 h 67149"/>
                <a:gd name="connsiteX22" fmla="*/ 45545 w 101016"/>
                <a:gd name="connsiteY22" fmla="*/ 2920 h 67149"/>
                <a:gd name="connsiteX23" fmla="*/ 53720 w 101016"/>
                <a:gd name="connsiteY23" fmla="*/ 12262 h 67149"/>
                <a:gd name="connsiteX24" fmla="*/ 63062 w 101016"/>
                <a:gd name="connsiteY24" fmla="*/ 3503 h 67149"/>
                <a:gd name="connsiteX25" fmla="*/ 77076 w 101016"/>
                <a:gd name="connsiteY25" fmla="*/ 584 h 67149"/>
                <a:gd name="connsiteX26" fmla="*/ 94009 w 101016"/>
                <a:gd name="connsiteY26" fmla="*/ 7007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016" h="67149">
                  <a:moveTo>
                    <a:pt x="94009" y="7007"/>
                  </a:moveTo>
                  <a:cubicBezTo>
                    <a:pt x="98681" y="11678"/>
                    <a:pt x="101016" y="19269"/>
                    <a:pt x="101016" y="29779"/>
                  </a:cubicBezTo>
                  <a:lnTo>
                    <a:pt x="101016" y="67150"/>
                  </a:lnTo>
                  <a:lnTo>
                    <a:pt x="87002" y="67150"/>
                  </a:lnTo>
                  <a:lnTo>
                    <a:pt x="87002" y="29779"/>
                  </a:lnTo>
                  <a:cubicBezTo>
                    <a:pt x="87002" y="23940"/>
                    <a:pt x="85835" y="19269"/>
                    <a:pt x="83499" y="16349"/>
                  </a:cubicBezTo>
                  <a:cubicBezTo>
                    <a:pt x="81163" y="13430"/>
                    <a:pt x="77660" y="11678"/>
                    <a:pt x="72989" y="11678"/>
                  </a:cubicBezTo>
                  <a:cubicBezTo>
                    <a:pt x="68317" y="11678"/>
                    <a:pt x="64230" y="13430"/>
                    <a:pt x="61310" y="16933"/>
                  </a:cubicBezTo>
                  <a:cubicBezTo>
                    <a:pt x="58391" y="20437"/>
                    <a:pt x="57223" y="25108"/>
                    <a:pt x="57223" y="30947"/>
                  </a:cubicBezTo>
                  <a:lnTo>
                    <a:pt x="57223" y="67150"/>
                  </a:lnTo>
                  <a:lnTo>
                    <a:pt x="43209" y="67150"/>
                  </a:lnTo>
                  <a:lnTo>
                    <a:pt x="43209" y="29779"/>
                  </a:lnTo>
                  <a:cubicBezTo>
                    <a:pt x="43209" y="23940"/>
                    <a:pt x="42042" y="19269"/>
                    <a:pt x="39706" y="16349"/>
                  </a:cubicBezTo>
                  <a:cubicBezTo>
                    <a:pt x="37370" y="13430"/>
                    <a:pt x="33867" y="11678"/>
                    <a:pt x="29195" y="11678"/>
                  </a:cubicBezTo>
                  <a:cubicBezTo>
                    <a:pt x="24524" y="11678"/>
                    <a:pt x="20437" y="13430"/>
                    <a:pt x="18101" y="16933"/>
                  </a:cubicBezTo>
                  <a:cubicBezTo>
                    <a:pt x="15182" y="20437"/>
                    <a:pt x="14014" y="25108"/>
                    <a:pt x="14014" y="30947"/>
                  </a:cubicBezTo>
                  <a:lnTo>
                    <a:pt x="14014" y="66566"/>
                  </a:lnTo>
                  <a:lnTo>
                    <a:pt x="0" y="66566"/>
                  </a:lnTo>
                  <a:lnTo>
                    <a:pt x="0" y="584"/>
                  </a:lnTo>
                  <a:lnTo>
                    <a:pt x="12262" y="584"/>
                  </a:lnTo>
                  <a:lnTo>
                    <a:pt x="14014" y="9343"/>
                  </a:lnTo>
                  <a:cubicBezTo>
                    <a:pt x="18685" y="2920"/>
                    <a:pt x="25108" y="0"/>
                    <a:pt x="33283" y="0"/>
                  </a:cubicBezTo>
                  <a:cubicBezTo>
                    <a:pt x="37954" y="0"/>
                    <a:pt x="42042" y="1168"/>
                    <a:pt x="45545" y="2920"/>
                  </a:cubicBezTo>
                  <a:cubicBezTo>
                    <a:pt x="49048" y="4671"/>
                    <a:pt x="51968" y="8175"/>
                    <a:pt x="53720" y="12262"/>
                  </a:cubicBezTo>
                  <a:cubicBezTo>
                    <a:pt x="56055" y="8175"/>
                    <a:pt x="58975" y="5255"/>
                    <a:pt x="63062" y="3503"/>
                  </a:cubicBezTo>
                  <a:cubicBezTo>
                    <a:pt x="67150" y="1168"/>
                    <a:pt x="71237" y="584"/>
                    <a:pt x="77076" y="584"/>
                  </a:cubicBezTo>
                  <a:cubicBezTo>
                    <a:pt x="83499" y="0"/>
                    <a:pt x="89922" y="2336"/>
                    <a:pt x="94009" y="7007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6" name="Vrije vorm: vorm 55">
              <a:extLst>
                <a:ext uri="{FF2B5EF4-FFF2-40B4-BE49-F238E27FC236}">
                  <a16:creationId xmlns:a16="http://schemas.microsoft.com/office/drawing/2014/main" id="{D0FA011C-F743-62EE-8EA3-9EDEAF658638}"/>
                </a:ext>
              </a:extLst>
            </p:cNvPr>
            <p:cNvSpPr/>
            <p:nvPr/>
          </p:nvSpPr>
          <p:spPr>
            <a:xfrm>
              <a:off x="2372968" y="6349093"/>
              <a:ext cx="57807" cy="68317"/>
            </a:xfrm>
            <a:custGeom>
              <a:avLst/>
              <a:gdLst>
                <a:gd name="connsiteX0" fmla="*/ 12846 w 57807"/>
                <a:gd name="connsiteY0" fmla="*/ 46129 h 68317"/>
                <a:gd name="connsiteX1" fmla="*/ 17517 w 57807"/>
                <a:gd name="connsiteY1" fmla="*/ 54887 h 68317"/>
                <a:gd name="connsiteX2" fmla="*/ 29195 w 57807"/>
                <a:gd name="connsiteY2" fmla="*/ 58391 h 68317"/>
                <a:gd name="connsiteX3" fmla="*/ 39706 w 57807"/>
                <a:gd name="connsiteY3" fmla="*/ 56055 h 68317"/>
                <a:gd name="connsiteX4" fmla="*/ 43793 w 57807"/>
                <a:gd name="connsiteY4" fmla="*/ 49632 h 68317"/>
                <a:gd name="connsiteX5" fmla="*/ 42042 w 57807"/>
                <a:gd name="connsiteY5" fmla="*/ 44377 h 68317"/>
                <a:gd name="connsiteX6" fmla="*/ 37370 w 57807"/>
                <a:gd name="connsiteY6" fmla="*/ 42041 h 68317"/>
                <a:gd name="connsiteX7" fmla="*/ 28028 w 57807"/>
                <a:gd name="connsiteY7" fmla="*/ 40290 h 68317"/>
                <a:gd name="connsiteX8" fmla="*/ 13430 w 57807"/>
                <a:gd name="connsiteY8" fmla="*/ 37370 h 68317"/>
                <a:gd name="connsiteX9" fmla="*/ 4087 w 57807"/>
                <a:gd name="connsiteY9" fmla="*/ 31531 h 68317"/>
                <a:gd name="connsiteX10" fmla="*/ 584 w 57807"/>
                <a:gd name="connsiteY10" fmla="*/ 21021 h 68317"/>
                <a:gd name="connsiteX11" fmla="*/ 4087 w 57807"/>
                <a:gd name="connsiteY11" fmla="*/ 9926 h 68317"/>
                <a:gd name="connsiteX12" fmla="*/ 13430 w 57807"/>
                <a:gd name="connsiteY12" fmla="*/ 2336 h 68317"/>
                <a:gd name="connsiteX13" fmla="*/ 26860 w 57807"/>
                <a:gd name="connsiteY13" fmla="*/ 0 h 68317"/>
                <a:gd name="connsiteX14" fmla="*/ 47297 w 57807"/>
                <a:gd name="connsiteY14" fmla="*/ 5839 h 68317"/>
                <a:gd name="connsiteX15" fmla="*/ 56055 w 57807"/>
                <a:gd name="connsiteY15" fmla="*/ 21605 h 68317"/>
                <a:gd name="connsiteX16" fmla="*/ 42625 w 57807"/>
                <a:gd name="connsiteY16" fmla="*/ 21605 h 68317"/>
                <a:gd name="connsiteX17" fmla="*/ 37954 w 57807"/>
                <a:gd name="connsiteY17" fmla="*/ 14014 h 68317"/>
                <a:gd name="connsiteX18" fmla="*/ 28028 w 57807"/>
                <a:gd name="connsiteY18" fmla="*/ 11094 h 68317"/>
                <a:gd name="connsiteX19" fmla="*/ 18101 w 57807"/>
                <a:gd name="connsiteY19" fmla="*/ 13430 h 68317"/>
                <a:gd name="connsiteX20" fmla="*/ 14598 w 57807"/>
                <a:gd name="connsiteY20" fmla="*/ 19853 h 68317"/>
                <a:gd name="connsiteX21" fmla="*/ 16350 w 57807"/>
                <a:gd name="connsiteY21" fmla="*/ 24524 h 68317"/>
                <a:gd name="connsiteX22" fmla="*/ 21021 w 57807"/>
                <a:gd name="connsiteY22" fmla="*/ 26860 h 68317"/>
                <a:gd name="connsiteX23" fmla="*/ 30363 w 57807"/>
                <a:gd name="connsiteY23" fmla="*/ 28028 h 68317"/>
                <a:gd name="connsiteX24" fmla="*/ 44961 w 57807"/>
                <a:gd name="connsiteY24" fmla="*/ 30947 h 68317"/>
                <a:gd name="connsiteX25" fmla="*/ 54304 w 57807"/>
                <a:gd name="connsiteY25" fmla="*/ 36786 h 68317"/>
                <a:gd name="connsiteX26" fmla="*/ 57807 w 57807"/>
                <a:gd name="connsiteY26" fmla="*/ 47881 h 68317"/>
                <a:gd name="connsiteX27" fmla="*/ 54304 w 57807"/>
                <a:gd name="connsiteY27" fmla="*/ 58975 h 68317"/>
                <a:gd name="connsiteX28" fmla="*/ 44377 w 57807"/>
                <a:gd name="connsiteY28" fmla="*/ 65982 h 68317"/>
                <a:gd name="connsiteX29" fmla="*/ 30363 w 57807"/>
                <a:gd name="connsiteY29" fmla="*/ 68317 h 68317"/>
                <a:gd name="connsiteX30" fmla="*/ 8759 w 57807"/>
                <a:gd name="connsiteY30" fmla="*/ 62478 h 68317"/>
                <a:gd name="connsiteX31" fmla="*/ 0 w 57807"/>
                <a:gd name="connsiteY31" fmla="*/ 45545 h 68317"/>
                <a:gd name="connsiteX32" fmla="*/ 12846 w 57807"/>
                <a:gd name="connsiteY32" fmla="*/ 45545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7807" h="68317">
                  <a:moveTo>
                    <a:pt x="12846" y="46129"/>
                  </a:moveTo>
                  <a:cubicBezTo>
                    <a:pt x="12846" y="49632"/>
                    <a:pt x="14598" y="52552"/>
                    <a:pt x="17517" y="54887"/>
                  </a:cubicBezTo>
                  <a:cubicBezTo>
                    <a:pt x="20437" y="57223"/>
                    <a:pt x="24524" y="58391"/>
                    <a:pt x="29195" y="58391"/>
                  </a:cubicBezTo>
                  <a:cubicBezTo>
                    <a:pt x="33283" y="58391"/>
                    <a:pt x="36786" y="57807"/>
                    <a:pt x="39706" y="56055"/>
                  </a:cubicBezTo>
                  <a:cubicBezTo>
                    <a:pt x="42625" y="54304"/>
                    <a:pt x="43793" y="52552"/>
                    <a:pt x="43793" y="49632"/>
                  </a:cubicBezTo>
                  <a:cubicBezTo>
                    <a:pt x="43793" y="47297"/>
                    <a:pt x="43209" y="45545"/>
                    <a:pt x="42042" y="44377"/>
                  </a:cubicBezTo>
                  <a:cubicBezTo>
                    <a:pt x="40874" y="43209"/>
                    <a:pt x="39122" y="42625"/>
                    <a:pt x="37370" y="42041"/>
                  </a:cubicBezTo>
                  <a:cubicBezTo>
                    <a:pt x="35618" y="41458"/>
                    <a:pt x="32115" y="40874"/>
                    <a:pt x="28028" y="40290"/>
                  </a:cubicBezTo>
                  <a:cubicBezTo>
                    <a:pt x="22189" y="39706"/>
                    <a:pt x="17517" y="38538"/>
                    <a:pt x="13430" y="37370"/>
                  </a:cubicBezTo>
                  <a:cubicBezTo>
                    <a:pt x="9927" y="36202"/>
                    <a:pt x="6423" y="34451"/>
                    <a:pt x="4087" y="31531"/>
                  </a:cubicBezTo>
                  <a:cubicBezTo>
                    <a:pt x="1752" y="29195"/>
                    <a:pt x="584" y="25692"/>
                    <a:pt x="584" y="21021"/>
                  </a:cubicBezTo>
                  <a:cubicBezTo>
                    <a:pt x="584" y="16933"/>
                    <a:pt x="1752" y="13430"/>
                    <a:pt x="4087" y="9926"/>
                  </a:cubicBezTo>
                  <a:cubicBezTo>
                    <a:pt x="6423" y="7007"/>
                    <a:pt x="9343" y="4087"/>
                    <a:pt x="13430" y="2336"/>
                  </a:cubicBezTo>
                  <a:cubicBezTo>
                    <a:pt x="17517" y="584"/>
                    <a:pt x="22189" y="0"/>
                    <a:pt x="26860" y="0"/>
                  </a:cubicBezTo>
                  <a:cubicBezTo>
                    <a:pt x="35035" y="0"/>
                    <a:pt x="42042" y="1752"/>
                    <a:pt x="47297" y="5839"/>
                  </a:cubicBezTo>
                  <a:cubicBezTo>
                    <a:pt x="52552" y="9343"/>
                    <a:pt x="55471" y="14598"/>
                    <a:pt x="56055" y="21605"/>
                  </a:cubicBezTo>
                  <a:lnTo>
                    <a:pt x="42625" y="21605"/>
                  </a:lnTo>
                  <a:cubicBezTo>
                    <a:pt x="42042" y="18685"/>
                    <a:pt x="40874" y="16349"/>
                    <a:pt x="37954" y="14014"/>
                  </a:cubicBezTo>
                  <a:cubicBezTo>
                    <a:pt x="35035" y="12262"/>
                    <a:pt x="32115" y="11094"/>
                    <a:pt x="28028" y="11094"/>
                  </a:cubicBezTo>
                  <a:cubicBezTo>
                    <a:pt x="23940" y="11094"/>
                    <a:pt x="20437" y="11678"/>
                    <a:pt x="18101" y="13430"/>
                  </a:cubicBezTo>
                  <a:cubicBezTo>
                    <a:pt x="15766" y="15182"/>
                    <a:pt x="14598" y="16933"/>
                    <a:pt x="14598" y="19853"/>
                  </a:cubicBezTo>
                  <a:cubicBezTo>
                    <a:pt x="14598" y="21605"/>
                    <a:pt x="15182" y="23356"/>
                    <a:pt x="16350" y="24524"/>
                  </a:cubicBezTo>
                  <a:cubicBezTo>
                    <a:pt x="17517" y="25692"/>
                    <a:pt x="19269" y="26276"/>
                    <a:pt x="21021" y="26860"/>
                  </a:cubicBezTo>
                  <a:cubicBezTo>
                    <a:pt x="22773" y="27444"/>
                    <a:pt x="26276" y="27444"/>
                    <a:pt x="30363" y="28028"/>
                  </a:cubicBezTo>
                  <a:cubicBezTo>
                    <a:pt x="36202" y="28612"/>
                    <a:pt x="40874" y="29779"/>
                    <a:pt x="44961" y="30947"/>
                  </a:cubicBezTo>
                  <a:cubicBezTo>
                    <a:pt x="49048" y="32115"/>
                    <a:pt x="51968" y="34451"/>
                    <a:pt x="54304" y="36786"/>
                  </a:cubicBezTo>
                  <a:cubicBezTo>
                    <a:pt x="56639" y="39706"/>
                    <a:pt x="57807" y="43209"/>
                    <a:pt x="57807" y="47881"/>
                  </a:cubicBezTo>
                  <a:cubicBezTo>
                    <a:pt x="57807" y="51968"/>
                    <a:pt x="56639" y="55471"/>
                    <a:pt x="54304" y="58975"/>
                  </a:cubicBezTo>
                  <a:cubicBezTo>
                    <a:pt x="51968" y="61894"/>
                    <a:pt x="48465" y="64814"/>
                    <a:pt x="44377" y="65982"/>
                  </a:cubicBezTo>
                  <a:cubicBezTo>
                    <a:pt x="40290" y="67733"/>
                    <a:pt x="35618" y="68317"/>
                    <a:pt x="30363" y="68317"/>
                  </a:cubicBezTo>
                  <a:cubicBezTo>
                    <a:pt x="21605" y="68317"/>
                    <a:pt x="14014" y="66566"/>
                    <a:pt x="8759" y="62478"/>
                  </a:cubicBezTo>
                  <a:cubicBezTo>
                    <a:pt x="3503" y="58391"/>
                    <a:pt x="584" y="53136"/>
                    <a:pt x="0" y="45545"/>
                  </a:cubicBezTo>
                  <a:lnTo>
                    <a:pt x="12846" y="45545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9862ACBE-3537-8D28-5DD4-FB372FFC4CFC}"/>
                </a:ext>
              </a:extLst>
            </p:cNvPr>
            <p:cNvSpPr/>
            <p:nvPr/>
          </p:nvSpPr>
          <p:spPr>
            <a:xfrm>
              <a:off x="2436030" y="6332160"/>
              <a:ext cx="43209" cy="84666"/>
            </a:xfrm>
            <a:custGeom>
              <a:avLst/>
              <a:gdLst>
                <a:gd name="connsiteX0" fmla="*/ 11678 w 43209"/>
                <a:gd name="connsiteY0" fmla="*/ 30947 h 84666"/>
                <a:gd name="connsiteX1" fmla="*/ 0 w 43209"/>
                <a:gd name="connsiteY1" fmla="*/ 30947 h 84666"/>
                <a:gd name="connsiteX2" fmla="*/ 0 w 43209"/>
                <a:gd name="connsiteY2" fmla="*/ 18685 h 84666"/>
                <a:gd name="connsiteX3" fmla="*/ 11678 w 43209"/>
                <a:gd name="connsiteY3" fmla="*/ 18685 h 84666"/>
                <a:gd name="connsiteX4" fmla="*/ 11678 w 43209"/>
                <a:gd name="connsiteY4" fmla="*/ 0 h 84666"/>
                <a:gd name="connsiteX5" fmla="*/ 25692 w 43209"/>
                <a:gd name="connsiteY5" fmla="*/ 0 h 84666"/>
                <a:gd name="connsiteX6" fmla="*/ 25692 w 43209"/>
                <a:gd name="connsiteY6" fmla="*/ 18685 h 84666"/>
                <a:gd name="connsiteX7" fmla="*/ 41458 w 43209"/>
                <a:gd name="connsiteY7" fmla="*/ 18685 h 84666"/>
                <a:gd name="connsiteX8" fmla="*/ 41458 w 43209"/>
                <a:gd name="connsiteY8" fmla="*/ 30947 h 84666"/>
                <a:gd name="connsiteX9" fmla="*/ 25692 w 43209"/>
                <a:gd name="connsiteY9" fmla="*/ 30947 h 84666"/>
                <a:gd name="connsiteX10" fmla="*/ 25692 w 43209"/>
                <a:gd name="connsiteY10" fmla="*/ 65398 h 84666"/>
                <a:gd name="connsiteX11" fmla="*/ 27444 w 43209"/>
                <a:gd name="connsiteY11" fmla="*/ 70653 h 84666"/>
                <a:gd name="connsiteX12" fmla="*/ 32699 w 43209"/>
                <a:gd name="connsiteY12" fmla="*/ 72405 h 84666"/>
                <a:gd name="connsiteX13" fmla="*/ 43209 w 43209"/>
                <a:gd name="connsiteY13" fmla="*/ 72405 h 84666"/>
                <a:gd name="connsiteX14" fmla="*/ 43209 w 43209"/>
                <a:gd name="connsiteY14" fmla="*/ 84667 h 84666"/>
                <a:gd name="connsiteX15" fmla="*/ 29779 w 43209"/>
                <a:gd name="connsiteY15" fmla="*/ 84667 h 84666"/>
                <a:gd name="connsiteX16" fmla="*/ 15765 w 43209"/>
                <a:gd name="connsiteY16" fmla="*/ 79996 h 84666"/>
                <a:gd name="connsiteX17" fmla="*/ 11678 w 43209"/>
                <a:gd name="connsiteY17" fmla="*/ 66566 h 84666"/>
                <a:gd name="connsiteX18" fmla="*/ 11678 w 43209"/>
                <a:gd name="connsiteY18" fmla="*/ 3094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209" h="84666">
                  <a:moveTo>
                    <a:pt x="11678" y="30947"/>
                  </a:moveTo>
                  <a:lnTo>
                    <a:pt x="0" y="30947"/>
                  </a:lnTo>
                  <a:lnTo>
                    <a:pt x="0" y="18685"/>
                  </a:lnTo>
                  <a:lnTo>
                    <a:pt x="11678" y="18685"/>
                  </a:lnTo>
                  <a:lnTo>
                    <a:pt x="11678" y="0"/>
                  </a:lnTo>
                  <a:lnTo>
                    <a:pt x="25692" y="0"/>
                  </a:lnTo>
                  <a:lnTo>
                    <a:pt x="25692" y="18685"/>
                  </a:lnTo>
                  <a:lnTo>
                    <a:pt x="41458" y="18685"/>
                  </a:lnTo>
                  <a:lnTo>
                    <a:pt x="41458" y="30947"/>
                  </a:lnTo>
                  <a:lnTo>
                    <a:pt x="25692" y="30947"/>
                  </a:lnTo>
                  <a:lnTo>
                    <a:pt x="25692" y="65398"/>
                  </a:lnTo>
                  <a:cubicBezTo>
                    <a:pt x="25692" y="67733"/>
                    <a:pt x="26276" y="70069"/>
                    <a:pt x="27444" y="70653"/>
                  </a:cubicBezTo>
                  <a:cubicBezTo>
                    <a:pt x="28612" y="71821"/>
                    <a:pt x="30363" y="72405"/>
                    <a:pt x="32699" y="72405"/>
                  </a:cubicBezTo>
                  <a:lnTo>
                    <a:pt x="43209" y="72405"/>
                  </a:lnTo>
                  <a:lnTo>
                    <a:pt x="43209" y="84667"/>
                  </a:lnTo>
                  <a:lnTo>
                    <a:pt x="29779" y="84667"/>
                  </a:lnTo>
                  <a:cubicBezTo>
                    <a:pt x="23356" y="84667"/>
                    <a:pt x="18685" y="82915"/>
                    <a:pt x="15765" y="79996"/>
                  </a:cubicBezTo>
                  <a:cubicBezTo>
                    <a:pt x="12846" y="77076"/>
                    <a:pt x="11678" y="72405"/>
                    <a:pt x="11678" y="66566"/>
                  </a:cubicBezTo>
                  <a:lnTo>
                    <a:pt x="11678" y="30947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8" name="Vrije vorm: vorm 57">
              <a:extLst>
                <a:ext uri="{FF2B5EF4-FFF2-40B4-BE49-F238E27FC236}">
                  <a16:creationId xmlns:a16="http://schemas.microsoft.com/office/drawing/2014/main" id="{B6570074-AA7E-1812-E530-F08AF6C83682}"/>
                </a:ext>
              </a:extLst>
            </p:cNvPr>
            <p:cNvSpPr/>
            <p:nvPr/>
          </p:nvSpPr>
          <p:spPr>
            <a:xfrm>
              <a:off x="2483910" y="635026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6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6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5035 h 68317"/>
                <a:gd name="connsiteX19" fmla="*/ 4087 w 65397"/>
                <a:gd name="connsiteY19" fmla="*/ 15766 h 68317"/>
                <a:gd name="connsiteX20" fmla="*/ 51384 w 65397"/>
                <a:gd name="connsiteY20" fmla="*/ 26860 h 68317"/>
                <a:gd name="connsiteX21" fmla="*/ 45545 w 65397"/>
                <a:gd name="connsiteY21" fmla="*/ 15766 h 68317"/>
                <a:gd name="connsiteX22" fmla="*/ 33283 w 65397"/>
                <a:gd name="connsiteY22" fmla="*/ 11678 h 68317"/>
                <a:gd name="connsiteX23" fmla="*/ 21605 w 65397"/>
                <a:gd name="connsiteY23" fmla="*/ 15766 h 68317"/>
                <a:gd name="connsiteX24" fmla="*/ 15766 w 65397"/>
                <a:gd name="connsiteY24" fmla="*/ 26860 h 68317"/>
                <a:gd name="connsiteX25" fmla="*/ 51384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6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4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4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5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5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6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5035"/>
                  </a:cubicBezTo>
                  <a:cubicBezTo>
                    <a:pt x="0" y="27444"/>
                    <a:pt x="1752" y="21021"/>
                    <a:pt x="4087" y="15766"/>
                  </a:cubicBezTo>
                  <a:moveTo>
                    <a:pt x="51384" y="26860"/>
                  </a:moveTo>
                  <a:cubicBezTo>
                    <a:pt x="50800" y="22189"/>
                    <a:pt x="49048" y="18101"/>
                    <a:pt x="45545" y="15766"/>
                  </a:cubicBezTo>
                  <a:cubicBezTo>
                    <a:pt x="42042" y="12846"/>
                    <a:pt x="37954" y="11678"/>
                    <a:pt x="33283" y="11678"/>
                  </a:cubicBezTo>
                  <a:cubicBezTo>
                    <a:pt x="28612" y="11678"/>
                    <a:pt x="24524" y="12846"/>
                    <a:pt x="21605" y="15766"/>
                  </a:cubicBezTo>
                  <a:cubicBezTo>
                    <a:pt x="18101" y="18685"/>
                    <a:pt x="16350" y="22189"/>
                    <a:pt x="15766" y="26860"/>
                  </a:cubicBezTo>
                  <a:lnTo>
                    <a:pt x="51384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9" name="Vrije vorm: vorm 58">
              <a:extLst>
                <a:ext uri="{FF2B5EF4-FFF2-40B4-BE49-F238E27FC236}">
                  <a16:creationId xmlns:a16="http://schemas.microsoft.com/office/drawing/2014/main" id="{6E26DDCD-A3FC-9F15-5888-10993926C603}"/>
                </a:ext>
              </a:extLst>
            </p:cNvPr>
            <p:cNvSpPr/>
            <p:nvPr/>
          </p:nvSpPr>
          <p:spPr>
            <a:xfrm>
              <a:off x="2559235" y="6350261"/>
              <a:ext cx="37370" cy="67149"/>
            </a:xfrm>
            <a:custGeom>
              <a:avLst/>
              <a:gdLst>
                <a:gd name="connsiteX0" fmla="*/ 37370 w 37370"/>
                <a:gd name="connsiteY0" fmla="*/ 584 h 67149"/>
                <a:gd name="connsiteX1" fmla="*/ 37370 w 37370"/>
                <a:gd name="connsiteY1" fmla="*/ 13430 h 67149"/>
                <a:gd name="connsiteX2" fmla="*/ 30947 w 37370"/>
                <a:gd name="connsiteY2" fmla="*/ 13430 h 67149"/>
                <a:gd name="connsiteX3" fmla="*/ 18101 w 37370"/>
                <a:gd name="connsiteY3" fmla="*/ 19269 h 67149"/>
                <a:gd name="connsiteX4" fmla="*/ 14014 w 37370"/>
                <a:gd name="connsiteY4" fmla="*/ 33867 h 67149"/>
                <a:gd name="connsiteX5" fmla="*/ 14014 w 37370"/>
                <a:gd name="connsiteY5" fmla="*/ 67150 h 67149"/>
                <a:gd name="connsiteX6" fmla="*/ 0 w 37370"/>
                <a:gd name="connsiteY6" fmla="*/ 67150 h 67149"/>
                <a:gd name="connsiteX7" fmla="*/ 0 w 37370"/>
                <a:gd name="connsiteY7" fmla="*/ 584 h 67149"/>
                <a:gd name="connsiteX8" fmla="*/ 12262 w 37370"/>
                <a:gd name="connsiteY8" fmla="*/ 584 h 67149"/>
                <a:gd name="connsiteX9" fmla="*/ 14014 w 37370"/>
                <a:gd name="connsiteY9" fmla="*/ 10510 h 67149"/>
                <a:gd name="connsiteX10" fmla="*/ 21605 w 37370"/>
                <a:gd name="connsiteY10" fmla="*/ 2920 h 67149"/>
                <a:gd name="connsiteX11" fmla="*/ 33867 w 37370"/>
                <a:gd name="connsiteY11" fmla="*/ 0 h 67149"/>
                <a:gd name="connsiteX12" fmla="*/ 37370 w 37370"/>
                <a:gd name="connsiteY12" fmla="*/ 0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370" h="67149">
                  <a:moveTo>
                    <a:pt x="37370" y="584"/>
                  </a:moveTo>
                  <a:lnTo>
                    <a:pt x="37370" y="13430"/>
                  </a:lnTo>
                  <a:lnTo>
                    <a:pt x="30947" y="13430"/>
                  </a:lnTo>
                  <a:cubicBezTo>
                    <a:pt x="25108" y="13430"/>
                    <a:pt x="21021" y="15182"/>
                    <a:pt x="18101" y="19269"/>
                  </a:cubicBezTo>
                  <a:cubicBezTo>
                    <a:pt x="15765" y="22772"/>
                    <a:pt x="14014" y="28028"/>
                    <a:pt x="14014" y="33867"/>
                  </a:cubicBezTo>
                  <a:lnTo>
                    <a:pt x="14014" y="67150"/>
                  </a:lnTo>
                  <a:lnTo>
                    <a:pt x="0" y="67150"/>
                  </a:lnTo>
                  <a:lnTo>
                    <a:pt x="0" y="584"/>
                  </a:lnTo>
                  <a:lnTo>
                    <a:pt x="12262" y="584"/>
                  </a:lnTo>
                  <a:lnTo>
                    <a:pt x="14014" y="10510"/>
                  </a:lnTo>
                  <a:cubicBezTo>
                    <a:pt x="15765" y="7591"/>
                    <a:pt x="18101" y="4671"/>
                    <a:pt x="21605" y="2920"/>
                  </a:cubicBezTo>
                  <a:cubicBezTo>
                    <a:pt x="24524" y="1168"/>
                    <a:pt x="28612" y="0"/>
                    <a:pt x="33867" y="0"/>
                  </a:cubicBezTo>
                  <a:lnTo>
                    <a:pt x="37370" y="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0" name="Vrije vorm: vorm 59">
              <a:extLst>
                <a:ext uri="{FF2B5EF4-FFF2-40B4-BE49-F238E27FC236}">
                  <a16:creationId xmlns:a16="http://schemas.microsoft.com/office/drawing/2014/main" id="{683439A1-C6B5-C809-1E1E-615AB860D374}"/>
                </a:ext>
              </a:extLst>
            </p:cNvPr>
            <p:cNvSpPr/>
            <p:nvPr/>
          </p:nvSpPr>
          <p:spPr>
            <a:xfrm>
              <a:off x="2600109" y="6326321"/>
              <a:ext cx="67149" cy="91673"/>
            </a:xfrm>
            <a:custGeom>
              <a:avLst/>
              <a:gdLst>
                <a:gd name="connsiteX0" fmla="*/ 67150 w 67149"/>
                <a:gd name="connsiteY0" fmla="*/ 0 h 91673"/>
                <a:gd name="connsiteX1" fmla="*/ 67150 w 67149"/>
                <a:gd name="connsiteY1" fmla="*/ 91090 h 91673"/>
                <a:gd name="connsiteX2" fmla="*/ 54887 w 67149"/>
                <a:gd name="connsiteY2" fmla="*/ 91090 h 91673"/>
                <a:gd name="connsiteX3" fmla="*/ 53136 w 67149"/>
                <a:gd name="connsiteY3" fmla="*/ 81163 h 91673"/>
                <a:gd name="connsiteX4" fmla="*/ 31531 w 67149"/>
                <a:gd name="connsiteY4" fmla="*/ 91674 h 91673"/>
                <a:gd name="connsiteX5" fmla="*/ 15181 w 67149"/>
                <a:gd name="connsiteY5" fmla="*/ 87586 h 91673"/>
                <a:gd name="connsiteX6" fmla="*/ 4087 w 67149"/>
                <a:gd name="connsiteY6" fmla="*/ 75908 h 91673"/>
                <a:gd name="connsiteX7" fmla="*/ 0 w 67149"/>
                <a:gd name="connsiteY7" fmla="*/ 57807 h 91673"/>
                <a:gd name="connsiteX8" fmla="*/ 4087 w 67149"/>
                <a:gd name="connsiteY8" fmla="*/ 39706 h 91673"/>
                <a:gd name="connsiteX9" fmla="*/ 15181 w 67149"/>
                <a:gd name="connsiteY9" fmla="*/ 28028 h 91673"/>
                <a:gd name="connsiteX10" fmla="*/ 31531 w 67149"/>
                <a:gd name="connsiteY10" fmla="*/ 23940 h 91673"/>
                <a:gd name="connsiteX11" fmla="*/ 44377 w 67149"/>
                <a:gd name="connsiteY11" fmla="*/ 26860 h 91673"/>
                <a:gd name="connsiteX12" fmla="*/ 53136 w 67149"/>
                <a:gd name="connsiteY12" fmla="*/ 34451 h 91673"/>
                <a:gd name="connsiteX13" fmla="*/ 53136 w 67149"/>
                <a:gd name="connsiteY13" fmla="*/ 584 h 91673"/>
                <a:gd name="connsiteX14" fmla="*/ 67150 w 67149"/>
                <a:gd name="connsiteY14" fmla="*/ 584 h 91673"/>
                <a:gd name="connsiteX15" fmla="*/ 47880 w 67149"/>
                <a:gd name="connsiteY15" fmla="*/ 74156 h 91673"/>
                <a:gd name="connsiteX16" fmla="*/ 53136 w 67149"/>
                <a:gd name="connsiteY16" fmla="*/ 58391 h 91673"/>
                <a:gd name="connsiteX17" fmla="*/ 47880 w 67149"/>
                <a:gd name="connsiteY17" fmla="*/ 42041 h 91673"/>
                <a:gd name="connsiteX18" fmla="*/ 33867 w 67149"/>
                <a:gd name="connsiteY18" fmla="*/ 35618 h 91673"/>
                <a:gd name="connsiteX19" fmla="*/ 19853 w 67149"/>
                <a:gd name="connsiteY19" fmla="*/ 42041 h 91673"/>
                <a:gd name="connsiteX20" fmla="*/ 14598 w 67149"/>
                <a:gd name="connsiteY20" fmla="*/ 57807 h 91673"/>
                <a:gd name="connsiteX21" fmla="*/ 19853 w 67149"/>
                <a:gd name="connsiteY21" fmla="*/ 73573 h 91673"/>
                <a:gd name="connsiteX22" fmla="*/ 33867 w 67149"/>
                <a:gd name="connsiteY22" fmla="*/ 79996 h 91673"/>
                <a:gd name="connsiteX23" fmla="*/ 47880 w 67149"/>
                <a:gd name="connsiteY23" fmla="*/ 74156 h 91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149" h="91673">
                  <a:moveTo>
                    <a:pt x="67150" y="0"/>
                  </a:moveTo>
                  <a:lnTo>
                    <a:pt x="67150" y="91090"/>
                  </a:lnTo>
                  <a:lnTo>
                    <a:pt x="54887" y="91090"/>
                  </a:lnTo>
                  <a:lnTo>
                    <a:pt x="53136" y="81163"/>
                  </a:lnTo>
                  <a:cubicBezTo>
                    <a:pt x="47880" y="88170"/>
                    <a:pt x="40874" y="91674"/>
                    <a:pt x="31531" y="91674"/>
                  </a:cubicBezTo>
                  <a:cubicBezTo>
                    <a:pt x="25692" y="91674"/>
                    <a:pt x="19853" y="90506"/>
                    <a:pt x="15181" y="87586"/>
                  </a:cubicBezTo>
                  <a:cubicBezTo>
                    <a:pt x="10510" y="84667"/>
                    <a:pt x="6423" y="81163"/>
                    <a:pt x="4087" y="75908"/>
                  </a:cubicBezTo>
                  <a:cubicBezTo>
                    <a:pt x="1168" y="70653"/>
                    <a:pt x="0" y="64814"/>
                    <a:pt x="0" y="57807"/>
                  </a:cubicBezTo>
                  <a:cubicBezTo>
                    <a:pt x="0" y="50800"/>
                    <a:pt x="1168" y="44961"/>
                    <a:pt x="4087" y="39706"/>
                  </a:cubicBezTo>
                  <a:cubicBezTo>
                    <a:pt x="7007" y="34451"/>
                    <a:pt x="10510" y="30363"/>
                    <a:pt x="15181" y="28028"/>
                  </a:cubicBezTo>
                  <a:cubicBezTo>
                    <a:pt x="19853" y="25108"/>
                    <a:pt x="25108" y="23940"/>
                    <a:pt x="31531" y="23940"/>
                  </a:cubicBezTo>
                  <a:cubicBezTo>
                    <a:pt x="36202" y="23940"/>
                    <a:pt x="40874" y="25108"/>
                    <a:pt x="44377" y="26860"/>
                  </a:cubicBezTo>
                  <a:cubicBezTo>
                    <a:pt x="47880" y="28612"/>
                    <a:pt x="50800" y="30947"/>
                    <a:pt x="53136" y="34451"/>
                  </a:cubicBezTo>
                  <a:lnTo>
                    <a:pt x="53136" y="584"/>
                  </a:lnTo>
                  <a:lnTo>
                    <a:pt x="67150" y="584"/>
                  </a:lnTo>
                  <a:close/>
                  <a:moveTo>
                    <a:pt x="47880" y="74156"/>
                  </a:moveTo>
                  <a:cubicBezTo>
                    <a:pt x="51384" y="70069"/>
                    <a:pt x="53136" y="64814"/>
                    <a:pt x="53136" y="58391"/>
                  </a:cubicBezTo>
                  <a:cubicBezTo>
                    <a:pt x="53136" y="51968"/>
                    <a:pt x="51384" y="46129"/>
                    <a:pt x="47880" y="42041"/>
                  </a:cubicBezTo>
                  <a:cubicBezTo>
                    <a:pt x="44377" y="37954"/>
                    <a:pt x="39706" y="35618"/>
                    <a:pt x="33867" y="35618"/>
                  </a:cubicBezTo>
                  <a:cubicBezTo>
                    <a:pt x="28028" y="35618"/>
                    <a:pt x="23356" y="37954"/>
                    <a:pt x="19853" y="42041"/>
                  </a:cubicBezTo>
                  <a:cubicBezTo>
                    <a:pt x="16349" y="46129"/>
                    <a:pt x="14598" y="51384"/>
                    <a:pt x="14598" y="57807"/>
                  </a:cubicBezTo>
                  <a:cubicBezTo>
                    <a:pt x="14598" y="64230"/>
                    <a:pt x="16349" y="69485"/>
                    <a:pt x="19853" y="73573"/>
                  </a:cubicBezTo>
                  <a:cubicBezTo>
                    <a:pt x="23356" y="77660"/>
                    <a:pt x="28028" y="79996"/>
                    <a:pt x="33867" y="79996"/>
                  </a:cubicBezTo>
                  <a:cubicBezTo>
                    <a:pt x="39706" y="79996"/>
                    <a:pt x="44377" y="78244"/>
                    <a:pt x="47880" y="74156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1" name="Vrije vorm: vorm 60">
              <a:extLst>
                <a:ext uri="{FF2B5EF4-FFF2-40B4-BE49-F238E27FC236}">
                  <a16:creationId xmlns:a16="http://schemas.microsoft.com/office/drawing/2014/main" id="{5B7B180F-B161-2C6C-66E6-94C46008874C}"/>
                </a:ext>
              </a:extLst>
            </p:cNvPr>
            <p:cNvSpPr/>
            <p:nvPr/>
          </p:nvSpPr>
          <p:spPr>
            <a:xfrm>
              <a:off x="2675433" y="6350845"/>
              <a:ext cx="67149" cy="67149"/>
            </a:xfrm>
            <a:custGeom>
              <a:avLst/>
              <a:gdLst>
                <a:gd name="connsiteX0" fmla="*/ 67150 w 67149"/>
                <a:gd name="connsiteY0" fmla="*/ 54304 h 67149"/>
                <a:gd name="connsiteX1" fmla="*/ 67150 w 67149"/>
                <a:gd name="connsiteY1" fmla="*/ 66566 h 67149"/>
                <a:gd name="connsiteX2" fmla="*/ 59559 w 67149"/>
                <a:gd name="connsiteY2" fmla="*/ 66566 h 67149"/>
                <a:gd name="connsiteX3" fmla="*/ 50216 w 67149"/>
                <a:gd name="connsiteY3" fmla="*/ 63646 h 67149"/>
                <a:gd name="connsiteX4" fmla="*/ 47297 w 67149"/>
                <a:gd name="connsiteY4" fmla="*/ 55471 h 67149"/>
                <a:gd name="connsiteX5" fmla="*/ 25108 w 67149"/>
                <a:gd name="connsiteY5" fmla="*/ 67150 h 67149"/>
                <a:gd name="connsiteX6" fmla="*/ 7007 w 67149"/>
                <a:gd name="connsiteY6" fmla="*/ 61894 h 67149"/>
                <a:gd name="connsiteX7" fmla="*/ 0 w 67149"/>
                <a:gd name="connsiteY7" fmla="*/ 47881 h 67149"/>
                <a:gd name="connsiteX8" fmla="*/ 7007 w 67149"/>
                <a:gd name="connsiteY8" fmla="*/ 32115 h 67149"/>
                <a:gd name="connsiteX9" fmla="*/ 28028 w 67149"/>
                <a:gd name="connsiteY9" fmla="*/ 26860 h 67149"/>
                <a:gd name="connsiteX10" fmla="*/ 44961 w 67149"/>
                <a:gd name="connsiteY10" fmla="*/ 26860 h 67149"/>
                <a:gd name="connsiteX11" fmla="*/ 44961 w 67149"/>
                <a:gd name="connsiteY11" fmla="*/ 22772 h 67149"/>
                <a:gd name="connsiteX12" fmla="*/ 40874 w 67149"/>
                <a:gd name="connsiteY12" fmla="*/ 14014 h 67149"/>
                <a:gd name="connsiteX13" fmla="*/ 30363 w 67149"/>
                <a:gd name="connsiteY13" fmla="*/ 11094 h 67149"/>
                <a:gd name="connsiteX14" fmla="*/ 20437 w 67149"/>
                <a:gd name="connsiteY14" fmla="*/ 14014 h 67149"/>
                <a:gd name="connsiteX15" fmla="*/ 15765 w 67149"/>
                <a:gd name="connsiteY15" fmla="*/ 21021 h 67149"/>
                <a:gd name="connsiteX16" fmla="*/ 1752 w 67149"/>
                <a:gd name="connsiteY16" fmla="*/ 21021 h 67149"/>
                <a:gd name="connsiteX17" fmla="*/ 10510 w 67149"/>
                <a:gd name="connsiteY17" fmla="*/ 5255 h 67149"/>
                <a:gd name="connsiteX18" fmla="*/ 30947 w 67149"/>
                <a:gd name="connsiteY18" fmla="*/ 0 h 67149"/>
                <a:gd name="connsiteX19" fmla="*/ 51384 w 67149"/>
                <a:gd name="connsiteY19" fmla="*/ 6423 h 67149"/>
                <a:gd name="connsiteX20" fmla="*/ 58391 w 67149"/>
                <a:gd name="connsiteY20" fmla="*/ 24524 h 67149"/>
                <a:gd name="connsiteX21" fmla="*/ 58391 w 67149"/>
                <a:gd name="connsiteY21" fmla="*/ 50800 h 67149"/>
                <a:gd name="connsiteX22" fmla="*/ 63062 w 67149"/>
                <a:gd name="connsiteY22" fmla="*/ 55471 h 67149"/>
                <a:gd name="connsiteX23" fmla="*/ 67150 w 67149"/>
                <a:gd name="connsiteY23" fmla="*/ 55471 h 67149"/>
                <a:gd name="connsiteX24" fmla="*/ 46129 w 67149"/>
                <a:gd name="connsiteY24" fmla="*/ 36786 h 67149"/>
                <a:gd name="connsiteX25" fmla="*/ 28612 w 67149"/>
                <a:gd name="connsiteY25" fmla="*/ 36786 h 67149"/>
                <a:gd name="connsiteX26" fmla="*/ 18685 w 67149"/>
                <a:gd name="connsiteY26" fmla="*/ 39122 h 67149"/>
                <a:gd name="connsiteX27" fmla="*/ 15182 w 67149"/>
                <a:gd name="connsiteY27" fmla="*/ 46713 h 67149"/>
                <a:gd name="connsiteX28" fmla="*/ 18685 w 67149"/>
                <a:gd name="connsiteY28" fmla="*/ 53720 h 67149"/>
                <a:gd name="connsiteX29" fmla="*/ 27444 w 67149"/>
                <a:gd name="connsiteY29" fmla="*/ 56055 h 67149"/>
                <a:gd name="connsiteX30" fmla="*/ 40874 w 67149"/>
                <a:gd name="connsiteY30" fmla="*/ 51384 h 67149"/>
                <a:gd name="connsiteX31" fmla="*/ 46129 w 67149"/>
                <a:gd name="connsiteY31" fmla="*/ 39122 h 67149"/>
                <a:gd name="connsiteX32" fmla="*/ 46129 w 67149"/>
                <a:gd name="connsiteY32" fmla="*/ 36786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7149" h="67149">
                  <a:moveTo>
                    <a:pt x="67150" y="54304"/>
                  </a:moveTo>
                  <a:lnTo>
                    <a:pt x="67150" y="66566"/>
                  </a:lnTo>
                  <a:lnTo>
                    <a:pt x="59559" y="66566"/>
                  </a:lnTo>
                  <a:cubicBezTo>
                    <a:pt x="55471" y="66566"/>
                    <a:pt x="51968" y="65398"/>
                    <a:pt x="50216" y="63646"/>
                  </a:cubicBezTo>
                  <a:cubicBezTo>
                    <a:pt x="48464" y="61894"/>
                    <a:pt x="47297" y="58975"/>
                    <a:pt x="47297" y="55471"/>
                  </a:cubicBezTo>
                  <a:cubicBezTo>
                    <a:pt x="42041" y="63062"/>
                    <a:pt x="35035" y="67150"/>
                    <a:pt x="25108" y="67150"/>
                  </a:cubicBezTo>
                  <a:cubicBezTo>
                    <a:pt x="17517" y="67150"/>
                    <a:pt x="11678" y="65398"/>
                    <a:pt x="7007" y="61894"/>
                  </a:cubicBezTo>
                  <a:cubicBezTo>
                    <a:pt x="2336" y="58391"/>
                    <a:pt x="0" y="53720"/>
                    <a:pt x="0" y="47881"/>
                  </a:cubicBezTo>
                  <a:cubicBezTo>
                    <a:pt x="0" y="40874"/>
                    <a:pt x="2336" y="35618"/>
                    <a:pt x="7007" y="32115"/>
                  </a:cubicBezTo>
                  <a:cubicBezTo>
                    <a:pt x="11678" y="28612"/>
                    <a:pt x="18685" y="26860"/>
                    <a:pt x="28028" y="26860"/>
                  </a:cubicBezTo>
                  <a:lnTo>
                    <a:pt x="44961" y="26860"/>
                  </a:lnTo>
                  <a:lnTo>
                    <a:pt x="44961" y="22772"/>
                  </a:lnTo>
                  <a:cubicBezTo>
                    <a:pt x="44961" y="19269"/>
                    <a:pt x="43793" y="16349"/>
                    <a:pt x="40874" y="14014"/>
                  </a:cubicBezTo>
                  <a:cubicBezTo>
                    <a:pt x="38538" y="11678"/>
                    <a:pt x="34451" y="11094"/>
                    <a:pt x="30363" y="11094"/>
                  </a:cubicBezTo>
                  <a:cubicBezTo>
                    <a:pt x="26276" y="11094"/>
                    <a:pt x="22772" y="12262"/>
                    <a:pt x="20437" y="14014"/>
                  </a:cubicBezTo>
                  <a:cubicBezTo>
                    <a:pt x="17517" y="15766"/>
                    <a:pt x="16349" y="18101"/>
                    <a:pt x="15765" y="21021"/>
                  </a:cubicBezTo>
                  <a:lnTo>
                    <a:pt x="1752" y="21021"/>
                  </a:lnTo>
                  <a:cubicBezTo>
                    <a:pt x="2336" y="14598"/>
                    <a:pt x="5255" y="9343"/>
                    <a:pt x="10510" y="5255"/>
                  </a:cubicBezTo>
                  <a:cubicBezTo>
                    <a:pt x="15765" y="1752"/>
                    <a:pt x="22772" y="0"/>
                    <a:pt x="30947" y="0"/>
                  </a:cubicBezTo>
                  <a:cubicBezTo>
                    <a:pt x="39706" y="0"/>
                    <a:pt x="46713" y="2336"/>
                    <a:pt x="51384" y="6423"/>
                  </a:cubicBezTo>
                  <a:cubicBezTo>
                    <a:pt x="56055" y="10510"/>
                    <a:pt x="58391" y="16349"/>
                    <a:pt x="58391" y="24524"/>
                  </a:cubicBezTo>
                  <a:lnTo>
                    <a:pt x="58391" y="50800"/>
                  </a:lnTo>
                  <a:cubicBezTo>
                    <a:pt x="58391" y="53720"/>
                    <a:pt x="60143" y="55471"/>
                    <a:pt x="63062" y="55471"/>
                  </a:cubicBezTo>
                  <a:lnTo>
                    <a:pt x="67150" y="55471"/>
                  </a:lnTo>
                  <a:close/>
                  <a:moveTo>
                    <a:pt x="46129" y="36786"/>
                  </a:moveTo>
                  <a:lnTo>
                    <a:pt x="28612" y="36786"/>
                  </a:lnTo>
                  <a:cubicBezTo>
                    <a:pt x="24524" y="36786"/>
                    <a:pt x="21021" y="37370"/>
                    <a:pt x="18685" y="39122"/>
                  </a:cubicBezTo>
                  <a:cubicBezTo>
                    <a:pt x="16349" y="40874"/>
                    <a:pt x="15182" y="43209"/>
                    <a:pt x="15182" y="46713"/>
                  </a:cubicBezTo>
                  <a:cubicBezTo>
                    <a:pt x="15182" y="49632"/>
                    <a:pt x="16349" y="51968"/>
                    <a:pt x="18685" y="53720"/>
                  </a:cubicBezTo>
                  <a:cubicBezTo>
                    <a:pt x="21021" y="55471"/>
                    <a:pt x="23940" y="56055"/>
                    <a:pt x="27444" y="56055"/>
                  </a:cubicBezTo>
                  <a:cubicBezTo>
                    <a:pt x="33283" y="56055"/>
                    <a:pt x="37954" y="54304"/>
                    <a:pt x="40874" y="51384"/>
                  </a:cubicBezTo>
                  <a:cubicBezTo>
                    <a:pt x="44377" y="48464"/>
                    <a:pt x="45545" y="44377"/>
                    <a:pt x="46129" y="39122"/>
                  </a:cubicBezTo>
                  <a:lnTo>
                    <a:pt x="46129" y="36786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2" name="Vrije vorm: vorm 61">
              <a:extLst>
                <a:ext uri="{FF2B5EF4-FFF2-40B4-BE49-F238E27FC236}">
                  <a16:creationId xmlns:a16="http://schemas.microsoft.com/office/drawing/2014/main" id="{74A3DE50-325C-BE96-51E8-B97AEC8D6B2A}"/>
                </a:ext>
              </a:extLst>
            </p:cNvPr>
            <p:cNvSpPr/>
            <p:nvPr/>
          </p:nvSpPr>
          <p:spPr>
            <a:xfrm>
              <a:off x="2753093" y="6350261"/>
              <a:ext cx="101016" cy="67149"/>
            </a:xfrm>
            <a:custGeom>
              <a:avLst/>
              <a:gdLst>
                <a:gd name="connsiteX0" fmla="*/ 94009 w 101016"/>
                <a:gd name="connsiteY0" fmla="*/ 7007 h 67149"/>
                <a:gd name="connsiteX1" fmla="*/ 101016 w 101016"/>
                <a:gd name="connsiteY1" fmla="*/ 29779 h 67149"/>
                <a:gd name="connsiteX2" fmla="*/ 101016 w 101016"/>
                <a:gd name="connsiteY2" fmla="*/ 67150 h 67149"/>
                <a:gd name="connsiteX3" fmla="*/ 87002 w 101016"/>
                <a:gd name="connsiteY3" fmla="*/ 67150 h 67149"/>
                <a:gd name="connsiteX4" fmla="*/ 87002 w 101016"/>
                <a:gd name="connsiteY4" fmla="*/ 29779 h 67149"/>
                <a:gd name="connsiteX5" fmla="*/ 83499 w 101016"/>
                <a:gd name="connsiteY5" fmla="*/ 16349 h 67149"/>
                <a:gd name="connsiteX6" fmla="*/ 72989 w 101016"/>
                <a:gd name="connsiteY6" fmla="*/ 11678 h 67149"/>
                <a:gd name="connsiteX7" fmla="*/ 61310 w 101016"/>
                <a:gd name="connsiteY7" fmla="*/ 16933 h 67149"/>
                <a:gd name="connsiteX8" fmla="*/ 57223 w 101016"/>
                <a:gd name="connsiteY8" fmla="*/ 30947 h 67149"/>
                <a:gd name="connsiteX9" fmla="*/ 57223 w 101016"/>
                <a:gd name="connsiteY9" fmla="*/ 67150 h 67149"/>
                <a:gd name="connsiteX10" fmla="*/ 43209 w 101016"/>
                <a:gd name="connsiteY10" fmla="*/ 67150 h 67149"/>
                <a:gd name="connsiteX11" fmla="*/ 43209 w 101016"/>
                <a:gd name="connsiteY11" fmla="*/ 29779 h 67149"/>
                <a:gd name="connsiteX12" fmla="*/ 39706 w 101016"/>
                <a:gd name="connsiteY12" fmla="*/ 16349 h 67149"/>
                <a:gd name="connsiteX13" fmla="*/ 29195 w 101016"/>
                <a:gd name="connsiteY13" fmla="*/ 11678 h 67149"/>
                <a:gd name="connsiteX14" fmla="*/ 18101 w 101016"/>
                <a:gd name="connsiteY14" fmla="*/ 16933 h 67149"/>
                <a:gd name="connsiteX15" fmla="*/ 14014 w 101016"/>
                <a:gd name="connsiteY15" fmla="*/ 30947 h 67149"/>
                <a:gd name="connsiteX16" fmla="*/ 14014 w 101016"/>
                <a:gd name="connsiteY16" fmla="*/ 66566 h 67149"/>
                <a:gd name="connsiteX17" fmla="*/ 0 w 101016"/>
                <a:gd name="connsiteY17" fmla="*/ 66566 h 67149"/>
                <a:gd name="connsiteX18" fmla="*/ 0 w 101016"/>
                <a:gd name="connsiteY18" fmla="*/ 584 h 67149"/>
                <a:gd name="connsiteX19" fmla="*/ 12262 w 101016"/>
                <a:gd name="connsiteY19" fmla="*/ 584 h 67149"/>
                <a:gd name="connsiteX20" fmla="*/ 14014 w 101016"/>
                <a:gd name="connsiteY20" fmla="*/ 9343 h 67149"/>
                <a:gd name="connsiteX21" fmla="*/ 33283 w 101016"/>
                <a:gd name="connsiteY21" fmla="*/ 0 h 67149"/>
                <a:gd name="connsiteX22" fmla="*/ 45545 w 101016"/>
                <a:gd name="connsiteY22" fmla="*/ 2920 h 67149"/>
                <a:gd name="connsiteX23" fmla="*/ 53720 w 101016"/>
                <a:gd name="connsiteY23" fmla="*/ 12262 h 67149"/>
                <a:gd name="connsiteX24" fmla="*/ 63062 w 101016"/>
                <a:gd name="connsiteY24" fmla="*/ 3503 h 67149"/>
                <a:gd name="connsiteX25" fmla="*/ 77076 w 101016"/>
                <a:gd name="connsiteY25" fmla="*/ 584 h 67149"/>
                <a:gd name="connsiteX26" fmla="*/ 94009 w 101016"/>
                <a:gd name="connsiteY26" fmla="*/ 7007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016" h="67149">
                  <a:moveTo>
                    <a:pt x="94009" y="7007"/>
                  </a:moveTo>
                  <a:cubicBezTo>
                    <a:pt x="98681" y="11678"/>
                    <a:pt x="101016" y="19269"/>
                    <a:pt x="101016" y="29779"/>
                  </a:cubicBezTo>
                  <a:lnTo>
                    <a:pt x="101016" y="67150"/>
                  </a:lnTo>
                  <a:lnTo>
                    <a:pt x="87002" y="67150"/>
                  </a:lnTo>
                  <a:lnTo>
                    <a:pt x="87002" y="29779"/>
                  </a:lnTo>
                  <a:cubicBezTo>
                    <a:pt x="87002" y="23940"/>
                    <a:pt x="85835" y="19269"/>
                    <a:pt x="83499" y="16349"/>
                  </a:cubicBezTo>
                  <a:cubicBezTo>
                    <a:pt x="81163" y="13430"/>
                    <a:pt x="77660" y="11678"/>
                    <a:pt x="72989" y="11678"/>
                  </a:cubicBezTo>
                  <a:cubicBezTo>
                    <a:pt x="68317" y="11678"/>
                    <a:pt x="64230" y="13430"/>
                    <a:pt x="61310" y="16933"/>
                  </a:cubicBezTo>
                  <a:cubicBezTo>
                    <a:pt x="58391" y="20437"/>
                    <a:pt x="57223" y="25108"/>
                    <a:pt x="57223" y="30947"/>
                  </a:cubicBezTo>
                  <a:lnTo>
                    <a:pt x="57223" y="67150"/>
                  </a:lnTo>
                  <a:lnTo>
                    <a:pt x="43209" y="67150"/>
                  </a:lnTo>
                  <a:lnTo>
                    <a:pt x="43209" y="29779"/>
                  </a:lnTo>
                  <a:cubicBezTo>
                    <a:pt x="43209" y="23940"/>
                    <a:pt x="42042" y="19269"/>
                    <a:pt x="39706" y="16349"/>
                  </a:cubicBezTo>
                  <a:cubicBezTo>
                    <a:pt x="37370" y="13430"/>
                    <a:pt x="33867" y="11678"/>
                    <a:pt x="29195" y="11678"/>
                  </a:cubicBezTo>
                  <a:cubicBezTo>
                    <a:pt x="24524" y="11678"/>
                    <a:pt x="20437" y="13430"/>
                    <a:pt x="18101" y="16933"/>
                  </a:cubicBezTo>
                  <a:cubicBezTo>
                    <a:pt x="15182" y="20437"/>
                    <a:pt x="14014" y="25108"/>
                    <a:pt x="14014" y="30947"/>
                  </a:cubicBezTo>
                  <a:lnTo>
                    <a:pt x="14014" y="66566"/>
                  </a:lnTo>
                  <a:lnTo>
                    <a:pt x="0" y="66566"/>
                  </a:lnTo>
                  <a:lnTo>
                    <a:pt x="0" y="584"/>
                  </a:lnTo>
                  <a:lnTo>
                    <a:pt x="12262" y="584"/>
                  </a:lnTo>
                  <a:lnTo>
                    <a:pt x="14014" y="9343"/>
                  </a:lnTo>
                  <a:cubicBezTo>
                    <a:pt x="18685" y="2920"/>
                    <a:pt x="25108" y="0"/>
                    <a:pt x="33283" y="0"/>
                  </a:cubicBezTo>
                  <a:cubicBezTo>
                    <a:pt x="37954" y="0"/>
                    <a:pt x="42042" y="1168"/>
                    <a:pt x="45545" y="2920"/>
                  </a:cubicBezTo>
                  <a:cubicBezTo>
                    <a:pt x="49048" y="4671"/>
                    <a:pt x="51968" y="8175"/>
                    <a:pt x="53720" y="12262"/>
                  </a:cubicBezTo>
                  <a:cubicBezTo>
                    <a:pt x="56055" y="8175"/>
                    <a:pt x="58975" y="5255"/>
                    <a:pt x="63062" y="3503"/>
                  </a:cubicBezTo>
                  <a:cubicBezTo>
                    <a:pt x="67150" y="1168"/>
                    <a:pt x="71237" y="584"/>
                    <a:pt x="77076" y="584"/>
                  </a:cubicBezTo>
                  <a:cubicBezTo>
                    <a:pt x="83499" y="0"/>
                    <a:pt x="89338" y="2336"/>
                    <a:pt x="94009" y="7007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3" name="Vrije vorm: vorm 62">
              <a:extLst>
                <a:ext uri="{FF2B5EF4-FFF2-40B4-BE49-F238E27FC236}">
                  <a16:creationId xmlns:a16="http://schemas.microsoft.com/office/drawing/2014/main" id="{FAD7AD1D-A75C-B6D5-A8A7-3071118D6F68}"/>
                </a:ext>
              </a:extLst>
            </p:cNvPr>
            <p:cNvSpPr/>
            <p:nvPr/>
          </p:nvSpPr>
          <p:spPr>
            <a:xfrm>
              <a:off x="2174439" y="6197861"/>
              <a:ext cx="96344" cy="91089"/>
            </a:xfrm>
            <a:custGeom>
              <a:avLst/>
              <a:gdLst>
                <a:gd name="connsiteX0" fmla="*/ 0 w 96344"/>
                <a:gd name="connsiteY0" fmla="*/ 0 h 91089"/>
                <a:gd name="connsiteX1" fmla="*/ 19269 w 96344"/>
                <a:gd name="connsiteY1" fmla="*/ 0 h 91089"/>
                <a:gd name="connsiteX2" fmla="*/ 48465 w 96344"/>
                <a:gd name="connsiteY2" fmla="*/ 71821 h 91089"/>
                <a:gd name="connsiteX3" fmla="*/ 77076 w 96344"/>
                <a:gd name="connsiteY3" fmla="*/ 0 h 91089"/>
                <a:gd name="connsiteX4" fmla="*/ 96345 w 96344"/>
                <a:gd name="connsiteY4" fmla="*/ 0 h 91089"/>
                <a:gd name="connsiteX5" fmla="*/ 96345 w 96344"/>
                <a:gd name="connsiteY5" fmla="*/ 91090 h 91089"/>
                <a:gd name="connsiteX6" fmla="*/ 81747 w 96344"/>
                <a:gd name="connsiteY6" fmla="*/ 91090 h 91089"/>
                <a:gd name="connsiteX7" fmla="*/ 81747 w 96344"/>
                <a:gd name="connsiteY7" fmla="*/ 23940 h 91089"/>
                <a:gd name="connsiteX8" fmla="*/ 54304 w 96344"/>
                <a:gd name="connsiteY8" fmla="*/ 91090 h 91089"/>
                <a:gd name="connsiteX9" fmla="*/ 42042 w 96344"/>
                <a:gd name="connsiteY9" fmla="*/ 91090 h 91089"/>
                <a:gd name="connsiteX10" fmla="*/ 14598 w 96344"/>
                <a:gd name="connsiteY10" fmla="*/ 23940 h 91089"/>
                <a:gd name="connsiteX11" fmla="*/ 14598 w 96344"/>
                <a:gd name="connsiteY11" fmla="*/ 91090 h 91089"/>
                <a:gd name="connsiteX12" fmla="*/ 0 w 96344"/>
                <a:gd name="connsiteY12" fmla="*/ 9109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6344" h="91089">
                  <a:moveTo>
                    <a:pt x="0" y="0"/>
                  </a:moveTo>
                  <a:lnTo>
                    <a:pt x="19269" y="0"/>
                  </a:lnTo>
                  <a:lnTo>
                    <a:pt x="48465" y="71821"/>
                  </a:lnTo>
                  <a:lnTo>
                    <a:pt x="77076" y="0"/>
                  </a:lnTo>
                  <a:lnTo>
                    <a:pt x="96345" y="0"/>
                  </a:lnTo>
                  <a:lnTo>
                    <a:pt x="96345" y="91090"/>
                  </a:lnTo>
                  <a:lnTo>
                    <a:pt x="81747" y="91090"/>
                  </a:lnTo>
                  <a:lnTo>
                    <a:pt x="81747" y="23940"/>
                  </a:lnTo>
                  <a:lnTo>
                    <a:pt x="54304" y="91090"/>
                  </a:lnTo>
                  <a:lnTo>
                    <a:pt x="42042" y="91090"/>
                  </a:lnTo>
                  <a:lnTo>
                    <a:pt x="14598" y="23940"/>
                  </a:lnTo>
                  <a:lnTo>
                    <a:pt x="14598" y="91090"/>
                  </a:lnTo>
                  <a:lnTo>
                    <a:pt x="0" y="9109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4" name="Vrije vorm: vorm 63">
              <a:extLst>
                <a:ext uri="{FF2B5EF4-FFF2-40B4-BE49-F238E27FC236}">
                  <a16:creationId xmlns:a16="http://schemas.microsoft.com/office/drawing/2014/main" id="{F80F581C-694C-B02D-9F7C-5F292859646E}"/>
                </a:ext>
              </a:extLst>
            </p:cNvPr>
            <p:cNvSpPr/>
            <p:nvPr/>
          </p:nvSpPr>
          <p:spPr>
            <a:xfrm>
              <a:off x="2281294" y="622180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5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5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4451 h 68317"/>
                <a:gd name="connsiteX19" fmla="*/ 4087 w 65397"/>
                <a:gd name="connsiteY19" fmla="*/ 15766 h 68317"/>
                <a:gd name="connsiteX20" fmla="*/ 50800 w 65397"/>
                <a:gd name="connsiteY20" fmla="*/ 26860 h 68317"/>
                <a:gd name="connsiteX21" fmla="*/ 44961 w 65397"/>
                <a:gd name="connsiteY21" fmla="*/ 15766 h 68317"/>
                <a:gd name="connsiteX22" fmla="*/ 32699 w 65397"/>
                <a:gd name="connsiteY22" fmla="*/ 11678 h 68317"/>
                <a:gd name="connsiteX23" fmla="*/ 21021 w 65397"/>
                <a:gd name="connsiteY23" fmla="*/ 15766 h 68317"/>
                <a:gd name="connsiteX24" fmla="*/ 15182 w 65397"/>
                <a:gd name="connsiteY24" fmla="*/ 26860 h 68317"/>
                <a:gd name="connsiteX25" fmla="*/ 50800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5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3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3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4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4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5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4451"/>
                  </a:cubicBezTo>
                  <a:cubicBezTo>
                    <a:pt x="0" y="26860"/>
                    <a:pt x="1168" y="21021"/>
                    <a:pt x="4087" y="15766"/>
                  </a:cubicBezTo>
                  <a:moveTo>
                    <a:pt x="50800" y="26860"/>
                  </a:moveTo>
                  <a:cubicBezTo>
                    <a:pt x="50216" y="22189"/>
                    <a:pt x="48464" y="18101"/>
                    <a:pt x="44961" y="15766"/>
                  </a:cubicBezTo>
                  <a:cubicBezTo>
                    <a:pt x="41458" y="12846"/>
                    <a:pt x="37370" y="11678"/>
                    <a:pt x="32699" y="11678"/>
                  </a:cubicBezTo>
                  <a:cubicBezTo>
                    <a:pt x="28028" y="11678"/>
                    <a:pt x="23940" y="12846"/>
                    <a:pt x="21021" y="15766"/>
                  </a:cubicBezTo>
                  <a:cubicBezTo>
                    <a:pt x="17517" y="18685"/>
                    <a:pt x="15765" y="22189"/>
                    <a:pt x="15182" y="26860"/>
                  </a:cubicBezTo>
                  <a:lnTo>
                    <a:pt x="50800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5" name="Vrije vorm: vorm 64">
              <a:extLst>
                <a:ext uri="{FF2B5EF4-FFF2-40B4-BE49-F238E27FC236}">
                  <a16:creationId xmlns:a16="http://schemas.microsoft.com/office/drawing/2014/main" id="{D5035969-4B82-E472-2643-77A4675EEC35}"/>
                </a:ext>
              </a:extLst>
            </p:cNvPr>
            <p:cNvSpPr/>
            <p:nvPr/>
          </p:nvSpPr>
          <p:spPr>
            <a:xfrm>
              <a:off x="2356034" y="6197861"/>
              <a:ext cx="67149" cy="91673"/>
            </a:xfrm>
            <a:custGeom>
              <a:avLst/>
              <a:gdLst>
                <a:gd name="connsiteX0" fmla="*/ 67150 w 67149"/>
                <a:gd name="connsiteY0" fmla="*/ 0 h 91673"/>
                <a:gd name="connsiteX1" fmla="*/ 67150 w 67149"/>
                <a:gd name="connsiteY1" fmla="*/ 91090 h 91673"/>
                <a:gd name="connsiteX2" fmla="*/ 54887 w 67149"/>
                <a:gd name="connsiteY2" fmla="*/ 91090 h 91673"/>
                <a:gd name="connsiteX3" fmla="*/ 53136 w 67149"/>
                <a:gd name="connsiteY3" fmla="*/ 81163 h 91673"/>
                <a:gd name="connsiteX4" fmla="*/ 31531 w 67149"/>
                <a:gd name="connsiteY4" fmla="*/ 91674 h 91673"/>
                <a:gd name="connsiteX5" fmla="*/ 15182 w 67149"/>
                <a:gd name="connsiteY5" fmla="*/ 87586 h 91673"/>
                <a:gd name="connsiteX6" fmla="*/ 4087 w 67149"/>
                <a:gd name="connsiteY6" fmla="*/ 75908 h 91673"/>
                <a:gd name="connsiteX7" fmla="*/ 0 w 67149"/>
                <a:gd name="connsiteY7" fmla="*/ 57807 h 91673"/>
                <a:gd name="connsiteX8" fmla="*/ 4087 w 67149"/>
                <a:gd name="connsiteY8" fmla="*/ 39706 h 91673"/>
                <a:gd name="connsiteX9" fmla="*/ 15182 w 67149"/>
                <a:gd name="connsiteY9" fmla="*/ 28028 h 91673"/>
                <a:gd name="connsiteX10" fmla="*/ 31531 w 67149"/>
                <a:gd name="connsiteY10" fmla="*/ 23940 h 91673"/>
                <a:gd name="connsiteX11" fmla="*/ 44377 w 67149"/>
                <a:gd name="connsiteY11" fmla="*/ 26860 h 91673"/>
                <a:gd name="connsiteX12" fmla="*/ 53136 w 67149"/>
                <a:gd name="connsiteY12" fmla="*/ 34451 h 91673"/>
                <a:gd name="connsiteX13" fmla="*/ 53136 w 67149"/>
                <a:gd name="connsiteY13" fmla="*/ 584 h 91673"/>
                <a:gd name="connsiteX14" fmla="*/ 67150 w 67149"/>
                <a:gd name="connsiteY14" fmla="*/ 584 h 91673"/>
                <a:gd name="connsiteX15" fmla="*/ 47881 w 67149"/>
                <a:gd name="connsiteY15" fmla="*/ 74156 h 91673"/>
                <a:gd name="connsiteX16" fmla="*/ 53136 w 67149"/>
                <a:gd name="connsiteY16" fmla="*/ 58391 h 91673"/>
                <a:gd name="connsiteX17" fmla="*/ 47881 w 67149"/>
                <a:gd name="connsiteY17" fmla="*/ 42041 h 91673"/>
                <a:gd name="connsiteX18" fmla="*/ 33867 w 67149"/>
                <a:gd name="connsiteY18" fmla="*/ 35618 h 91673"/>
                <a:gd name="connsiteX19" fmla="*/ 19853 w 67149"/>
                <a:gd name="connsiteY19" fmla="*/ 42041 h 91673"/>
                <a:gd name="connsiteX20" fmla="*/ 14598 w 67149"/>
                <a:gd name="connsiteY20" fmla="*/ 57807 h 91673"/>
                <a:gd name="connsiteX21" fmla="*/ 19853 w 67149"/>
                <a:gd name="connsiteY21" fmla="*/ 73573 h 91673"/>
                <a:gd name="connsiteX22" fmla="*/ 33867 w 67149"/>
                <a:gd name="connsiteY22" fmla="*/ 79996 h 91673"/>
                <a:gd name="connsiteX23" fmla="*/ 47881 w 67149"/>
                <a:gd name="connsiteY23" fmla="*/ 74156 h 91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149" h="91673">
                  <a:moveTo>
                    <a:pt x="67150" y="0"/>
                  </a:moveTo>
                  <a:lnTo>
                    <a:pt x="67150" y="91090"/>
                  </a:lnTo>
                  <a:lnTo>
                    <a:pt x="54887" y="91090"/>
                  </a:lnTo>
                  <a:lnTo>
                    <a:pt x="53136" y="81163"/>
                  </a:lnTo>
                  <a:cubicBezTo>
                    <a:pt x="47881" y="88170"/>
                    <a:pt x="40874" y="91674"/>
                    <a:pt x="31531" y="91674"/>
                  </a:cubicBezTo>
                  <a:cubicBezTo>
                    <a:pt x="25692" y="91674"/>
                    <a:pt x="19853" y="90506"/>
                    <a:pt x="15182" y="87586"/>
                  </a:cubicBezTo>
                  <a:cubicBezTo>
                    <a:pt x="10510" y="84667"/>
                    <a:pt x="6423" y="81163"/>
                    <a:pt x="4087" y="75908"/>
                  </a:cubicBezTo>
                  <a:cubicBezTo>
                    <a:pt x="1168" y="70653"/>
                    <a:pt x="0" y="64814"/>
                    <a:pt x="0" y="57807"/>
                  </a:cubicBezTo>
                  <a:cubicBezTo>
                    <a:pt x="0" y="50800"/>
                    <a:pt x="1168" y="44961"/>
                    <a:pt x="4087" y="39706"/>
                  </a:cubicBezTo>
                  <a:cubicBezTo>
                    <a:pt x="7007" y="34451"/>
                    <a:pt x="10510" y="30363"/>
                    <a:pt x="15182" y="28028"/>
                  </a:cubicBezTo>
                  <a:cubicBezTo>
                    <a:pt x="19853" y="25108"/>
                    <a:pt x="25108" y="23940"/>
                    <a:pt x="31531" y="23940"/>
                  </a:cubicBezTo>
                  <a:cubicBezTo>
                    <a:pt x="36202" y="23940"/>
                    <a:pt x="40874" y="25108"/>
                    <a:pt x="44377" y="26860"/>
                  </a:cubicBezTo>
                  <a:cubicBezTo>
                    <a:pt x="47881" y="28612"/>
                    <a:pt x="50800" y="30947"/>
                    <a:pt x="53136" y="34451"/>
                  </a:cubicBezTo>
                  <a:lnTo>
                    <a:pt x="53136" y="584"/>
                  </a:lnTo>
                  <a:lnTo>
                    <a:pt x="67150" y="584"/>
                  </a:lnTo>
                  <a:close/>
                  <a:moveTo>
                    <a:pt x="47881" y="74156"/>
                  </a:moveTo>
                  <a:cubicBezTo>
                    <a:pt x="51384" y="70069"/>
                    <a:pt x="53136" y="64814"/>
                    <a:pt x="53136" y="58391"/>
                  </a:cubicBezTo>
                  <a:cubicBezTo>
                    <a:pt x="53136" y="51968"/>
                    <a:pt x="51384" y="46129"/>
                    <a:pt x="47881" y="42041"/>
                  </a:cubicBezTo>
                  <a:cubicBezTo>
                    <a:pt x="44377" y="37954"/>
                    <a:pt x="39706" y="35618"/>
                    <a:pt x="33867" y="35618"/>
                  </a:cubicBezTo>
                  <a:cubicBezTo>
                    <a:pt x="28028" y="35618"/>
                    <a:pt x="23356" y="37954"/>
                    <a:pt x="19853" y="42041"/>
                  </a:cubicBezTo>
                  <a:cubicBezTo>
                    <a:pt x="16350" y="46129"/>
                    <a:pt x="14598" y="51384"/>
                    <a:pt x="14598" y="57807"/>
                  </a:cubicBezTo>
                  <a:cubicBezTo>
                    <a:pt x="14598" y="64230"/>
                    <a:pt x="16350" y="69485"/>
                    <a:pt x="19853" y="73573"/>
                  </a:cubicBezTo>
                  <a:cubicBezTo>
                    <a:pt x="23356" y="77660"/>
                    <a:pt x="28028" y="79996"/>
                    <a:pt x="33867" y="79996"/>
                  </a:cubicBezTo>
                  <a:cubicBezTo>
                    <a:pt x="39706" y="79996"/>
                    <a:pt x="44377" y="78244"/>
                    <a:pt x="47881" y="74156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6" name="Vrije vorm: vorm 65">
              <a:extLst>
                <a:ext uri="{FF2B5EF4-FFF2-40B4-BE49-F238E27FC236}">
                  <a16:creationId xmlns:a16="http://schemas.microsoft.com/office/drawing/2014/main" id="{1A28A540-C3C7-4F33-F334-4604D3BEE85D}"/>
                </a:ext>
              </a:extLst>
            </p:cNvPr>
            <p:cNvSpPr/>
            <p:nvPr/>
          </p:nvSpPr>
          <p:spPr>
            <a:xfrm>
              <a:off x="2436030" y="6195525"/>
              <a:ext cx="16349" cy="93425"/>
            </a:xfrm>
            <a:custGeom>
              <a:avLst/>
              <a:gdLst>
                <a:gd name="connsiteX0" fmla="*/ 14014 w 16349"/>
                <a:gd name="connsiteY0" fmla="*/ 2336 h 93425"/>
                <a:gd name="connsiteX1" fmla="*/ 16349 w 16349"/>
                <a:gd name="connsiteY1" fmla="*/ 8175 h 93425"/>
                <a:gd name="connsiteX2" fmla="*/ 14014 w 16349"/>
                <a:gd name="connsiteY2" fmla="*/ 14014 h 93425"/>
                <a:gd name="connsiteX3" fmla="*/ 8175 w 16349"/>
                <a:gd name="connsiteY3" fmla="*/ 16349 h 93425"/>
                <a:gd name="connsiteX4" fmla="*/ 2336 w 16349"/>
                <a:gd name="connsiteY4" fmla="*/ 14014 h 93425"/>
                <a:gd name="connsiteX5" fmla="*/ 0 w 16349"/>
                <a:gd name="connsiteY5" fmla="*/ 8175 h 93425"/>
                <a:gd name="connsiteX6" fmla="*/ 2336 w 16349"/>
                <a:gd name="connsiteY6" fmla="*/ 2336 h 93425"/>
                <a:gd name="connsiteX7" fmla="*/ 8175 w 16349"/>
                <a:gd name="connsiteY7" fmla="*/ 0 h 93425"/>
                <a:gd name="connsiteX8" fmla="*/ 14014 w 16349"/>
                <a:gd name="connsiteY8" fmla="*/ 2336 h 93425"/>
                <a:gd name="connsiteX9" fmla="*/ 584 w 16349"/>
                <a:gd name="connsiteY9" fmla="*/ 26860 h 93425"/>
                <a:gd name="connsiteX10" fmla="*/ 14598 w 16349"/>
                <a:gd name="connsiteY10" fmla="*/ 26860 h 93425"/>
                <a:gd name="connsiteX11" fmla="*/ 14598 w 16349"/>
                <a:gd name="connsiteY11" fmla="*/ 93425 h 93425"/>
                <a:gd name="connsiteX12" fmla="*/ 584 w 16349"/>
                <a:gd name="connsiteY12" fmla="*/ 93425 h 93425"/>
                <a:gd name="connsiteX13" fmla="*/ 584 w 16349"/>
                <a:gd name="connsiteY13" fmla="*/ 26860 h 9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349" h="93425">
                  <a:moveTo>
                    <a:pt x="14014" y="2336"/>
                  </a:moveTo>
                  <a:cubicBezTo>
                    <a:pt x="15765" y="4087"/>
                    <a:pt x="16349" y="5839"/>
                    <a:pt x="16349" y="8175"/>
                  </a:cubicBezTo>
                  <a:cubicBezTo>
                    <a:pt x="16349" y="10510"/>
                    <a:pt x="15765" y="12846"/>
                    <a:pt x="14014" y="14014"/>
                  </a:cubicBezTo>
                  <a:cubicBezTo>
                    <a:pt x="12262" y="15766"/>
                    <a:pt x="10510" y="16349"/>
                    <a:pt x="8175" y="16349"/>
                  </a:cubicBezTo>
                  <a:cubicBezTo>
                    <a:pt x="5839" y="16349"/>
                    <a:pt x="3503" y="15766"/>
                    <a:pt x="2336" y="14014"/>
                  </a:cubicBezTo>
                  <a:cubicBezTo>
                    <a:pt x="584" y="12262"/>
                    <a:pt x="0" y="10510"/>
                    <a:pt x="0" y="8175"/>
                  </a:cubicBezTo>
                  <a:cubicBezTo>
                    <a:pt x="0" y="5839"/>
                    <a:pt x="584" y="3503"/>
                    <a:pt x="2336" y="2336"/>
                  </a:cubicBezTo>
                  <a:cubicBezTo>
                    <a:pt x="4087" y="584"/>
                    <a:pt x="5839" y="0"/>
                    <a:pt x="8175" y="0"/>
                  </a:cubicBezTo>
                  <a:cubicBezTo>
                    <a:pt x="9926" y="0"/>
                    <a:pt x="12262" y="1168"/>
                    <a:pt x="14014" y="2336"/>
                  </a:cubicBezTo>
                  <a:moveTo>
                    <a:pt x="584" y="26860"/>
                  </a:moveTo>
                  <a:lnTo>
                    <a:pt x="14598" y="26860"/>
                  </a:lnTo>
                  <a:lnTo>
                    <a:pt x="14598" y="93425"/>
                  </a:lnTo>
                  <a:lnTo>
                    <a:pt x="584" y="93425"/>
                  </a:lnTo>
                  <a:lnTo>
                    <a:pt x="584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7" name="Vrije vorm: vorm 66">
              <a:extLst>
                <a:ext uri="{FF2B5EF4-FFF2-40B4-BE49-F238E27FC236}">
                  <a16:creationId xmlns:a16="http://schemas.microsoft.com/office/drawing/2014/main" id="{55F06DF5-08A5-6A14-7325-929532301AED}"/>
                </a:ext>
              </a:extLst>
            </p:cNvPr>
            <p:cNvSpPr/>
            <p:nvPr/>
          </p:nvSpPr>
          <p:spPr>
            <a:xfrm>
              <a:off x="2461138" y="6222385"/>
              <a:ext cx="67149" cy="67149"/>
            </a:xfrm>
            <a:custGeom>
              <a:avLst/>
              <a:gdLst>
                <a:gd name="connsiteX0" fmla="*/ 67150 w 67149"/>
                <a:gd name="connsiteY0" fmla="*/ 54304 h 67149"/>
                <a:gd name="connsiteX1" fmla="*/ 67150 w 67149"/>
                <a:gd name="connsiteY1" fmla="*/ 66566 h 67149"/>
                <a:gd name="connsiteX2" fmla="*/ 59559 w 67149"/>
                <a:gd name="connsiteY2" fmla="*/ 66566 h 67149"/>
                <a:gd name="connsiteX3" fmla="*/ 50216 w 67149"/>
                <a:gd name="connsiteY3" fmla="*/ 63646 h 67149"/>
                <a:gd name="connsiteX4" fmla="*/ 47297 w 67149"/>
                <a:gd name="connsiteY4" fmla="*/ 55471 h 67149"/>
                <a:gd name="connsiteX5" fmla="*/ 25108 w 67149"/>
                <a:gd name="connsiteY5" fmla="*/ 67150 h 67149"/>
                <a:gd name="connsiteX6" fmla="*/ 7007 w 67149"/>
                <a:gd name="connsiteY6" fmla="*/ 61894 h 67149"/>
                <a:gd name="connsiteX7" fmla="*/ 0 w 67149"/>
                <a:gd name="connsiteY7" fmla="*/ 47881 h 67149"/>
                <a:gd name="connsiteX8" fmla="*/ 7007 w 67149"/>
                <a:gd name="connsiteY8" fmla="*/ 32115 h 67149"/>
                <a:gd name="connsiteX9" fmla="*/ 28028 w 67149"/>
                <a:gd name="connsiteY9" fmla="*/ 26860 h 67149"/>
                <a:gd name="connsiteX10" fmla="*/ 44961 w 67149"/>
                <a:gd name="connsiteY10" fmla="*/ 26860 h 67149"/>
                <a:gd name="connsiteX11" fmla="*/ 44961 w 67149"/>
                <a:gd name="connsiteY11" fmla="*/ 22772 h 67149"/>
                <a:gd name="connsiteX12" fmla="*/ 40874 w 67149"/>
                <a:gd name="connsiteY12" fmla="*/ 14014 h 67149"/>
                <a:gd name="connsiteX13" fmla="*/ 30363 w 67149"/>
                <a:gd name="connsiteY13" fmla="*/ 11094 h 67149"/>
                <a:gd name="connsiteX14" fmla="*/ 20437 w 67149"/>
                <a:gd name="connsiteY14" fmla="*/ 14014 h 67149"/>
                <a:gd name="connsiteX15" fmla="*/ 15766 w 67149"/>
                <a:gd name="connsiteY15" fmla="*/ 21021 h 67149"/>
                <a:gd name="connsiteX16" fmla="*/ 1752 w 67149"/>
                <a:gd name="connsiteY16" fmla="*/ 21021 h 67149"/>
                <a:gd name="connsiteX17" fmla="*/ 10510 w 67149"/>
                <a:gd name="connsiteY17" fmla="*/ 5255 h 67149"/>
                <a:gd name="connsiteX18" fmla="*/ 30947 w 67149"/>
                <a:gd name="connsiteY18" fmla="*/ 0 h 67149"/>
                <a:gd name="connsiteX19" fmla="*/ 51384 w 67149"/>
                <a:gd name="connsiteY19" fmla="*/ 6423 h 67149"/>
                <a:gd name="connsiteX20" fmla="*/ 58391 w 67149"/>
                <a:gd name="connsiteY20" fmla="*/ 24524 h 67149"/>
                <a:gd name="connsiteX21" fmla="*/ 58391 w 67149"/>
                <a:gd name="connsiteY21" fmla="*/ 49632 h 67149"/>
                <a:gd name="connsiteX22" fmla="*/ 63062 w 67149"/>
                <a:gd name="connsiteY22" fmla="*/ 54304 h 67149"/>
                <a:gd name="connsiteX23" fmla="*/ 67150 w 67149"/>
                <a:gd name="connsiteY23" fmla="*/ 54304 h 67149"/>
                <a:gd name="connsiteX24" fmla="*/ 46129 w 67149"/>
                <a:gd name="connsiteY24" fmla="*/ 36786 h 67149"/>
                <a:gd name="connsiteX25" fmla="*/ 28612 w 67149"/>
                <a:gd name="connsiteY25" fmla="*/ 36786 h 67149"/>
                <a:gd name="connsiteX26" fmla="*/ 18685 w 67149"/>
                <a:gd name="connsiteY26" fmla="*/ 39122 h 67149"/>
                <a:gd name="connsiteX27" fmla="*/ 15182 w 67149"/>
                <a:gd name="connsiteY27" fmla="*/ 46713 h 67149"/>
                <a:gd name="connsiteX28" fmla="*/ 18685 w 67149"/>
                <a:gd name="connsiteY28" fmla="*/ 53720 h 67149"/>
                <a:gd name="connsiteX29" fmla="*/ 27444 w 67149"/>
                <a:gd name="connsiteY29" fmla="*/ 56055 h 67149"/>
                <a:gd name="connsiteX30" fmla="*/ 40874 w 67149"/>
                <a:gd name="connsiteY30" fmla="*/ 51384 h 67149"/>
                <a:gd name="connsiteX31" fmla="*/ 46129 w 67149"/>
                <a:gd name="connsiteY31" fmla="*/ 39122 h 67149"/>
                <a:gd name="connsiteX32" fmla="*/ 46129 w 67149"/>
                <a:gd name="connsiteY32" fmla="*/ 36786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7149" h="67149">
                  <a:moveTo>
                    <a:pt x="67150" y="54304"/>
                  </a:moveTo>
                  <a:lnTo>
                    <a:pt x="67150" y="66566"/>
                  </a:lnTo>
                  <a:lnTo>
                    <a:pt x="59559" y="66566"/>
                  </a:lnTo>
                  <a:cubicBezTo>
                    <a:pt x="55471" y="66566"/>
                    <a:pt x="51968" y="65398"/>
                    <a:pt x="50216" y="63646"/>
                  </a:cubicBezTo>
                  <a:cubicBezTo>
                    <a:pt x="48465" y="61894"/>
                    <a:pt x="47297" y="58975"/>
                    <a:pt x="47297" y="55471"/>
                  </a:cubicBezTo>
                  <a:cubicBezTo>
                    <a:pt x="42042" y="63062"/>
                    <a:pt x="35035" y="67150"/>
                    <a:pt x="25108" y="67150"/>
                  </a:cubicBezTo>
                  <a:cubicBezTo>
                    <a:pt x="17517" y="67150"/>
                    <a:pt x="11678" y="65398"/>
                    <a:pt x="7007" y="61894"/>
                  </a:cubicBezTo>
                  <a:cubicBezTo>
                    <a:pt x="2336" y="58391"/>
                    <a:pt x="0" y="53720"/>
                    <a:pt x="0" y="47881"/>
                  </a:cubicBezTo>
                  <a:cubicBezTo>
                    <a:pt x="0" y="40874"/>
                    <a:pt x="2336" y="35618"/>
                    <a:pt x="7007" y="32115"/>
                  </a:cubicBezTo>
                  <a:cubicBezTo>
                    <a:pt x="11678" y="28612"/>
                    <a:pt x="18685" y="26860"/>
                    <a:pt x="28028" y="26860"/>
                  </a:cubicBezTo>
                  <a:lnTo>
                    <a:pt x="44961" y="26860"/>
                  </a:lnTo>
                  <a:lnTo>
                    <a:pt x="44961" y="22772"/>
                  </a:lnTo>
                  <a:cubicBezTo>
                    <a:pt x="44961" y="19269"/>
                    <a:pt x="43793" y="16349"/>
                    <a:pt x="40874" y="14014"/>
                  </a:cubicBezTo>
                  <a:cubicBezTo>
                    <a:pt x="38538" y="11678"/>
                    <a:pt x="34451" y="11094"/>
                    <a:pt x="30363" y="11094"/>
                  </a:cubicBezTo>
                  <a:cubicBezTo>
                    <a:pt x="26276" y="11094"/>
                    <a:pt x="22772" y="12262"/>
                    <a:pt x="20437" y="14014"/>
                  </a:cubicBezTo>
                  <a:cubicBezTo>
                    <a:pt x="17517" y="15766"/>
                    <a:pt x="16350" y="18101"/>
                    <a:pt x="15766" y="21021"/>
                  </a:cubicBezTo>
                  <a:lnTo>
                    <a:pt x="1752" y="21021"/>
                  </a:lnTo>
                  <a:cubicBezTo>
                    <a:pt x="2336" y="14598"/>
                    <a:pt x="5255" y="9343"/>
                    <a:pt x="10510" y="5255"/>
                  </a:cubicBezTo>
                  <a:cubicBezTo>
                    <a:pt x="15766" y="1752"/>
                    <a:pt x="22772" y="0"/>
                    <a:pt x="30947" y="0"/>
                  </a:cubicBezTo>
                  <a:cubicBezTo>
                    <a:pt x="39706" y="0"/>
                    <a:pt x="46713" y="2336"/>
                    <a:pt x="51384" y="6423"/>
                  </a:cubicBezTo>
                  <a:cubicBezTo>
                    <a:pt x="56055" y="10510"/>
                    <a:pt x="58391" y="16349"/>
                    <a:pt x="58391" y="24524"/>
                  </a:cubicBezTo>
                  <a:lnTo>
                    <a:pt x="58391" y="49632"/>
                  </a:lnTo>
                  <a:cubicBezTo>
                    <a:pt x="58391" y="52552"/>
                    <a:pt x="60143" y="54304"/>
                    <a:pt x="63062" y="54304"/>
                  </a:cubicBezTo>
                  <a:lnTo>
                    <a:pt x="67150" y="54304"/>
                  </a:lnTo>
                  <a:close/>
                  <a:moveTo>
                    <a:pt x="46129" y="36786"/>
                  </a:moveTo>
                  <a:lnTo>
                    <a:pt x="28612" y="36786"/>
                  </a:lnTo>
                  <a:cubicBezTo>
                    <a:pt x="24524" y="36786"/>
                    <a:pt x="21021" y="37370"/>
                    <a:pt x="18685" y="39122"/>
                  </a:cubicBezTo>
                  <a:cubicBezTo>
                    <a:pt x="16350" y="40874"/>
                    <a:pt x="15182" y="43209"/>
                    <a:pt x="15182" y="46713"/>
                  </a:cubicBezTo>
                  <a:cubicBezTo>
                    <a:pt x="15182" y="49632"/>
                    <a:pt x="16350" y="51968"/>
                    <a:pt x="18685" y="53720"/>
                  </a:cubicBezTo>
                  <a:cubicBezTo>
                    <a:pt x="21021" y="55471"/>
                    <a:pt x="23940" y="56055"/>
                    <a:pt x="27444" y="56055"/>
                  </a:cubicBezTo>
                  <a:cubicBezTo>
                    <a:pt x="33283" y="56055"/>
                    <a:pt x="37954" y="54304"/>
                    <a:pt x="40874" y="51384"/>
                  </a:cubicBezTo>
                  <a:cubicBezTo>
                    <a:pt x="44377" y="48464"/>
                    <a:pt x="45545" y="44377"/>
                    <a:pt x="46129" y="39122"/>
                  </a:cubicBezTo>
                  <a:lnTo>
                    <a:pt x="46129" y="36786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FC6543AE-71E7-AB5F-1003-A57CD4D53A1B}"/>
                </a:ext>
              </a:extLst>
            </p:cNvPr>
            <p:cNvSpPr/>
            <p:nvPr/>
          </p:nvSpPr>
          <p:spPr>
            <a:xfrm>
              <a:off x="2532959" y="6221217"/>
              <a:ext cx="63646" cy="68317"/>
            </a:xfrm>
            <a:custGeom>
              <a:avLst/>
              <a:gdLst>
                <a:gd name="connsiteX0" fmla="*/ 53720 w 63646"/>
                <a:gd name="connsiteY0" fmla="*/ 61894 h 68317"/>
                <a:gd name="connsiteX1" fmla="*/ 33283 w 63646"/>
                <a:gd name="connsiteY1" fmla="*/ 68317 h 68317"/>
                <a:gd name="connsiteX2" fmla="*/ 15765 w 63646"/>
                <a:gd name="connsiteY2" fmla="*/ 64230 h 68317"/>
                <a:gd name="connsiteX3" fmla="*/ 4087 w 63646"/>
                <a:gd name="connsiteY3" fmla="*/ 51968 h 68317"/>
                <a:gd name="connsiteX4" fmla="*/ 0 w 63646"/>
                <a:gd name="connsiteY4" fmla="*/ 33867 h 68317"/>
                <a:gd name="connsiteX5" fmla="*/ 4087 w 63646"/>
                <a:gd name="connsiteY5" fmla="*/ 15766 h 68317"/>
                <a:gd name="connsiteX6" fmla="*/ 15765 w 63646"/>
                <a:gd name="connsiteY6" fmla="*/ 4087 h 68317"/>
                <a:gd name="connsiteX7" fmla="*/ 33283 w 63646"/>
                <a:gd name="connsiteY7" fmla="*/ 0 h 68317"/>
                <a:gd name="connsiteX8" fmla="*/ 53720 w 63646"/>
                <a:gd name="connsiteY8" fmla="*/ 6423 h 68317"/>
                <a:gd name="connsiteX9" fmla="*/ 63646 w 63646"/>
                <a:gd name="connsiteY9" fmla="*/ 24524 h 68317"/>
                <a:gd name="connsiteX10" fmla="*/ 49048 w 63646"/>
                <a:gd name="connsiteY10" fmla="*/ 24524 h 68317"/>
                <a:gd name="connsiteX11" fmla="*/ 43209 w 63646"/>
                <a:gd name="connsiteY11" fmla="*/ 15182 h 68317"/>
                <a:gd name="connsiteX12" fmla="*/ 32699 w 63646"/>
                <a:gd name="connsiteY12" fmla="*/ 11678 h 68317"/>
                <a:gd name="connsiteX13" fmla="*/ 19269 w 63646"/>
                <a:gd name="connsiteY13" fmla="*/ 17517 h 68317"/>
                <a:gd name="connsiteX14" fmla="*/ 14014 w 63646"/>
                <a:gd name="connsiteY14" fmla="*/ 33283 h 68317"/>
                <a:gd name="connsiteX15" fmla="*/ 19269 w 63646"/>
                <a:gd name="connsiteY15" fmla="*/ 49632 h 68317"/>
                <a:gd name="connsiteX16" fmla="*/ 32699 w 63646"/>
                <a:gd name="connsiteY16" fmla="*/ 56055 h 68317"/>
                <a:gd name="connsiteX17" fmla="*/ 43209 w 63646"/>
                <a:gd name="connsiteY17" fmla="*/ 52552 h 68317"/>
                <a:gd name="connsiteX18" fmla="*/ 49048 w 63646"/>
                <a:gd name="connsiteY18" fmla="*/ 43209 h 68317"/>
                <a:gd name="connsiteX19" fmla="*/ 63062 w 63646"/>
                <a:gd name="connsiteY19" fmla="*/ 43209 h 68317"/>
                <a:gd name="connsiteX20" fmla="*/ 53720 w 63646"/>
                <a:gd name="connsiteY20" fmla="*/ 61894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3646" h="68317">
                  <a:moveTo>
                    <a:pt x="53720" y="61894"/>
                  </a:moveTo>
                  <a:cubicBezTo>
                    <a:pt x="48464" y="66566"/>
                    <a:pt x="41457" y="68317"/>
                    <a:pt x="33283" y="68317"/>
                  </a:cubicBezTo>
                  <a:cubicBezTo>
                    <a:pt x="26860" y="68317"/>
                    <a:pt x="21021" y="67150"/>
                    <a:pt x="15765" y="64230"/>
                  </a:cubicBezTo>
                  <a:cubicBezTo>
                    <a:pt x="10510" y="61310"/>
                    <a:pt x="7007" y="57223"/>
                    <a:pt x="4087" y="51968"/>
                  </a:cubicBezTo>
                  <a:cubicBezTo>
                    <a:pt x="1168" y="46713"/>
                    <a:pt x="0" y="40874"/>
                    <a:pt x="0" y="33867"/>
                  </a:cubicBezTo>
                  <a:cubicBezTo>
                    <a:pt x="0" y="26860"/>
                    <a:pt x="1168" y="21021"/>
                    <a:pt x="4087" y="15766"/>
                  </a:cubicBezTo>
                  <a:cubicBezTo>
                    <a:pt x="7007" y="10510"/>
                    <a:pt x="10510" y="6423"/>
                    <a:pt x="15765" y="4087"/>
                  </a:cubicBezTo>
                  <a:cubicBezTo>
                    <a:pt x="21021" y="1168"/>
                    <a:pt x="26860" y="0"/>
                    <a:pt x="33283" y="0"/>
                  </a:cubicBezTo>
                  <a:cubicBezTo>
                    <a:pt x="41457" y="0"/>
                    <a:pt x="48464" y="2336"/>
                    <a:pt x="53720" y="6423"/>
                  </a:cubicBezTo>
                  <a:cubicBezTo>
                    <a:pt x="58975" y="11094"/>
                    <a:pt x="62478" y="16933"/>
                    <a:pt x="63646" y="24524"/>
                  </a:cubicBezTo>
                  <a:lnTo>
                    <a:pt x="49048" y="24524"/>
                  </a:lnTo>
                  <a:cubicBezTo>
                    <a:pt x="47880" y="20437"/>
                    <a:pt x="46129" y="17517"/>
                    <a:pt x="43209" y="15182"/>
                  </a:cubicBezTo>
                  <a:cubicBezTo>
                    <a:pt x="40290" y="12846"/>
                    <a:pt x="36786" y="11678"/>
                    <a:pt x="32699" y="11678"/>
                  </a:cubicBezTo>
                  <a:cubicBezTo>
                    <a:pt x="26860" y="11678"/>
                    <a:pt x="22772" y="13430"/>
                    <a:pt x="19269" y="17517"/>
                  </a:cubicBezTo>
                  <a:cubicBezTo>
                    <a:pt x="15765" y="21605"/>
                    <a:pt x="14014" y="26860"/>
                    <a:pt x="14014" y="33283"/>
                  </a:cubicBezTo>
                  <a:cubicBezTo>
                    <a:pt x="14014" y="39706"/>
                    <a:pt x="15765" y="44961"/>
                    <a:pt x="19269" y="49632"/>
                  </a:cubicBezTo>
                  <a:cubicBezTo>
                    <a:pt x="22772" y="53720"/>
                    <a:pt x="27444" y="56055"/>
                    <a:pt x="32699" y="56055"/>
                  </a:cubicBezTo>
                  <a:cubicBezTo>
                    <a:pt x="36786" y="56055"/>
                    <a:pt x="40874" y="54887"/>
                    <a:pt x="43209" y="52552"/>
                  </a:cubicBezTo>
                  <a:cubicBezTo>
                    <a:pt x="46129" y="50216"/>
                    <a:pt x="47880" y="47297"/>
                    <a:pt x="49048" y="43209"/>
                  </a:cubicBezTo>
                  <a:lnTo>
                    <a:pt x="63062" y="43209"/>
                  </a:lnTo>
                  <a:cubicBezTo>
                    <a:pt x="62478" y="51384"/>
                    <a:pt x="58975" y="57807"/>
                    <a:pt x="53720" y="61894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E8F00407-B01A-7ED0-C07D-C42A6F16BC7A}"/>
                </a:ext>
              </a:extLst>
            </p:cNvPr>
            <p:cNvSpPr/>
            <p:nvPr/>
          </p:nvSpPr>
          <p:spPr>
            <a:xfrm>
              <a:off x="2605948" y="6221801"/>
              <a:ext cx="66565" cy="67733"/>
            </a:xfrm>
            <a:custGeom>
              <a:avLst/>
              <a:gdLst>
                <a:gd name="connsiteX0" fmla="*/ 15765 w 66565"/>
                <a:gd name="connsiteY0" fmla="*/ 63646 h 67733"/>
                <a:gd name="connsiteX1" fmla="*/ 4087 w 66565"/>
                <a:gd name="connsiteY1" fmla="*/ 51968 h 67733"/>
                <a:gd name="connsiteX2" fmla="*/ 0 w 66565"/>
                <a:gd name="connsiteY2" fmla="*/ 33867 h 67733"/>
                <a:gd name="connsiteX3" fmla="*/ 4087 w 66565"/>
                <a:gd name="connsiteY3" fmla="*/ 16349 h 67733"/>
                <a:gd name="connsiteX4" fmla="*/ 15765 w 66565"/>
                <a:gd name="connsiteY4" fmla="*/ 4087 h 67733"/>
                <a:gd name="connsiteX5" fmla="*/ 33283 w 66565"/>
                <a:gd name="connsiteY5" fmla="*/ 0 h 67733"/>
                <a:gd name="connsiteX6" fmla="*/ 50800 w 66565"/>
                <a:gd name="connsiteY6" fmla="*/ 4087 h 67733"/>
                <a:gd name="connsiteX7" fmla="*/ 62478 w 66565"/>
                <a:gd name="connsiteY7" fmla="*/ 16349 h 67733"/>
                <a:gd name="connsiteX8" fmla="*/ 66566 w 66565"/>
                <a:gd name="connsiteY8" fmla="*/ 33867 h 67733"/>
                <a:gd name="connsiteX9" fmla="*/ 62478 w 66565"/>
                <a:gd name="connsiteY9" fmla="*/ 51968 h 67733"/>
                <a:gd name="connsiteX10" fmla="*/ 50800 w 66565"/>
                <a:gd name="connsiteY10" fmla="*/ 63646 h 67733"/>
                <a:gd name="connsiteX11" fmla="*/ 33283 w 66565"/>
                <a:gd name="connsiteY11" fmla="*/ 67733 h 67733"/>
                <a:gd name="connsiteX12" fmla="*/ 15765 w 66565"/>
                <a:gd name="connsiteY12" fmla="*/ 63646 h 67733"/>
                <a:gd name="connsiteX13" fmla="*/ 47296 w 66565"/>
                <a:gd name="connsiteY13" fmla="*/ 49632 h 67733"/>
                <a:gd name="connsiteX14" fmla="*/ 52552 w 66565"/>
                <a:gd name="connsiteY14" fmla="*/ 33867 h 67733"/>
                <a:gd name="connsiteX15" fmla="*/ 47296 w 66565"/>
                <a:gd name="connsiteY15" fmla="*/ 18101 h 67733"/>
                <a:gd name="connsiteX16" fmla="*/ 33283 w 66565"/>
                <a:gd name="connsiteY16" fmla="*/ 11678 h 67733"/>
                <a:gd name="connsiteX17" fmla="*/ 19269 w 66565"/>
                <a:gd name="connsiteY17" fmla="*/ 18101 h 67733"/>
                <a:gd name="connsiteX18" fmla="*/ 14014 w 66565"/>
                <a:gd name="connsiteY18" fmla="*/ 33867 h 67733"/>
                <a:gd name="connsiteX19" fmla="*/ 19269 w 66565"/>
                <a:gd name="connsiteY19" fmla="*/ 49632 h 67733"/>
                <a:gd name="connsiteX20" fmla="*/ 33283 w 66565"/>
                <a:gd name="connsiteY20" fmla="*/ 56055 h 67733"/>
                <a:gd name="connsiteX21" fmla="*/ 47296 w 66565"/>
                <a:gd name="connsiteY21" fmla="*/ 49632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6565" h="67733">
                  <a:moveTo>
                    <a:pt x="15765" y="63646"/>
                  </a:moveTo>
                  <a:cubicBezTo>
                    <a:pt x="10510" y="60727"/>
                    <a:pt x="6423" y="56639"/>
                    <a:pt x="4087" y="51968"/>
                  </a:cubicBezTo>
                  <a:cubicBezTo>
                    <a:pt x="1168" y="46713"/>
                    <a:pt x="0" y="40874"/>
                    <a:pt x="0" y="33867"/>
                  </a:cubicBezTo>
                  <a:cubicBezTo>
                    <a:pt x="0" y="27444"/>
                    <a:pt x="1168" y="21021"/>
                    <a:pt x="4087" y="16349"/>
                  </a:cubicBezTo>
                  <a:cubicBezTo>
                    <a:pt x="7007" y="11094"/>
                    <a:pt x="11094" y="7007"/>
                    <a:pt x="15765" y="4087"/>
                  </a:cubicBezTo>
                  <a:cubicBezTo>
                    <a:pt x="21021" y="1168"/>
                    <a:pt x="26860" y="0"/>
                    <a:pt x="33283" y="0"/>
                  </a:cubicBezTo>
                  <a:cubicBezTo>
                    <a:pt x="39706" y="0"/>
                    <a:pt x="46129" y="1168"/>
                    <a:pt x="50800" y="4087"/>
                  </a:cubicBezTo>
                  <a:cubicBezTo>
                    <a:pt x="56055" y="7007"/>
                    <a:pt x="60143" y="11094"/>
                    <a:pt x="62478" y="16349"/>
                  </a:cubicBezTo>
                  <a:cubicBezTo>
                    <a:pt x="65398" y="21605"/>
                    <a:pt x="66566" y="27444"/>
                    <a:pt x="66566" y="33867"/>
                  </a:cubicBezTo>
                  <a:cubicBezTo>
                    <a:pt x="66566" y="40874"/>
                    <a:pt x="65398" y="46713"/>
                    <a:pt x="62478" y="51968"/>
                  </a:cubicBezTo>
                  <a:cubicBezTo>
                    <a:pt x="59559" y="57223"/>
                    <a:pt x="55471" y="61310"/>
                    <a:pt x="50800" y="63646"/>
                  </a:cubicBezTo>
                  <a:cubicBezTo>
                    <a:pt x="45545" y="66566"/>
                    <a:pt x="39706" y="67733"/>
                    <a:pt x="33283" y="67733"/>
                  </a:cubicBezTo>
                  <a:cubicBezTo>
                    <a:pt x="26860" y="67733"/>
                    <a:pt x="20437" y="66566"/>
                    <a:pt x="15765" y="63646"/>
                  </a:cubicBezTo>
                  <a:moveTo>
                    <a:pt x="47296" y="49632"/>
                  </a:moveTo>
                  <a:cubicBezTo>
                    <a:pt x="50800" y="45545"/>
                    <a:pt x="52552" y="40290"/>
                    <a:pt x="52552" y="33867"/>
                  </a:cubicBezTo>
                  <a:cubicBezTo>
                    <a:pt x="52552" y="27444"/>
                    <a:pt x="50800" y="22189"/>
                    <a:pt x="47296" y="18101"/>
                  </a:cubicBezTo>
                  <a:cubicBezTo>
                    <a:pt x="43793" y="14014"/>
                    <a:pt x="39122" y="11678"/>
                    <a:pt x="33283" y="11678"/>
                  </a:cubicBezTo>
                  <a:cubicBezTo>
                    <a:pt x="27444" y="11678"/>
                    <a:pt x="22772" y="14014"/>
                    <a:pt x="19269" y="18101"/>
                  </a:cubicBezTo>
                  <a:cubicBezTo>
                    <a:pt x="15765" y="22189"/>
                    <a:pt x="14014" y="27444"/>
                    <a:pt x="14014" y="33867"/>
                  </a:cubicBezTo>
                  <a:cubicBezTo>
                    <a:pt x="14014" y="40290"/>
                    <a:pt x="15765" y="45545"/>
                    <a:pt x="19269" y="49632"/>
                  </a:cubicBezTo>
                  <a:cubicBezTo>
                    <a:pt x="22772" y="53720"/>
                    <a:pt x="27444" y="56055"/>
                    <a:pt x="33283" y="56055"/>
                  </a:cubicBezTo>
                  <a:cubicBezTo>
                    <a:pt x="39122" y="56055"/>
                    <a:pt x="43793" y="53720"/>
                    <a:pt x="47296" y="49632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0" name="Vrije vorm: vorm 69">
              <a:extLst>
                <a:ext uri="{FF2B5EF4-FFF2-40B4-BE49-F238E27FC236}">
                  <a16:creationId xmlns:a16="http://schemas.microsoft.com/office/drawing/2014/main" id="{D9C9D4D7-A676-1847-9C42-7961A836BD88}"/>
                </a:ext>
              </a:extLst>
            </p:cNvPr>
            <p:cNvSpPr/>
            <p:nvPr/>
          </p:nvSpPr>
          <p:spPr>
            <a:xfrm>
              <a:off x="2683024" y="6197861"/>
              <a:ext cx="14013" cy="91089"/>
            </a:xfrm>
            <a:custGeom>
              <a:avLst/>
              <a:gdLst>
                <a:gd name="connsiteX0" fmla="*/ 0 w 14013"/>
                <a:gd name="connsiteY0" fmla="*/ 0 h 91089"/>
                <a:gd name="connsiteX1" fmla="*/ 14014 w 14013"/>
                <a:gd name="connsiteY1" fmla="*/ 0 h 91089"/>
                <a:gd name="connsiteX2" fmla="*/ 14014 w 14013"/>
                <a:gd name="connsiteY2" fmla="*/ 91090 h 91089"/>
                <a:gd name="connsiteX3" fmla="*/ 0 w 14013"/>
                <a:gd name="connsiteY3" fmla="*/ 9109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13" h="91089">
                  <a:moveTo>
                    <a:pt x="0" y="0"/>
                  </a:moveTo>
                  <a:lnTo>
                    <a:pt x="14014" y="0"/>
                  </a:lnTo>
                  <a:lnTo>
                    <a:pt x="14014" y="91090"/>
                  </a:lnTo>
                  <a:lnTo>
                    <a:pt x="0" y="9109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A90AD06A-E6DA-95BD-0446-B35903C7EE6D}"/>
                </a:ext>
              </a:extLst>
            </p:cNvPr>
            <p:cNvSpPr/>
            <p:nvPr/>
          </p:nvSpPr>
          <p:spPr>
            <a:xfrm>
              <a:off x="2711051" y="6197861"/>
              <a:ext cx="14013" cy="91089"/>
            </a:xfrm>
            <a:custGeom>
              <a:avLst/>
              <a:gdLst>
                <a:gd name="connsiteX0" fmla="*/ 0 w 14013"/>
                <a:gd name="connsiteY0" fmla="*/ 0 h 91089"/>
                <a:gd name="connsiteX1" fmla="*/ 14014 w 14013"/>
                <a:gd name="connsiteY1" fmla="*/ 0 h 91089"/>
                <a:gd name="connsiteX2" fmla="*/ 14014 w 14013"/>
                <a:gd name="connsiteY2" fmla="*/ 91090 h 91089"/>
                <a:gd name="connsiteX3" fmla="*/ 0 w 14013"/>
                <a:gd name="connsiteY3" fmla="*/ 9109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13" h="91089">
                  <a:moveTo>
                    <a:pt x="0" y="0"/>
                  </a:moveTo>
                  <a:lnTo>
                    <a:pt x="14014" y="0"/>
                  </a:lnTo>
                  <a:lnTo>
                    <a:pt x="14014" y="91090"/>
                  </a:lnTo>
                  <a:lnTo>
                    <a:pt x="0" y="9109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2" name="Vrije vorm: vorm 71">
              <a:extLst>
                <a:ext uri="{FF2B5EF4-FFF2-40B4-BE49-F238E27FC236}">
                  <a16:creationId xmlns:a16="http://schemas.microsoft.com/office/drawing/2014/main" id="{7D5D4D6F-F42E-0820-9847-5F80349B0710}"/>
                </a:ext>
              </a:extLst>
            </p:cNvPr>
            <p:cNvSpPr/>
            <p:nvPr/>
          </p:nvSpPr>
          <p:spPr>
            <a:xfrm>
              <a:off x="2736159" y="622180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6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6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4451 h 68317"/>
                <a:gd name="connsiteX19" fmla="*/ 4087 w 65397"/>
                <a:gd name="connsiteY19" fmla="*/ 15766 h 68317"/>
                <a:gd name="connsiteX20" fmla="*/ 50800 w 65397"/>
                <a:gd name="connsiteY20" fmla="*/ 26860 h 68317"/>
                <a:gd name="connsiteX21" fmla="*/ 44961 w 65397"/>
                <a:gd name="connsiteY21" fmla="*/ 15766 h 68317"/>
                <a:gd name="connsiteX22" fmla="*/ 32699 w 65397"/>
                <a:gd name="connsiteY22" fmla="*/ 11678 h 68317"/>
                <a:gd name="connsiteX23" fmla="*/ 21021 w 65397"/>
                <a:gd name="connsiteY23" fmla="*/ 15766 h 68317"/>
                <a:gd name="connsiteX24" fmla="*/ 15182 w 65397"/>
                <a:gd name="connsiteY24" fmla="*/ 26860 h 68317"/>
                <a:gd name="connsiteX25" fmla="*/ 50800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6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3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3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4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4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6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4451"/>
                  </a:cubicBezTo>
                  <a:cubicBezTo>
                    <a:pt x="0" y="26860"/>
                    <a:pt x="1168" y="21021"/>
                    <a:pt x="4087" y="15766"/>
                  </a:cubicBezTo>
                  <a:moveTo>
                    <a:pt x="50800" y="26860"/>
                  </a:moveTo>
                  <a:cubicBezTo>
                    <a:pt x="50216" y="22189"/>
                    <a:pt x="48464" y="18101"/>
                    <a:pt x="44961" y="15766"/>
                  </a:cubicBezTo>
                  <a:cubicBezTo>
                    <a:pt x="41458" y="12846"/>
                    <a:pt x="37370" y="11678"/>
                    <a:pt x="32699" y="11678"/>
                  </a:cubicBezTo>
                  <a:cubicBezTo>
                    <a:pt x="28028" y="11678"/>
                    <a:pt x="23940" y="12846"/>
                    <a:pt x="21021" y="15766"/>
                  </a:cubicBezTo>
                  <a:cubicBezTo>
                    <a:pt x="17517" y="18685"/>
                    <a:pt x="15766" y="22189"/>
                    <a:pt x="15182" y="26860"/>
                  </a:cubicBezTo>
                  <a:lnTo>
                    <a:pt x="50800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3" name="Vrije vorm: vorm 72">
              <a:extLst>
                <a:ext uri="{FF2B5EF4-FFF2-40B4-BE49-F238E27FC236}">
                  <a16:creationId xmlns:a16="http://schemas.microsoft.com/office/drawing/2014/main" id="{94564898-C6F3-52D2-C754-7B7CE08DBD81}"/>
                </a:ext>
              </a:extLst>
            </p:cNvPr>
            <p:cNvSpPr/>
            <p:nvPr/>
          </p:nvSpPr>
          <p:spPr>
            <a:xfrm>
              <a:off x="2810316" y="6221801"/>
              <a:ext cx="67149" cy="93425"/>
            </a:xfrm>
            <a:custGeom>
              <a:avLst/>
              <a:gdLst>
                <a:gd name="connsiteX0" fmla="*/ 67150 w 67149"/>
                <a:gd name="connsiteY0" fmla="*/ 584 h 93425"/>
                <a:gd name="connsiteX1" fmla="*/ 67150 w 67149"/>
                <a:gd name="connsiteY1" fmla="*/ 64230 h 93425"/>
                <a:gd name="connsiteX2" fmla="*/ 58975 w 67149"/>
                <a:gd name="connsiteY2" fmla="*/ 85835 h 93425"/>
                <a:gd name="connsiteX3" fmla="*/ 33283 w 67149"/>
                <a:gd name="connsiteY3" fmla="*/ 93425 h 93425"/>
                <a:gd name="connsiteX4" fmla="*/ 11094 w 67149"/>
                <a:gd name="connsiteY4" fmla="*/ 87586 h 93425"/>
                <a:gd name="connsiteX5" fmla="*/ 1752 w 67149"/>
                <a:gd name="connsiteY5" fmla="*/ 70653 h 93425"/>
                <a:gd name="connsiteX6" fmla="*/ 15765 w 67149"/>
                <a:gd name="connsiteY6" fmla="*/ 70653 h 93425"/>
                <a:gd name="connsiteX7" fmla="*/ 21605 w 67149"/>
                <a:gd name="connsiteY7" fmla="*/ 79412 h 93425"/>
                <a:gd name="connsiteX8" fmla="*/ 33867 w 67149"/>
                <a:gd name="connsiteY8" fmla="*/ 82331 h 93425"/>
                <a:gd name="connsiteX9" fmla="*/ 53136 w 67149"/>
                <a:gd name="connsiteY9" fmla="*/ 63646 h 93425"/>
                <a:gd name="connsiteX10" fmla="*/ 53136 w 67149"/>
                <a:gd name="connsiteY10" fmla="*/ 56055 h 93425"/>
                <a:gd name="connsiteX11" fmla="*/ 31531 w 67149"/>
                <a:gd name="connsiteY11" fmla="*/ 67150 h 93425"/>
                <a:gd name="connsiteX12" fmla="*/ 15181 w 67149"/>
                <a:gd name="connsiteY12" fmla="*/ 63062 h 93425"/>
                <a:gd name="connsiteX13" fmla="*/ 4087 w 67149"/>
                <a:gd name="connsiteY13" fmla="*/ 51384 h 93425"/>
                <a:gd name="connsiteX14" fmla="*/ 0 w 67149"/>
                <a:gd name="connsiteY14" fmla="*/ 33283 h 93425"/>
                <a:gd name="connsiteX15" fmla="*/ 4087 w 67149"/>
                <a:gd name="connsiteY15" fmla="*/ 15766 h 93425"/>
                <a:gd name="connsiteX16" fmla="*/ 15181 w 67149"/>
                <a:gd name="connsiteY16" fmla="*/ 4087 h 93425"/>
                <a:gd name="connsiteX17" fmla="*/ 31531 w 67149"/>
                <a:gd name="connsiteY17" fmla="*/ 0 h 93425"/>
                <a:gd name="connsiteX18" fmla="*/ 44377 w 67149"/>
                <a:gd name="connsiteY18" fmla="*/ 2920 h 93425"/>
                <a:gd name="connsiteX19" fmla="*/ 53136 w 67149"/>
                <a:gd name="connsiteY19" fmla="*/ 11094 h 93425"/>
                <a:gd name="connsiteX20" fmla="*/ 54887 w 67149"/>
                <a:gd name="connsiteY20" fmla="*/ 584 h 93425"/>
                <a:gd name="connsiteX21" fmla="*/ 67150 w 67149"/>
                <a:gd name="connsiteY21" fmla="*/ 584 h 93425"/>
                <a:gd name="connsiteX22" fmla="*/ 47880 w 67149"/>
                <a:gd name="connsiteY22" fmla="*/ 49632 h 93425"/>
                <a:gd name="connsiteX23" fmla="*/ 53136 w 67149"/>
                <a:gd name="connsiteY23" fmla="*/ 33867 h 93425"/>
                <a:gd name="connsiteX24" fmla="*/ 47880 w 67149"/>
                <a:gd name="connsiteY24" fmla="*/ 18101 h 93425"/>
                <a:gd name="connsiteX25" fmla="*/ 33867 w 67149"/>
                <a:gd name="connsiteY25" fmla="*/ 11678 h 93425"/>
                <a:gd name="connsiteX26" fmla="*/ 19853 w 67149"/>
                <a:gd name="connsiteY26" fmla="*/ 17517 h 93425"/>
                <a:gd name="connsiteX27" fmla="*/ 14598 w 67149"/>
                <a:gd name="connsiteY27" fmla="*/ 33283 h 93425"/>
                <a:gd name="connsiteX28" fmla="*/ 19853 w 67149"/>
                <a:gd name="connsiteY28" fmla="*/ 49048 h 93425"/>
                <a:gd name="connsiteX29" fmla="*/ 33867 w 67149"/>
                <a:gd name="connsiteY29" fmla="*/ 54887 h 93425"/>
                <a:gd name="connsiteX30" fmla="*/ 47880 w 67149"/>
                <a:gd name="connsiteY30" fmla="*/ 49632 h 9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149" h="93425">
                  <a:moveTo>
                    <a:pt x="67150" y="584"/>
                  </a:moveTo>
                  <a:lnTo>
                    <a:pt x="67150" y="64230"/>
                  </a:lnTo>
                  <a:cubicBezTo>
                    <a:pt x="67150" y="73573"/>
                    <a:pt x="64230" y="80579"/>
                    <a:pt x="58975" y="85835"/>
                  </a:cubicBezTo>
                  <a:cubicBezTo>
                    <a:pt x="53136" y="91090"/>
                    <a:pt x="44961" y="93425"/>
                    <a:pt x="33283" y="93425"/>
                  </a:cubicBezTo>
                  <a:cubicBezTo>
                    <a:pt x="24524" y="93425"/>
                    <a:pt x="16933" y="91674"/>
                    <a:pt x="11094" y="87586"/>
                  </a:cubicBezTo>
                  <a:cubicBezTo>
                    <a:pt x="5255" y="83499"/>
                    <a:pt x="2336" y="77660"/>
                    <a:pt x="1752" y="70653"/>
                  </a:cubicBezTo>
                  <a:lnTo>
                    <a:pt x="15765" y="70653"/>
                  </a:lnTo>
                  <a:cubicBezTo>
                    <a:pt x="16349" y="74156"/>
                    <a:pt x="18685" y="77076"/>
                    <a:pt x="21605" y="79412"/>
                  </a:cubicBezTo>
                  <a:cubicBezTo>
                    <a:pt x="24524" y="81163"/>
                    <a:pt x="28612" y="82331"/>
                    <a:pt x="33867" y="82331"/>
                  </a:cubicBezTo>
                  <a:cubicBezTo>
                    <a:pt x="46713" y="82331"/>
                    <a:pt x="53136" y="75908"/>
                    <a:pt x="53136" y="63646"/>
                  </a:cubicBezTo>
                  <a:lnTo>
                    <a:pt x="53136" y="56055"/>
                  </a:lnTo>
                  <a:cubicBezTo>
                    <a:pt x="48464" y="63062"/>
                    <a:pt x="40874" y="67150"/>
                    <a:pt x="31531" y="67150"/>
                  </a:cubicBezTo>
                  <a:cubicBezTo>
                    <a:pt x="25692" y="67150"/>
                    <a:pt x="19853" y="65982"/>
                    <a:pt x="15181" y="63062"/>
                  </a:cubicBezTo>
                  <a:cubicBezTo>
                    <a:pt x="10510" y="60143"/>
                    <a:pt x="6423" y="56639"/>
                    <a:pt x="4087" y="51384"/>
                  </a:cubicBezTo>
                  <a:cubicBezTo>
                    <a:pt x="1168" y="46129"/>
                    <a:pt x="0" y="40290"/>
                    <a:pt x="0" y="33283"/>
                  </a:cubicBezTo>
                  <a:cubicBezTo>
                    <a:pt x="0" y="26860"/>
                    <a:pt x="1168" y="20437"/>
                    <a:pt x="4087" y="15766"/>
                  </a:cubicBezTo>
                  <a:cubicBezTo>
                    <a:pt x="7007" y="10510"/>
                    <a:pt x="10510" y="6423"/>
                    <a:pt x="15181" y="4087"/>
                  </a:cubicBezTo>
                  <a:cubicBezTo>
                    <a:pt x="19853" y="1168"/>
                    <a:pt x="25108" y="0"/>
                    <a:pt x="31531" y="0"/>
                  </a:cubicBezTo>
                  <a:cubicBezTo>
                    <a:pt x="36786" y="0"/>
                    <a:pt x="40874" y="1168"/>
                    <a:pt x="44377" y="2920"/>
                  </a:cubicBezTo>
                  <a:cubicBezTo>
                    <a:pt x="47880" y="4671"/>
                    <a:pt x="50800" y="7591"/>
                    <a:pt x="53136" y="11094"/>
                  </a:cubicBezTo>
                  <a:lnTo>
                    <a:pt x="54887" y="584"/>
                  </a:lnTo>
                  <a:lnTo>
                    <a:pt x="67150" y="584"/>
                  </a:lnTo>
                  <a:close/>
                  <a:moveTo>
                    <a:pt x="47880" y="49632"/>
                  </a:moveTo>
                  <a:cubicBezTo>
                    <a:pt x="51384" y="45545"/>
                    <a:pt x="53136" y="40290"/>
                    <a:pt x="53136" y="33867"/>
                  </a:cubicBezTo>
                  <a:cubicBezTo>
                    <a:pt x="53136" y="27444"/>
                    <a:pt x="51384" y="22189"/>
                    <a:pt x="47880" y="18101"/>
                  </a:cubicBezTo>
                  <a:cubicBezTo>
                    <a:pt x="44377" y="14014"/>
                    <a:pt x="39706" y="11678"/>
                    <a:pt x="33867" y="11678"/>
                  </a:cubicBezTo>
                  <a:cubicBezTo>
                    <a:pt x="28028" y="11678"/>
                    <a:pt x="23356" y="13430"/>
                    <a:pt x="19853" y="17517"/>
                  </a:cubicBezTo>
                  <a:cubicBezTo>
                    <a:pt x="16349" y="21605"/>
                    <a:pt x="14598" y="26860"/>
                    <a:pt x="14598" y="33283"/>
                  </a:cubicBezTo>
                  <a:cubicBezTo>
                    <a:pt x="14598" y="39706"/>
                    <a:pt x="16349" y="44961"/>
                    <a:pt x="19853" y="49048"/>
                  </a:cubicBezTo>
                  <a:cubicBezTo>
                    <a:pt x="23356" y="53136"/>
                    <a:pt x="28028" y="54887"/>
                    <a:pt x="33867" y="54887"/>
                  </a:cubicBezTo>
                  <a:cubicBezTo>
                    <a:pt x="39706" y="55471"/>
                    <a:pt x="44377" y="53720"/>
                    <a:pt x="47880" y="49632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4" name="Vrije vorm: vorm 73">
              <a:extLst>
                <a:ext uri="{FF2B5EF4-FFF2-40B4-BE49-F238E27FC236}">
                  <a16:creationId xmlns:a16="http://schemas.microsoft.com/office/drawing/2014/main" id="{EBCC3108-38E8-7CC7-9F8C-A51AC3E68F9C}"/>
                </a:ext>
              </a:extLst>
            </p:cNvPr>
            <p:cNvSpPr/>
            <p:nvPr/>
          </p:nvSpPr>
          <p:spPr>
            <a:xfrm>
              <a:off x="2886808" y="622180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6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6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4451 h 68317"/>
                <a:gd name="connsiteX19" fmla="*/ 4087 w 65397"/>
                <a:gd name="connsiteY19" fmla="*/ 15766 h 68317"/>
                <a:gd name="connsiteX20" fmla="*/ 51384 w 65397"/>
                <a:gd name="connsiteY20" fmla="*/ 26860 h 68317"/>
                <a:gd name="connsiteX21" fmla="*/ 45545 w 65397"/>
                <a:gd name="connsiteY21" fmla="*/ 15766 h 68317"/>
                <a:gd name="connsiteX22" fmla="*/ 33283 w 65397"/>
                <a:gd name="connsiteY22" fmla="*/ 11678 h 68317"/>
                <a:gd name="connsiteX23" fmla="*/ 21605 w 65397"/>
                <a:gd name="connsiteY23" fmla="*/ 15766 h 68317"/>
                <a:gd name="connsiteX24" fmla="*/ 15766 w 65397"/>
                <a:gd name="connsiteY24" fmla="*/ 26860 h 68317"/>
                <a:gd name="connsiteX25" fmla="*/ 51384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6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4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4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5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5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6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4451"/>
                  </a:cubicBezTo>
                  <a:cubicBezTo>
                    <a:pt x="0" y="26860"/>
                    <a:pt x="1752" y="21021"/>
                    <a:pt x="4087" y="15766"/>
                  </a:cubicBezTo>
                  <a:moveTo>
                    <a:pt x="51384" y="26860"/>
                  </a:moveTo>
                  <a:cubicBezTo>
                    <a:pt x="50800" y="22189"/>
                    <a:pt x="49048" y="18101"/>
                    <a:pt x="45545" y="15766"/>
                  </a:cubicBezTo>
                  <a:cubicBezTo>
                    <a:pt x="42042" y="12846"/>
                    <a:pt x="37954" y="11678"/>
                    <a:pt x="33283" y="11678"/>
                  </a:cubicBezTo>
                  <a:cubicBezTo>
                    <a:pt x="28612" y="11678"/>
                    <a:pt x="24524" y="12846"/>
                    <a:pt x="21605" y="15766"/>
                  </a:cubicBezTo>
                  <a:cubicBezTo>
                    <a:pt x="18101" y="18685"/>
                    <a:pt x="16350" y="22189"/>
                    <a:pt x="15766" y="26860"/>
                  </a:cubicBezTo>
                  <a:lnTo>
                    <a:pt x="51384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5" name="Vrije vorm: vorm 74">
              <a:extLst>
                <a:ext uri="{FF2B5EF4-FFF2-40B4-BE49-F238E27FC236}">
                  <a16:creationId xmlns:a16="http://schemas.microsoft.com/office/drawing/2014/main" id="{F359FA66-43D8-55E8-504E-1172EB2A3F52}"/>
                </a:ext>
              </a:extLst>
            </p:cNvPr>
            <p:cNvSpPr/>
            <p:nvPr/>
          </p:nvSpPr>
          <p:spPr>
            <a:xfrm>
              <a:off x="1395134" y="5790876"/>
              <a:ext cx="683914" cy="620695"/>
            </a:xfrm>
            <a:custGeom>
              <a:avLst/>
              <a:gdLst>
                <a:gd name="connsiteX0" fmla="*/ 542238 w 683914"/>
                <a:gd name="connsiteY0" fmla="*/ 620695 h 620695"/>
                <a:gd name="connsiteX1" fmla="*/ 141677 w 683914"/>
                <a:gd name="connsiteY1" fmla="*/ 620695 h 620695"/>
                <a:gd name="connsiteX2" fmla="*/ 18472 w 683914"/>
                <a:gd name="connsiteY2" fmla="*/ 549458 h 620695"/>
                <a:gd name="connsiteX3" fmla="*/ 19640 w 683914"/>
                <a:gd name="connsiteY3" fmla="*/ 406985 h 620695"/>
                <a:gd name="connsiteX4" fmla="*/ 219920 w 683914"/>
                <a:gd name="connsiteY4" fmla="*/ 69485 h 620695"/>
                <a:gd name="connsiteX5" fmla="*/ 341957 w 683914"/>
                <a:gd name="connsiteY5" fmla="*/ 0 h 620695"/>
                <a:gd name="connsiteX6" fmla="*/ 463994 w 683914"/>
                <a:gd name="connsiteY6" fmla="*/ 69485 h 620695"/>
                <a:gd name="connsiteX7" fmla="*/ 664275 w 683914"/>
                <a:gd name="connsiteY7" fmla="*/ 407569 h 620695"/>
                <a:gd name="connsiteX8" fmla="*/ 665443 w 683914"/>
                <a:gd name="connsiteY8" fmla="*/ 550042 h 620695"/>
                <a:gd name="connsiteX9" fmla="*/ 542238 w 683914"/>
                <a:gd name="connsiteY9" fmla="*/ 620695 h 62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3914" h="620695">
                  <a:moveTo>
                    <a:pt x="542238" y="620695"/>
                  </a:moveTo>
                  <a:lnTo>
                    <a:pt x="141677" y="620695"/>
                  </a:lnTo>
                  <a:cubicBezTo>
                    <a:pt x="90876" y="620695"/>
                    <a:pt x="43580" y="593252"/>
                    <a:pt x="18472" y="549458"/>
                  </a:cubicBezTo>
                  <a:cubicBezTo>
                    <a:pt x="-6636" y="505081"/>
                    <a:pt x="-6052" y="450778"/>
                    <a:pt x="19640" y="406985"/>
                  </a:cubicBezTo>
                  <a:lnTo>
                    <a:pt x="219920" y="69485"/>
                  </a:lnTo>
                  <a:cubicBezTo>
                    <a:pt x="245612" y="26276"/>
                    <a:pt x="291741" y="0"/>
                    <a:pt x="341957" y="0"/>
                  </a:cubicBezTo>
                  <a:cubicBezTo>
                    <a:pt x="392173" y="0"/>
                    <a:pt x="438302" y="26276"/>
                    <a:pt x="463994" y="69485"/>
                  </a:cubicBezTo>
                  <a:lnTo>
                    <a:pt x="664275" y="407569"/>
                  </a:lnTo>
                  <a:cubicBezTo>
                    <a:pt x="689967" y="451362"/>
                    <a:pt x="690551" y="505665"/>
                    <a:pt x="665443" y="550042"/>
                  </a:cubicBezTo>
                  <a:cubicBezTo>
                    <a:pt x="640335" y="593836"/>
                    <a:pt x="593038" y="620695"/>
                    <a:pt x="542238" y="620695"/>
                  </a:cubicBezTo>
                  <a:close/>
                </a:path>
              </a:pathLst>
            </a:custGeom>
            <a:noFill/>
            <a:ln w="1217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50" name="Tijdelijke aanduiding voor tekst 79">
            <a:extLst>
              <a:ext uri="{FF2B5EF4-FFF2-40B4-BE49-F238E27FC236}">
                <a16:creationId xmlns:a16="http://schemas.microsoft.com/office/drawing/2014/main" id="{9F57222F-5501-5A36-E7AE-CB0DAB76A0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788" y="1592263"/>
            <a:ext cx="6626225" cy="3889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994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543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1" y="584200"/>
            <a:ext cx="11018663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78675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Tekst wit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A88F8FC3-C0D0-5FFD-EA51-2796404BA6E2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INSTRUCTIE">
            <a:extLst>
              <a:ext uri="{FF2B5EF4-FFF2-40B4-BE49-F238E27FC236}">
                <a16:creationId xmlns:a16="http://schemas.microsoft.com/office/drawing/2014/main" id="{5E2F54FE-5FED-8391-67AC-946ABEDBEFBB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CA494227-DF55-128C-E4F0-0D696F87627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11" name="Ovaal 110">
              <a:extLst>
                <a:ext uri="{FF2B5EF4-FFF2-40B4-BE49-F238E27FC236}">
                  <a16:creationId xmlns:a16="http://schemas.microsoft.com/office/drawing/2014/main" id="{59D492D1-F943-6CBC-C30E-88271ED7BC78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2" name="Rechthoek 111">
              <a:extLst>
                <a:ext uri="{FF2B5EF4-FFF2-40B4-BE49-F238E27FC236}">
                  <a16:creationId xmlns:a16="http://schemas.microsoft.com/office/drawing/2014/main" id="{66F1B3BE-6EB3-D84B-A821-4B9F3F3B0E82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Ovaal 112">
              <a:extLst>
                <a:ext uri="{FF2B5EF4-FFF2-40B4-BE49-F238E27FC236}">
                  <a16:creationId xmlns:a16="http://schemas.microsoft.com/office/drawing/2014/main" id="{15E1D981-CFD8-E9DF-7473-736AC47A2EA0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4" name="Rechthoek 113">
              <a:extLst>
                <a:ext uri="{FF2B5EF4-FFF2-40B4-BE49-F238E27FC236}">
                  <a16:creationId xmlns:a16="http://schemas.microsoft.com/office/drawing/2014/main" id="{C497342E-84B5-55A7-A4C6-4C312FBA0BC9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1294035B-A3B2-762F-58B9-9D3192C72F47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16" name="Ovaal 115">
              <a:extLst>
                <a:ext uri="{FF2B5EF4-FFF2-40B4-BE49-F238E27FC236}">
                  <a16:creationId xmlns:a16="http://schemas.microsoft.com/office/drawing/2014/main" id="{6C0D6D57-FFC8-0F82-38AD-AB5685B6DBAC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56986D2A-B0CC-926C-CECE-2DEAADC9BD51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118" name="Ovaal 117">
              <a:extLst>
                <a:ext uri="{FF2B5EF4-FFF2-40B4-BE49-F238E27FC236}">
                  <a16:creationId xmlns:a16="http://schemas.microsoft.com/office/drawing/2014/main" id="{DD91906F-64C0-1B7E-AA73-28888AE33D2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CA3A6DCE-6877-0507-8BF9-2E7CBD3ACEF7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4F6B0BDA-D44F-8D6E-F004-B95F296AFDF9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D57434A9-7EC7-798A-3390-EDDB3E98E930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122" name="Ovaal 121">
              <a:extLst>
                <a:ext uri="{FF2B5EF4-FFF2-40B4-BE49-F238E27FC236}">
                  <a16:creationId xmlns:a16="http://schemas.microsoft.com/office/drawing/2014/main" id="{84C369D9-110A-4C34-C457-559DC0ABF53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4AEE31B2-277B-EACE-481B-1E97C1EB775F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4" name="Ovaal 123">
              <a:extLst>
                <a:ext uri="{FF2B5EF4-FFF2-40B4-BE49-F238E27FC236}">
                  <a16:creationId xmlns:a16="http://schemas.microsoft.com/office/drawing/2014/main" id="{5F55B725-6DCB-862E-AA8D-28F92D0223A5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86B6AA55-3216-8337-5ED1-1A211DE502FF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BC694642-02A8-D87C-EADC-8D8D8FA29A7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964686C1-9A69-110B-6970-8B92DB99EFFE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4CD8E159-6EB9-EC06-7C3D-738700DAC0C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3A5E5A09-7D77-CA70-3B3A-81CF43DCC1D7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888BF664-A628-1008-4557-200073CEE756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31" name="ICOON_info">
              <a:extLst>
                <a:ext uri="{FF2B5EF4-FFF2-40B4-BE49-F238E27FC236}">
                  <a16:creationId xmlns:a16="http://schemas.microsoft.com/office/drawing/2014/main" id="{F5114D20-9F3D-84B6-AD6F-8B4534A0EBD2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79" name="Ovaal 178">
                <a:extLst>
                  <a:ext uri="{FF2B5EF4-FFF2-40B4-BE49-F238E27FC236}">
                    <a16:creationId xmlns:a16="http://schemas.microsoft.com/office/drawing/2014/main" id="{C0B34260-448F-A816-5257-6106F9F3F76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0" name="Graphic 163" descr="Informatie">
                <a:extLst>
                  <a:ext uri="{FF2B5EF4-FFF2-40B4-BE49-F238E27FC236}">
                    <a16:creationId xmlns:a16="http://schemas.microsoft.com/office/drawing/2014/main" id="{699AB94A-BCE1-ADE0-7EEB-BEB648FB183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2" name="VOORBEELD">
              <a:extLst>
                <a:ext uri="{FF2B5EF4-FFF2-40B4-BE49-F238E27FC236}">
                  <a16:creationId xmlns:a16="http://schemas.microsoft.com/office/drawing/2014/main" id="{BBFB0F2D-241C-5315-FB25-B4A1868C55E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39" name="Rechthoek 138">
                <a:extLst>
                  <a:ext uri="{FF2B5EF4-FFF2-40B4-BE49-F238E27FC236}">
                    <a16:creationId xmlns:a16="http://schemas.microsoft.com/office/drawing/2014/main" id="{BBB4D316-2613-8BE5-82BC-7EF45CFA83C7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40" name="Rechthoek 139">
                <a:extLst>
                  <a:ext uri="{FF2B5EF4-FFF2-40B4-BE49-F238E27FC236}">
                    <a16:creationId xmlns:a16="http://schemas.microsoft.com/office/drawing/2014/main" id="{12802AF2-7FB9-E819-13F6-E007A86D536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1" name="Groep 140">
                <a:extLst>
                  <a:ext uri="{FF2B5EF4-FFF2-40B4-BE49-F238E27FC236}">
                    <a16:creationId xmlns:a16="http://schemas.microsoft.com/office/drawing/2014/main" id="{379DCD1D-54B4-E9CC-B6BB-DE82947CF68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72" name="Groep 171">
                  <a:extLst>
                    <a:ext uri="{FF2B5EF4-FFF2-40B4-BE49-F238E27FC236}">
                      <a16:creationId xmlns:a16="http://schemas.microsoft.com/office/drawing/2014/main" id="{EA51F509-5599-E991-C308-B0872647CE7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5EFB7E82-D4A4-0D15-349A-1F18A2160A2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5ECCED9F-2838-17F5-67B0-6A832B3AB2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B551956E-3DBE-15C8-EFFA-C7335E8DFA8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9226231D-2461-161C-D486-3AFD85A9DC3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8" name="Rechte verbindingslijn 177">
                    <a:extLst>
                      <a:ext uri="{FF2B5EF4-FFF2-40B4-BE49-F238E27FC236}">
                        <a16:creationId xmlns:a16="http://schemas.microsoft.com/office/drawing/2014/main" id="{16C71589-722C-87BC-E734-E579B8E1B37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3" name="Pijl: rechts 172">
                  <a:extLst>
                    <a:ext uri="{FF2B5EF4-FFF2-40B4-BE49-F238E27FC236}">
                      <a16:creationId xmlns:a16="http://schemas.microsoft.com/office/drawing/2014/main" id="{DC0B2427-8FAE-C220-8306-79755B6EC65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2" name="Groep 141">
                <a:extLst>
                  <a:ext uri="{FF2B5EF4-FFF2-40B4-BE49-F238E27FC236}">
                    <a16:creationId xmlns:a16="http://schemas.microsoft.com/office/drawing/2014/main" id="{1AD0AE2A-24FF-E9AD-E076-CE79C197D1E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65" name="Groep 164">
                  <a:extLst>
                    <a:ext uri="{FF2B5EF4-FFF2-40B4-BE49-F238E27FC236}">
                      <a16:creationId xmlns:a16="http://schemas.microsoft.com/office/drawing/2014/main" id="{83F33263-CB8C-2920-9363-DABF875F6EE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5C77A21E-8A84-8570-2286-87471A7439F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E3634161-CEF7-223E-5EE2-453364C706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63ED5CBD-5E79-FD51-372E-B977C9F693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0" name="Rechte verbindingslijn 169">
                    <a:extLst>
                      <a:ext uri="{FF2B5EF4-FFF2-40B4-BE49-F238E27FC236}">
                        <a16:creationId xmlns:a16="http://schemas.microsoft.com/office/drawing/2014/main" id="{85AD96D0-9213-5D34-77D3-D11E1736E0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0375E9AB-3B7C-4B39-CC93-D854D6FBB3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6" name="Pijl: rechts 165">
                  <a:extLst>
                    <a:ext uri="{FF2B5EF4-FFF2-40B4-BE49-F238E27FC236}">
                      <a16:creationId xmlns:a16="http://schemas.microsoft.com/office/drawing/2014/main" id="{F31A9AC9-A6CE-23B4-0904-5175CA899FF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43" name="Rechte verbindingslijn 142">
                <a:extLst>
                  <a:ext uri="{FF2B5EF4-FFF2-40B4-BE49-F238E27FC236}">
                    <a16:creationId xmlns:a16="http://schemas.microsoft.com/office/drawing/2014/main" id="{C188425D-5AED-4D60-E48B-FB7FC78C940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44" name="Rechte verbindingslijn 143">
                <a:extLst>
                  <a:ext uri="{FF2B5EF4-FFF2-40B4-BE49-F238E27FC236}">
                    <a16:creationId xmlns:a16="http://schemas.microsoft.com/office/drawing/2014/main" id="{CCB78866-E642-D126-2B1E-0ED45847806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45" name="Rechthoek 144">
                <a:extLst>
                  <a:ext uri="{FF2B5EF4-FFF2-40B4-BE49-F238E27FC236}">
                    <a16:creationId xmlns:a16="http://schemas.microsoft.com/office/drawing/2014/main" id="{689A523A-F3CA-24D2-05D3-FAE28062FA8D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BF97DA74-BA5A-859A-8D21-394FF5D49D4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47" name="Groep 146">
                <a:extLst>
                  <a:ext uri="{FF2B5EF4-FFF2-40B4-BE49-F238E27FC236}">
                    <a16:creationId xmlns:a16="http://schemas.microsoft.com/office/drawing/2014/main" id="{7CD00DA1-FB6F-86AA-F7B7-8A274F0A480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57" name="Rechthoek 156">
                  <a:extLst>
                    <a:ext uri="{FF2B5EF4-FFF2-40B4-BE49-F238E27FC236}">
                      <a16:creationId xmlns:a16="http://schemas.microsoft.com/office/drawing/2014/main" id="{C61FE227-C4D3-ED42-A4CF-C1C09C8A9DD5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8" name="Groep 157">
                  <a:extLst>
                    <a:ext uri="{FF2B5EF4-FFF2-40B4-BE49-F238E27FC236}">
                      <a16:creationId xmlns:a16="http://schemas.microsoft.com/office/drawing/2014/main" id="{42AF5D35-83E0-559F-56D8-88F0F1C2B5A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60" name="Rechte verbindingslijn 159">
                    <a:extLst>
                      <a:ext uri="{FF2B5EF4-FFF2-40B4-BE49-F238E27FC236}">
                        <a16:creationId xmlns:a16="http://schemas.microsoft.com/office/drawing/2014/main" id="{400D60B4-1D60-0B48-E8BE-F624774E50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1" name="Rechte verbindingslijn 160">
                    <a:extLst>
                      <a:ext uri="{FF2B5EF4-FFF2-40B4-BE49-F238E27FC236}">
                        <a16:creationId xmlns:a16="http://schemas.microsoft.com/office/drawing/2014/main" id="{F1F8A4D0-D23E-480C-B78C-DE1B3DCD65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2" name="Rechte verbindingslijn 161">
                    <a:extLst>
                      <a:ext uri="{FF2B5EF4-FFF2-40B4-BE49-F238E27FC236}">
                        <a16:creationId xmlns:a16="http://schemas.microsoft.com/office/drawing/2014/main" id="{6FC73593-BC0C-358B-ED2F-F6B8F1BF9A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3" name="Rechte verbindingslijn 162">
                    <a:extLst>
                      <a:ext uri="{FF2B5EF4-FFF2-40B4-BE49-F238E27FC236}">
                        <a16:creationId xmlns:a16="http://schemas.microsoft.com/office/drawing/2014/main" id="{CCE2E2AC-D134-5E83-46B7-EDCD9DFF343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4" name="Rechte verbindingslijn 163">
                    <a:extLst>
                      <a:ext uri="{FF2B5EF4-FFF2-40B4-BE49-F238E27FC236}">
                        <a16:creationId xmlns:a16="http://schemas.microsoft.com/office/drawing/2014/main" id="{B0D6F3BC-002C-E0EE-09D1-0DF5BA6223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9" name="Pijl: rechts 158">
                  <a:extLst>
                    <a:ext uri="{FF2B5EF4-FFF2-40B4-BE49-F238E27FC236}">
                      <a16:creationId xmlns:a16="http://schemas.microsoft.com/office/drawing/2014/main" id="{A4890635-A014-753D-8937-5103451A5BA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8" name="Groep 147">
                <a:extLst>
                  <a:ext uri="{FF2B5EF4-FFF2-40B4-BE49-F238E27FC236}">
                    <a16:creationId xmlns:a16="http://schemas.microsoft.com/office/drawing/2014/main" id="{8F6D3111-0F6D-6C17-D0E7-D9757D0A1FF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0ACEDB4D-94D7-736A-1604-D077D0B4880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0" name="Groep 149">
                  <a:extLst>
                    <a:ext uri="{FF2B5EF4-FFF2-40B4-BE49-F238E27FC236}">
                      <a16:creationId xmlns:a16="http://schemas.microsoft.com/office/drawing/2014/main" id="{19B07E46-4BE3-EFC1-A397-16F7BFFE62F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52" name="Rechte verbindingslijn 151">
                    <a:extLst>
                      <a:ext uri="{FF2B5EF4-FFF2-40B4-BE49-F238E27FC236}">
                        <a16:creationId xmlns:a16="http://schemas.microsoft.com/office/drawing/2014/main" id="{94D9CA90-C067-645C-D27A-1A12F3A540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3" name="Rechte verbindingslijn 152">
                    <a:extLst>
                      <a:ext uri="{FF2B5EF4-FFF2-40B4-BE49-F238E27FC236}">
                        <a16:creationId xmlns:a16="http://schemas.microsoft.com/office/drawing/2014/main" id="{241C7E0B-22EA-520B-EA97-1BD5B68167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220F9BD4-B982-7F05-3BA3-3B7A4DDFC91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4AC426FF-C84E-022F-EFFE-1138D363253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6" name="Rechte verbindingslijn 155">
                    <a:extLst>
                      <a:ext uri="{FF2B5EF4-FFF2-40B4-BE49-F238E27FC236}">
                        <a16:creationId xmlns:a16="http://schemas.microsoft.com/office/drawing/2014/main" id="{7C5CA006-BBE6-ADED-BC67-41F8A9F6C23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1" name="Pijl: rechts 150">
                  <a:extLst>
                    <a:ext uri="{FF2B5EF4-FFF2-40B4-BE49-F238E27FC236}">
                      <a16:creationId xmlns:a16="http://schemas.microsoft.com/office/drawing/2014/main" id="{260F336D-59AA-6AE6-3FBE-CDE4FC18C45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3" name="Groep 132">
              <a:extLst>
                <a:ext uri="{FF2B5EF4-FFF2-40B4-BE49-F238E27FC236}">
                  <a16:creationId xmlns:a16="http://schemas.microsoft.com/office/drawing/2014/main" id="{9B94116A-6319-7B20-B548-7D485B562DC3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34" name="Inspireren">
                <a:extLst>
                  <a:ext uri="{FF2B5EF4-FFF2-40B4-BE49-F238E27FC236}">
                    <a16:creationId xmlns:a16="http://schemas.microsoft.com/office/drawing/2014/main" id="{51D1CD4C-867F-C0DC-25D5-DB11A589A7FA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36" name="Freeform 12">
                  <a:extLst>
                    <a:ext uri="{FF2B5EF4-FFF2-40B4-BE49-F238E27FC236}">
                      <a16:creationId xmlns:a16="http://schemas.microsoft.com/office/drawing/2014/main" id="{DE79FBD0-16E2-9614-388C-E564B8768E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37" name="Freeform 13">
                  <a:extLst>
                    <a:ext uri="{FF2B5EF4-FFF2-40B4-BE49-F238E27FC236}">
                      <a16:creationId xmlns:a16="http://schemas.microsoft.com/office/drawing/2014/main" id="{A61464B3-2BF6-8186-52BD-CD517E437F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38" name="Freeform 14">
                  <a:extLst>
                    <a:ext uri="{FF2B5EF4-FFF2-40B4-BE49-F238E27FC236}">
                      <a16:creationId xmlns:a16="http://schemas.microsoft.com/office/drawing/2014/main" id="{4076D5AB-5528-A5AF-1B0D-7FE5F60312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61A29AA0-56DE-5524-B93A-4A11CEE258F9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31" name="Tijdelijke aanduiding voor tekst 10">
            <a:extLst>
              <a:ext uri="{FF2B5EF4-FFF2-40B4-BE49-F238E27FC236}">
                <a16:creationId xmlns:a16="http://schemas.microsoft.com/office/drawing/2014/main" id="{8C8A9B4D-C017-246C-F843-073DD8ADDE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787" y="1592263"/>
            <a:ext cx="11018837" cy="3889375"/>
          </a:xfrm>
        </p:spPr>
        <p:txBody>
          <a:bodyPr/>
          <a:lstStyle>
            <a:lvl1pPr marL="177800" indent="-177800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560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1" y="584200"/>
            <a:ext cx="11018663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2040302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Tekst en afbeelding 3x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A88F8FC3-C0D0-5FFD-EA51-2796404BA6E2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INSTRUCTIE">
            <a:extLst>
              <a:ext uri="{FF2B5EF4-FFF2-40B4-BE49-F238E27FC236}">
                <a16:creationId xmlns:a16="http://schemas.microsoft.com/office/drawing/2014/main" id="{5E2F54FE-5FED-8391-67AC-946ABEDBEFBB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CA494227-DF55-128C-E4F0-0D696F87627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11" name="Ovaal 110">
              <a:extLst>
                <a:ext uri="{FF2B5EF4-FFF2-40B4-BE49-F238E27FC236}">
                  <a16:creationId xmlns:a16="http://schemas.microsoft.com/office/drawing/2014/main" id="{59D492D1-F943-6CBC-C30E-88271ED7BC78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2" name="Rechthoek 111">
              <a:extLst>
                <a:ext uri="{FF2B5EF4-FFF2-40B4-BE49-F238E27FC236}">
                  <a16:creationId xmlns:a16="http://schemas.microsoft.com/office/drawing/2014/main" id="{66F1B3BE-6EB3-D84B-A821-4B9F3F3B0E82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Ovaal 112">
              <a:extLst>
                <a:ext uri="{FF2B5EF4-FFF2-40B4-BE49-F238E27FC236}">
                  <a16:creationId xmlns:a16="http://schemas.microsoft.com/office/drawing/2014/main" id="{15E1D981-CFD8-E9DF-7473-736AC47A2EA0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4" name="Rechthoek 113">
              <a:extLst>
                <a:ext uri="{FF2B5EF4-FFF2-40B4-BE49-F238E27FC236}">
                  <a16:creationId xmlns:a16="http://schemas.microsoft.com/office/drawing/2014/main" id="{C497342E-84B5-55A7-A4C6-4C312FBA0BC9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1294035B-A3B2-762F-58B9-9D3192C72F47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16" name="Ovaal 115">
              <a:extLst>
                <a:ext uri="{FF2B5EF4-FFF2-40B4-BE49-F238E27FC236}">
                  <a16:creationId xmlns:a16="http://schemas.microsoft.com/office/drawing/2014/main" id="{6C0D6D57-FFC8-0F82-38AD-AB5685B6DBAC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56986D2A-B0CC-926C-CECE-2DEAADC9BD51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118" name="Ovaal 117">
              <a:extLst>
                <a:ext uri="{FF2B5EF4-FFF2-40B4-BE49-F238E27FC236}">
                  <a16:creationId xmlns:a16="http://schemas.microsoft.com/office/drawing/2014/main" id="{DD91906F-64C0-1B7E-AA73-28888AE33D2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CA3A6DCE-6877-0507-8BF9-2E7CBD3ACEF7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4F6B0BDA-D44F-8D6E-F004-B95F296AFDF9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D57434A9-7EC7-798A-3390-EDDB3E98E930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122" name="Ovaal 121">
              <a:extLst>
                <a:ext uri="{FF2B5EF4-FFF2-40B4-BE49-F238E27FC236}">
                  <a16:creationId xmlns:a16="http://schemas.microsoft.com/office/drawing/2014/main" id="{84C369D9-110A-4C34-C457-559DC0ABF53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4AEE31B2-277B-EACE-481B-1E97C1EB775F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4" name="Ovaal 123">
              <a:extLst>
                <a:ext uri="{FF2B5EF4-FFF2-40B4-BE49-F238E27FC236}">
                  <a16:creationId xmlns:a16="http://schemas.microsoft.com/office/drawing/2014/main" id="{5F55B725-6DCB-862E-AA8D-28F92D0223A5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86B6AA55-3216-8337-5ED1-1A211DE502FF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BC694642-02A8-D87C-EADC-8D8D8FA29A7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964686C1-9A69-110B-6970-8B92DB99EFFE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4CD8E159-6EB9-EC06-7C3D-738700DAC0C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3A5E5A09-7D77-CA70-3B3A-81CF43DCC1D7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888BF664-A628-1008-4557-200073CEE756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31" name="ICOON_info">
              <a:extLst>
                <a:ext uri="{FF2B5EF4-FFF2-40B4-BE49-F238E27FC236}">
                  <a16:creationId xmlns:a16="http://schemas.microsoft.com/office/drawing/2014/main" id="{F5114D20-9F3D-84B6-AD6F-8B4534A0EBD2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79" name="Ovaal 178">
                <a:extLst>
                  <a:ext uri="{FF2B5EF4-FFF2-40B4-BE49-F238E27FC236}">
                    <a16:creationId xmlns:a16="http://schemas.microsoft.com/office/drawing/2014/main" id="{C0B34260-448F-A816-5257-6106F9F3F76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0" name="Graphic 163" descr="Informatie">
                <a:extLst>
                  <a:ext uri="{FF2B5EF4-FFF2-40B4-BE49-F238E27FC236}">
                    <a16:creationId xmlns:a16="http://schemas.microsoft.com/office/drawing/2014/main" id="{699AB94A-BCE1-ADE0-7EEB-BEB648FB183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2" name="VOORBEELD">
              <a:extLst>
                <a:ext uri="{FF2B5EF4-FFF2-40B4-BE49-F238E27FC236}">
                  <a16:creationId xmlns:a16="http://schemas.microsoft.com/office/drawing/2014/main" id="{BBFB0F2D-241C-5315-FB25-B4A1868C55E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39" name="Rechthoek 138">
                <a:extLst>
                  <a:ext uri="{FF2B5EF4-FFF2-40B4-BE49-F238E27FC236}">
                    <a16:creationId xmlns:a16="http://schemas.microsoft.com/office/drawing/2014/main" id="{BBB4D316-2613-8BE5-82BC-7EF45CFA83C7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40" name="Rechthoek 139">
                <a:extLst>
                  <a:ext uri="{FF2B5EF4-FFF2-40B4-BE49-F238E27FC236}">
                    <a16:creationId xmlns:a16="http://schemas.microsoft.com/office/drawing/2014/main" id="{12802AF2-7FB9-E819-13F6-E007A86D536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1" name="Groep 140">
                <a:extLst>
                  <a:ext uri="{FF2B5EF4-FFF2-40B4-BE49-F238E27FC236}">
                    <a16:creationId xmlns:a16="http://schemas.microsoft.com/office/drawing/2014/main" id="{379DCD1D-54B4-E9CC-B6BB-DE82947CF68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72" name="Groep 171">
                  <a:extLst>
                    <a:ext uri="{FF2B5EF4-FFF2-40B4-BE49-F238E27FC236}">
                      <a16:creationId xmlns:a16="http://schemas.microsoft.com/office/drawing/2014/main" id="{EA51F509-5599-E991-C308-B0872647CE7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5EFB7E82-D4A4-0D15-349A-1F18A2160A2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5ECCED9F-2838-17F5-67B0-6A832B3AB2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B551956E-3DBE-15C8-EFFA-C7335E8DFA8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9226231D-2461-161C-D486-3AFD85A9DC3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8" name="Rechte verbindingslijn 177">
                    <a:extLst>
                      <a:ext uri="{FF2B5EF4-FFF2-40B4-BE49-F238E27FC236}">
                        <a16:creationId xmlns:a16="http://schemas.microsoft.com/office/drawing/2014/main" id="{16C71589-722C-87BC-E734-E579B8E1B37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3" name="Pijl: rechts 172">
                  <a:extLst>
                    <a:ext uri="{FF2B5EF4-FFF2-40B4-BE49-F238E27FC236}">
                      <a16:creationId xmlns:a16="http://schemas.microsoft.com/office/drawing/2014/main" id="{DC0B2427-8FAE-C220-8306-79755B6EC65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2" name="Groep 141">
                <a:extLst>
                  <a:ext uri="{FF2B5EF4-FFF2-40B4-BE49-F238E27FC236}">
                    <a16:creationId xmlns:a16="http://schemas.microsoft.com/office/drawing/2014/main" id="{1AD0AE2A-24FF-E9AD-E076-CE79C197D1E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65" name="Groep 164">
                  <a:extLst>
                    <a:ext uri="{FF2B5EF4-FFF2-40B4-BE49-F238E27FC236}">
                      <a16:creationId xmlns:a16="http://schemas.microsoft.com/office/drawing/2014/main" id="{83F33263-CB8C-2920-9363-DABF875F6EE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5C77A21E-8A84-8570-2286-87471A7439F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E3634161-CEF7-223E-5EE2-453364C706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63ED5CBD-5E79-FD51-372E-B977C9F693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0" name="Rechte verbindingslijn 169">
                    <a:extLst>
                      <a:ext uri="{FF2B5EF4-FFF2-40B4-BE49-F238E27FC236}">
                        <a16:creationId xmlns:a16="http://schemas.microsoft.com/office/drawing/2014/main" id="{85AD96D0-9213-5D34-77D3-D11E1736E0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0375E9AB-3B7C-4B39-CC93-D854D6FBB3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6" name="Pijl: rechts 165">
                  <a:extLst>
                    <a:ext uri="{FF2B5EF4-FFF2-40B4-BE49-F238E27FC236}">
                      <a16:creationId xmlns:a16="http://schemas.microsoft.com/office/drawing/2014/main" id="{F31A9AC9-A6CE-23B4-0904-5175CA899FF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43" name="Rechte verbindingslijn 142">
                <a:extLst>
                  <a:ext uri="{FF2B5EF4-FFF2-40B4-BE49-F238E27FC236}">
                    <a16:creationId xmlns:a16="http://schemas.microsoft.com/office/drawing/2014/main" id="{C188425D-5AED-4D60-E48B-FB7FC78C940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44" name="Rechte verbindingslijn 143">
                <a:extLst>
                  <a:ext uri="{FF2B5EF4-FFF2-40B4-BE49-F238E27FC236}">
                    <a16:creationId xmlns:a16="http://schemas.microsoft.com/office/drawing/2014/main" id="{CCB78866-E642-D126-2B1E-0ED45847806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45" name="Rechthoek 144">
                <a:extLst>
                  <a:ext uri="{FF2B5EF4-FFF2-40B4-BE49-F238E27FC236}">
                    <a16:creationId xmlns:a16="http://schemas.microsoft.com/office/drawing/2014/main" id="{689A523A-F3CA-24D2-05D3-FAE28062FA8D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BF97DA74-BA5A-859A-8D21-394FF5D49D4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47" name="Groep 146">
                <a:extLst>
                  <a:ext uri="{FF2B5EF4-FFF2-40B4-BE49-F238E27FC236}">
                    <a16:creationId xmlns:a16="http://schemas.microsoft.com/office/drawing/2014/main" id="{7CD00DA1-FB6F-86AA-F7B7-8A274F0A480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57" name="Rechthoek 156">
                  <a:extLst>
                    <a:ext uri="{FF2B5EF4-FFF2-40B4-BE49-F238E27FC236}">
                      <a16:creationId xmlns:a16="http://schemas.microsoft.com/office/drawing/2014/main" id="{C61FE227-C4D3-ED42-A4CF-C1C09C8A9DD5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8" name="Groep 157">
                  <a:extLst>
                    <a:ext uri="{FF2B5EF4-FFF2-40B4-BE49-F238E27FC236}">
                      <a16:creationId xmlns:a16="http://schemas.microsoft.com/office/drawing/2014/main" id="{42AF5D35-83E0-559F-56D8-88F0F1C2B5A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60" name="Rechte verbindingslijn 159">
                    <a:extLst>
                      <a:ext uri="{FF2B5EF4-FFF2-40B4-BE49-F238E27FC236}">
                        <a16:creationId xmlns:a16="http://schemas.microsoft.com/office/drawing/2014/main" id="{400D60B4-1D60-0B48-E8BE-F624774E50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1" name="Rechte verbindingslijn 160">
                    <a:extLst>
                      <a:ext uri="{FF2B5EF4-FFF2-40B4-BE49-F238E27FC236}">
                        <a16:creationId xmlns:a16="http://schemas.microsoft.com/office/drawing/2014/main" id="{F1F8A4D0-D23E-480C-B78C-DE1B3DCD65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2" name="Rechte verbindingslijn 161">
                    <a:extLst>
                      <a:ext uri="{FF2B5EF4-FFF2-40B4-BE49-F238E27FC236}">
                        <a16:creationId xmlns:a16="http://schemas.microsoft.com/office/drawing/2014/main" id="{6FC73593-BC0C-358B-ED2F-F6B8F1BF9A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3" name="Rechte verbindingslijn 162">
                    <a:extLst>
                      <a:ext uri="{FF2B5EF4-FFF2-40B4-BE49-F238E27FC236}">
                        <a16:creationId xmlns:a16="http://schemas.microsoft.com/office/drawing/2014/main" id="{CCE2E2AC-D134-5E83-46B7-EDCD9DFF343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4" name="Rechte verbindingslijn 163">
                    <a:extLst>
                      <a:ext uri="{FF2B5EF4-FFF2-40B4-BE49-F238E27FC236}">
                        <a16:creationId xmlns:a16="http://schemas.microsoft.com/office/drawing/2014/main" id="{B0D6F3BC-002C-E0EE-09D1-0DF5BA6223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9" name="Pijl: rechts 158">
                  <a:extLst>
                    <a:ext uri="{FF2B5EF4-FFF2-40B4-BE49-F238E27FC236}">
                      <a16:creationId xmlns:a16="http://schemas.microsoft.com/office/drawing/2014/main" id="{A4890635-A014-753D-8937-5103451A5BA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8" name="Groep 147">
                <a:extLst>
                  <a:ext uri="{FF2B5EF4-FFF2-40B4-BE49-F238E27FC236}">
                    <a16:creationId xmlns:a16="http://schemas.microsoft.com/office/drawing/2014/main" id="{8F6D3111-0F6D-6C17-D0E7-D9757D0A1FF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0ACEDB4D-94D7-736A-1604-D077D0B4880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0" name="Groep 149">
                  <a:extLst>
                    <a:ext uri="{FF2B5EF4-FFF2-40B4-BE49-F238E27FC236}">
                      <a16:creationId xmlns:a16="http://schemas.microsoft.com/office/drawing/2014/main" id="{19B07E46-4BE3-EFC1-A397-16F7BFFE62F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52" name="Rechte verbindingslijn 151">
                    <a:extLst>
                      <a:ext uri="{FF2B5EF4-FFF2-40B4-BE49-F238E27FC236}">
                        <a16:creationId xmlns:a16="http://schemas.microsoft.com/office/drawing/2014/main" id="{94D9CA90-C067-645C-D27A-1A12F3A540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3" name="Rechte verbindingslijn 152">
                    <a:extLst>
                      <a:ext uri="{FF2B5EF4-FFF2-40B4-BE49-F238E27FC236}">
                        <a16:creationId xmlns:a16="http://schemas.microsoft.com/office/drawing/2014/main" id="{241C7E0B-22EA-520B-EA97-1BD5B68167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220F9BD4-B982-7F05-3BA3-3B7A4DDFC91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4AC426FF-C84E-022F-EFFE-1138D363253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6" name="Rechte verbindingslijn 155">
                    <a:extLst>
                      <a:ext uri="{FF2B5EF4-FFF2-40B4-BE49-F238E27FC236}">
                        <a16:creationId xmlns:a16="http://schemas.microsoft.com/office/drawing/2014/main" id="{7C5CA006-BBE6-ADED-BC67-41F8A9F6C23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1" name="Pijl: rechts 150">
                  <a:extLst>
                    <a:ext uri="{FF2B5EF4-FFF2-40B4-BE49-F238E27FC236}">
                      <a16:creationId xmlns:a16="http://schemas.microsoft.com/office/drawing/2014/main" id="{260F336D-59AA-6AE6-3FBE-CDE4FC18C45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3" name="Groep 132">
              <a:extLst>
                <a:ext uri="{FF2B5EF4-FFF2-40B4-BE49-F238E27FC236}">
                  <a16:creationId xmlns:a16="http://schemas.microsoft.com/office/drawing/2014/main" id="{9B94116A-6319-7B20-B548-7D485B562DC3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34" name="Inspireren">
                <a:extLst>
                  <a:ext uri="{FF2B5EF4-FFF2-40B4-BE49-F238E27FC236}">
                    <a16:creationId xmlns:a16="http://schemas.microsoft.com/office/drawing/2014/main" id="{51D1CD4C-867F-C0DC-25D5-DB11A589A7FA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36" name="Freeform 12">
                  <a:extLst>
                    <a:ext uri="{FF2B5EF4-FFF2-40B4-BE49-F238E27FC236}">
                      <a16:creationId xmlns:a16="http://schemas.microsoft.com/office/drawing/2014/main" id="{DE79FBD0-16E2-9614-388C-E564B8768E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37" name="Freeform 13">
                  <a:extLst>
                    <a:ext uri="{FF2B5EF4-FFF2-40B4-BE49-F238E27FC236}">
                      <a16:creationId xmlns:a16="http://schemas.microsoft.com/office/drawing/2014/main" id="{A61464B3-2BF6-8186-52BD-CD517E437F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38" name="Freeform 14">
                  <a:extLst>
                    <a:ext uri="{FF2B5EF4-FFF2-40B4-BE49-F238E27FC236}">
                      <a16:creationId xmlns:a16="http://schemas.microsoft.com/office/drawing/2014/main" id="{4076D5AB-5528-A5AF-1B0D-7FE5F60312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61A29AA0-56DE-5524-B93A-4A11CEE258F9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31" name="Tijdelijke aanduiding voor tekst 10">
            <a:extLst>
              <a:ext uri="{FF2B5EF4-FFF2-40B4-BE49-F238E27FC236}">
                <a16:creationId xmlns:a16="http://schemas.microsoft.com/office/drawing/2014/main" id="{8C8A9B4D-C017-246C-F843-073DD8ADDE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787" y="3585188"/>
            <a:ext cx="3524299" cy="1896450"/>
          </a:xfrm>
        </p:spPr>
        <p:txBody>
          <a:bodyPr/>
          <a:lstStyle>
            <a:lvl1pPr marL="177800" indent="-177800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4" name="Tijdelijke aanduiding voor tekst 10">
            <a:extLst>
              <a:ext uri="{FF2B5EF4-FFF2-40B4-BE49-F238E27FC236}">
                <a16:creationId xmlns:a16="http://schemas.microsoft.com/office/drawing/2014/main" id="{EACA904A-3309-CA1D-90A8-2C5D81CB6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33850" y="3585188"/>
            <a:ext cx="3524299" cy="1896450"/>
          </a:xfrm>
        </p:spPr>
        <p:txBody>
          <a:bodyPr/>
          <a:lstStyle>
            <a:lvl1pPr marL="177800" indent="-177800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5" name="Tijdelijke aanduiding voor tekst 10">
            <a:extLst>
              <a:ext uri="{FF2B5EF4-FFF2-40B4-BE49-F238E27FC236}">
                <a16:creationId xmlns:a16="http://schemas.microsoft.com/office/drawing/2014/main" id="{7A715814-E680-AC27-6F47-D3B82658A5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81119" y="3585188"/>
            <a:ext cx="3524299" cy="1896450"/>
          </a:xfrm>
        </p:spPr>
        <p:txBody>
          <a:bodyPr/>
          <a:lstStyle>
            <a:lvl1pPr marL="177800" indent="-177800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6" name="Tijdelijke aanduiding voor afbeelding 16">
            <a:extLst>
              <a:ext uri="{FF2B5EF4-FFF2-40B4-BE49-F238E27FC236}">
                <a16:creationId xmlns:a16="http://schemas.microsoft.com/office/drawing/2014/main" id="{2E253790-42D6-FC65-75D7-81708B3792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5786" y="1376362"/>
            <a:ext cx="3524400" cy="2052637"/>
          </a:xfrm>
          <a:solidFill>
            <a:schemeClr val="bg1">
              <a:lumMod val="95000"/>
            </a:schemeClr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dit kader, ga naar ‘Slidebuilder’, </a:t>
            </a:r>
            <a:br>
              <a:rPr lang="nl-NL"/>
            </a:br>
            <a:r>
              <a:rPr lang="nl-NL"/>
              <a:t>klik op ‘Afbeeldingen’, selecteer een afbeelding en klik op ‘Invoegen’.</a:t>
            </a:r>
          </a:p>
        </p:txBody>
      </p:sp>
      <p:sp>
        <p:nvSpPr>
          <p:cNvPr id="7" name="Tijdelijke aanduiding voor afbeelding 16">
            <a:extLst>
              <a:ext uri="{FF2B5EF4-FFF2-40B4-BE49-F238E27FC236}">
                <a16:creationId xmlns:a16="http://schemas.microsoft.com/office/drawing/2014/main" id="{E5754C10-01D1-9BCB-E18B-853447E48E1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33056" y="1376362"/>
            <a:ext cx="3524400" cy="2052637"/>
          </a:xfrm>
          <a:solidFill>
            <a:schemeClr val="bg1">
              <a:lumMod val="95000"/>
            </a:schemeClr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dit kader, ga naar ‘Slidebuilder’, </a:t>
            </a:r>
            <a:br>
              <a:rPr lang="nl-NL"/>
            </a:br>
            <a:r>
              <a:rPr lang="nl-NL"/>
              <a:t>klik op ‘Afbeeldingen’, selecteer een afbeelding en klik op ‘Invoegen’.</a:t>
            </a:r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200DF285-418F-6EB5-1CBE-6CA40B35E97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80324" y="1376362"/>
            <a:ext cx="3524400" cy="2052637"/>
          </a:xfrm>
          <a:solidFill>
            <a:schemeClr val="bg1">
              <a:lumMod val="95000"/>
            </a:schemeClr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dit kader, ga naar ‘Slidebuilder’, </a:t>
            </a:r>
            <a:br>
              <a:rPr lang="nl-NL"/>
            </a:br>
            <a:r>
              <a:rPr lang="nl-NL"/>
              <a:t>klik op ‘Afbeeldingen’, selecteer een afbeelding en klik op ‘Invoegen’.</a:t>
            </a:r>
          </a:p>
        </p:txBody>
      </p:sp>
    </p:spTree>
    <p:extLst>
      <p:ext uri="{BB962C8B-B14F-4D97-AF65-F5344CB8AC3E}">
        <p14:creationId xmlns:p14="http://schemas.microsoft.com/office/powerpoint/2010/main" val="394552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1" y="584200"/>
            <a:ext cx="11018663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753091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Tekst 3x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A88F8FC3-C0D0-5FFD-EA51-2796404BA6E2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INSTRUCTIE">
            <a:extLst>
              <a:ext uri="{FF2B5EF4-FFF2-40B4-BE49-F238E27FC236}">
                <a16:creationId xmlns:a16="http://schemas.microsoft.com/office/drawing/2014/main" id="{5E2F54FE-5FED-8391-67AC-946ABEDBEFBB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CA494227-DF55-128C-E4F0-0D696F87627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11" name="Ovaal 110">
              <a:extLst>
                <a:ext uri="{FF2B5EF4-FFF2-40B4-BE49-F238E27FC236}">
                  <a16:creationId xmlns:a16="http://schemas.microsoft.com/office/drawing/2014/main" id="{59D492D1-F943-6CBC-C30E-88271ED7BC78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2" name="Rechthoek 111">
              <a:extLst>
                <a:ext uri="{FF2B5EF4-FFF2-40B4-BE49-F238E27FC236}">
                  <a16:creationId xmlns:a16="http://schemas.microsoft.com/office/drawing/2014/main" id="{66F1B3BE-6EB3-D84B-A821-4B9F3F3B0E82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Ovaal 112">
              <a:extLst>
                <a:ext uri="{FF2B5EF4-FFF2-40B4-BE49-F238E27FC236}">
                  <a16:creationId xmlns:a16="http://schemas.microsoft.com/office/drawing/2014/main" id="{15E1D981-CFD8-E9DF-7473-736AC47A2EA0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4" name="Rechthoek 113">
              <a:extLst>
                <a:ext uri="{FF2B5EF4-FFF2-40B4-BE49-F238E27FC236}">
                  <a16:creationId xmlns:a16="http://schemas.microsoft.com/office/drawing/2014/main" id="{C497342E-84B5-55A7-A4C6-4C312FBA0BC9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1294035B-A3B2-762F-58B9-9D3192C72F47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16" name="Ovaal 115">
              <a:extLst>
                <a:ext uri="{FF2B5EF4-FFF2-40B4-BE49-F238E27FC236}">
                  <a16:creationId xmlns:a16="http://schemas.microsoft.com/office/drawing/2014/main" id="{6C0D6D57-FFC8-0F82-38AD-AB5685B6DBAC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56986D2A-B0CC-926C-CECE-2DEAADC9BD51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118" name="Ovaal 117">
              <a:extLst>
                <a:ext uri="{FF2B5EF4-FFF2-40B4-BE49-F238E27FC236}">
                  <a16:creationId xmlns:a16="http://schemas.microsoft.com/office/drawing/2014/main" id="{DD91906F-64C0-1B7E-AA73-28888AE33D2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CA3A6DCE-6877-0507-8BF9-2E7CBD3ACEF7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4F6B0BDA-D44F-8D6E-F004-B95F296AFDF9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D57434A9-7EC7-798A-3390-EDDB3E98E930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122" name="Ovaal 121">
              <a:extLst>
                <a:ext uri="{FF2B5EF4-FFF2-40B4-BE49-F238E27FC236}">
                  <a16:creationId xmlns:a16="http://schemas.microsoft.com/office/drawing/2014/main" id="{84C369D9-110A-4C34-C457-559DC0ABF53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4AEE31B2-277B-EACE-481B-1E97C1EB775F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4" name="Ovaal 123">
              <a:extLst>
                <a:ext uri="{FF2B5EF4-FFF2-40B4-BE49-F238E27FC236}">
                  <a16:creationId xmlns:a16="http://schemas.microsoft.com/office/drawing/2014/main" id="{5F55B725-6DCB-862E-AA8D-28F92D0223A5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86B6AA55-3216-8337-5ED1-1A211DE502FF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BC694642-02A8-D87C-EADC-8D8D8FA29A7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964686C1-9A69-110B-6970-8B92DB99EFFE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4CD8E159-6EB9-EC06-7C3D-738700DAC0C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3A5E5A09-7D77-CA70-3B3A-81CF43DCC1D7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888BF664-A628-1008-4557-200073CEE756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31" name="ICOON_info">
              <a:extLst>
                <a:ext uri="{FF2B5EF4-FFF2-40B4-BE49-F238E27FC236}">
                  <a16:creationId xmlns:a16="http://schemas.microsoft.com/office/drawing/2014/main" id="{F5114D20-9F3D-84B6-AD6F-8B4534A0EBD2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79" name="Ovaal 178">
                <a:extLst>
                  <a:ext uri="{FF2B5EF4-FFF2-40B4-BE49-F238E27FC236}">
                    <a16:creationId xmlns:a16="http://schemas.microsoft.com/office/drawing/2014/main" id="{C0B34260-448F-A816-5257-6106F9F3F76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0" name="Graphic 163" descr="Informatie">
                <a:extLst>
                  <a:ext uri="{FF2B5EF4-FFF2-40B4-BE49-F238E27FC236}">
                    <a16:creationId xmlns:a16="http://schemas.microsoft.com/office/drawing/2014/main" id="{699AB94A-BCE1-ADE0-7EEB-BEB648FB183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2" name="VOORBEELD">
              <a:extLst>
                <a:ext uri="{FF2B5EF4-FFF2-40B4-BE49-F238E27FC236}">
                  <a16:creationId xmlns:a16="http://schemas.microsoft.com/office/drawing/2014/main" id="{BBFB0F2D-241C-5315-FB25-B4A1868C55E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39" name="Rechthoek 138">
                <a:extLst>
                  <a:ext uri="{FF2B5EF4-FFF2-40B4-BE49-F238E27FC236}">
                    <a16:creationId xmlns:a16="http://schemas.microsoft.com/office/drawing/2014/main" id="{BBB4D316-2613-8BE5-82BC-7EF45CFA83C7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40" name="Rechthoek 139">
                <a:extLst>
                  <a:ext uri="{FF2B5EF4-FFF2-40B4-BE49-F238E27FC236}">
                    <a16:creationId xmlns:a16="http://schemas.microsoft.com/office/drawing/2014/main" id="{12802AF2-7FB9-E819-13F6-E007A86D536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1" name="Groep 140">
                <a:extLst>
                  <a:ext uri="{FF2B5EF4-FFF2-40B4-BE49-F238E27FC236}">
                    <a16:creationId xmlns:a16="http://schemas.microsoft.com/office/drawing/2014/main" id="{379DCD1D-54B4-E9CC-B6BB-DE82947CF68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72" name="Groep 171">
                  <a:extLst>
                    <a:ext uri="{FF2B5EF4-FFF2-40B4-BE49-F238E27FC236}">
                      <a16:creationId xmlns:a16="http://schemas.microsoft.com/office/drawing/2014/main" id="{EA51F509-5599-E991-C308-B0872647CE7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5EFB7E82-D4A4-0D15-349A-1F18A2160A2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5ECCED9F-2838-17F5-67B0-6A832B3AB2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B551956E-3DBE-15C8-EFFA-C7335E8DFA8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9226231D-2461-161C-D486-3AFD85A9DC3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8" name="Rechte verbindingslijn 177">
                    <a:extLst>
                      <a:ext uri="{FF2B5EF4-FFF2-40B4-BE49-F238E27FC236}">
                        <a16:creationId xmlns:a16="http://schemas.microsoft.com/office/drawing/2014/main" id="{16C71589-722C-87BC-E734-E579B8E1B37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3" name="Pijl: rechts 172">
                  <a:extLst>
                    <a:ext uri="{FF2B5EF4-FFF2-40B4-BE49-F238E27FC236}">
                      <a16:creationId xmlns:a16="http://schemas.microsoft.com/office/drawing/2014/main" id="{DC0B2427-8FAE-C220-8306-79755B6EC65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2" name="Groep 141">
                <a:extLst>
                  <a:ext uri="{FF2B5EF4-FFF2-40B4-BE49-F238E27FC236}">
                    <a16:creationId xmlns:a16="http://schemas.microsoft.com/office/drawing/2014/main" id="{1AD0AE2A-24FF-E9AD-E076-CE79C197D1E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65" name="Groep 164">
                  <a:extLst>
                    <a:ext uri="{FF2B5EF4-FFF2-40B4-BE49-F238E27FC236}">
                      <a16:creationId xmlns:a16="http://schemas.microsoft.com/office/drawing/2014/main" id="{83F33263-CB8C-2920-9363-DABF875F6EE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5C77A21E-8A84-8570-2286-87471A7439F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E3634161-CEF7-223E-5EE2-453364C706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63ED5CBD-5E79-FD51-372E-B977C9F693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0" name="Rechte verbindingslijn 169">
                    <a:extLst>
                      <a:ext uri="{FF2B5EF4-FFF2-40B4-BE49-F238E27FC236}">
                        <a16:creationId xmlns:a16="http://schemas.microsoft.com/office/drawing/2014/main" id="{85AD96D0-9213-5D34-77D3-D11E1736E0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0375E9AB-3B7C-4B39-CC93-D854D6FBB3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6" name="Pijl: rechts 165">
                  <a:extLst>
                    <a:ext uri="{FF2B5EF4-FFF2-40B4-BE49-F238E27FC236}">
                      <a16:creationId xmlns:a16="http://schemas.microsoft.com/office/drawing/2014/main" id="{F31A9AC9-A6CE-23B4-0904-5175CA899FF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43" name="Rechte verbindingslijn 142">
                <a:extLst>
                  <a:ext uri="{FF2B5EF4-FFF2-40B4-BE49-F238E27FC236}">
                    <a16:creationId xmlns:a16="http://schemas.microsoft.com/office/drawing/2014/main" id="{C188425D-5AED-4D60-E48B-FB7FC78C940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44" name="Rechte verbindingslijn 143">
                <a:extLst>
                  <a:ext uri="{FF2B5EF4-FFF2-40B4-BE49-F238E27FC236}">
                    <a16:creationId xmlns:a16="http://schemas.microsoft.com/office/drawing/2014/main" id="{CCB78866-E642-D126-2B1E-0ED45847806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45" name="Rechthoek 144">
                <a:extLst>
                  <a:ext uri="{FF2B5EF4-FFF2-40B4-BE49-F238E27FC236}">
                    <a16:creationId xmlns:a16="http://schemas.microsoft.com/office/drawing/2014/main" id="{689A523A-F3CA-24D2-05D3-FAE28062FA8D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BF97DA74-BA5A-859A-8D21-394FF5D49D4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47" name="Groep 146">
                <a:extLst>
                  <a:ext uri="{FF2B5EF4-FFF2-40B4-BE49-F238E27FC236}">
                    <a16:creationId xmlns:a16="http://schemas.microsoft.com/office/drawing/2014/main" id="{7CD00DA1-FB6F-86AA-F7B7-8A274F0A480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57" name="Rechthoek 156">
                  <a:extLst>
                    <a:ext uri="{FF2B5EF4-FFF2-40B4-BE49-F238E27FC236}">
                      <a16:creationId xmlns:a16="http://schemas.microsoft.com/office/drawing/2014/main" id="{C61FE227-C4D3-ED42-A4CF-C1C09C8A9DD5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8" name="Groep 157">
                  <a:extLst>
                    <a:ext uri="{FF2B5EF4-FFF2-40B4-BE49-F238E27FC236}">
                      <a16:creationId xmlns:a16="http://schemas.microsoft.com/office/drawing/2014/main" id="{42AF5D35-83E0-559F-56D8-88F0F1C2B5A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60" name="Rechte verbindingslijn 159">
                    <a:extLst>
                      <a:ext uri="{FF2B5EF4-FFF2-40B4-BE49-F238E27FC236}">
                        <a16:creationId xmlns:a16="http://schemas.microsoft.com/office/drawing/2014/main" id="{400D60B4-1D60-0B48-E8BE-F624774E50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1" name="Rechte verbindingslijn 160">
                    <a:extLst>
                      <a:ext uri="{FF2B5EF4-FFF2-40B4-BE49-F238E27FC236}">
                        <a16:creationId xmlns:a16="http://schemas.microsoft.com/office/drawing/2014/main" id="{F1F8A4D0-D23E-480C-B78C-DE1B3DCD65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2" name="Rechte verbindingslijn 161">
                    <a:extLst>
                      <a:ext uri="{FF2B5EF4-FFF2-40B4-BE49-F238E27FC236}">
                        <a16:creationId xmlns:a16="http://schemas.microsoft.com/office/drawing/2014/main" id="{6FC73593-BC0C-358B-ED2F-F6B8F1BF9A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3" name="Rechte verbindingslijn 162">
                    <a:extLst>
                      <a:ext uri="{FF2B5EF4-FFF2-40B4-BE49-F238E27FC236}">
                        <a16:creationId xmlns:a16="http://schemas.microsoft.com/office/drawing/2014/main" id="{CCE2E2AC-D134-5E83-46B7-EDCD9DFF343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4" name="Rechte verbindingslijn 163">
                    <a:extLst>
                      <a:ext uri="{FF2B5EF4-FFF2-40B4-BE49-F238E27FC236}">
                        <a16:creationId xmlns:a16="http://schemas.microsoft.com/office/drawing/2014/main" id="{B0D6F3BC-002C-E0EE-09D1-0DF5BA6223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9" name="Pijl: rechts 158">
                  <a:extLst>
                    <a:ext uri="{FF2B5EF4-FFF2-40B4-BE49-F238E27FC236}">
                      <a16:creationId xmlns:a16="http://schemas.microsoft.com/office/drawing/2014/main" id="{A4890635-A014-753D-8937-5103451A5BA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8" name="Groep 147">
                <a:extLst>
                  <a:ext uri="{FF2B5EF4-FFF2-40B4-BE49-F238E27FC236}">
                    <a16:creationId xmlns:a16="http://schemas.microsoft.com/office/drawing/2014/main" id="{8F6D3111-0F6D-6C17-D0E7-D9757D0A1FF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0ACEDB4D-94D7-736A-1604-D077D0B4880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0" name="Groep 149">
                  <a:extLst>
                    <a:ext uri="{FF2B5EF4-FFF2-40B4-BE49-F238E27FC236}">
                      <a16:creationId xmlns:a16="http://schemas.microsoft.com/office/drawing/2014/main" id="{19B07E46-4BE3-EFC1-A397-16F7BFFE62F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52" name="Rechte verbindingslijn 151">
                    <a:extLst>
                      <a:ext uri="{FF2B5EF4-FFF2-40B4-BE49-F238E27FC236}">
                        <a16:creationId xmlns:a16="http://schemas.microsoft.com/office/drawing/2014/main" id="{94D9CA90-C067-645C-D27A-1A12F3A540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3" name="Rechte verbindingslijn 152">
                    <a:extLst>
                      <a:ext uri="{FF2B5EF4-FFF2-40B4-BE49-F238E27FC236}">
                        <a16:creationId xmlns:a16="http://schemas.microsoft.com/office/drawing/2014/main" id="{241C7E0B-22EA-520B-EA97-1BD5B68167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220F9BD4-B982-7F05-3BA3-3B7A4DDFC91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4AC426FF-C84E-022F-EFFE-1138D363253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6" name="Rechte verbindingslijn 155">
                    <a:extLst>
                      <a:ext uri="{FF2B5EF4-FFF2-40B4-BE49-F238E27FC236}">
                        <a16:creationId xmlns:a16="http://schemas.microsoft.com/office/drawing/2014/main" id="{7C5CA006-BBE6-ADED-BC67-41F8A9F6C23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1" name="Pijl: rechts 150">
                  <a:extLst>
                    <a:ext uri="{FF2B5EF4-FFF2-40B4-BE49-F238E27FC236}">
                      <a16:creationId xmlns:a16="http://schemas.microsoft.com/office/drawing/2014/main" id="{260F336D-59AA-6AE6-3FBE-CDE4FC18C45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3" name="Groep 132">
              <a:extLst>
                <a:ext uri="{FF2B5EF4-FFF2-40B4-BE49-F238E27FC236}">
                  <a16:creationId xmlns:a16="http://schemas.microsoft.com/office/drawing/2014/main" id="{9B94116A-6319-7B20-B548-7D485B562DC3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34" name="Inspireren">
                <a:extLst>
                  <a:ext uri="{FF2B5EF4-FFF2-40B4-BE49-F238E27FC236}">
                    <a16:creationId xmlns:a16="http://schemas.microsoft.com/office/drawing/2014/main" id="{51D1CD4C-867F-C0DC-25D5-DB11A589A7FA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36" name="Freeform 12">
                  <a:extLst>
                    <a:ext uri="{FF2B5EF4-FFF2-40B4-BE49-F238E27FC236}">
                      <a16:creationId xmlns:a16="http://schemas.microsoft.com/office/drawing/2014/main" id="{DE79FBD0-16E2-9614-388C-E564B8768E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37" name="Freeform 13">
                  <a:extLst>
                    <a:ext uri="{FF2B5EF4-FFF2-40B4-BE49-F238E27FC236}">
                      <a16:creationId xmlns:a16="http://schemas.microsoft.com/office/drawing/2014/main" id="{A61464B3-2BF6-8186-52BD-CD517E437F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38" name="Freeform 14">
                  <a:extLst>
                    <a:ext uri="{FF2B5EF4-FFF2-40B4-BE49-F238E27FC236}">
                      <a16:creationId xmlns:a16="http://schemas.microsoft.com/office/drawing/2014/main" id="{4076D5AB-5528-A5AF-1B0D-7FE5F60312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61A29AA0-56DE-5524-B93A-4A11CEE258F9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31" name="Tijdelijke aanduiding voor tekst 10">
            <a:extLst>
              <a:ext uri="{FF2B5EF4-FFF2-40B4-BE49-F238E27FC236}">
                <a16:creationId xmlns:a16="http://schemas.microsoft.com/office/drawing/2014/main" id="{8C8A9B4D-C017-246C-F843-073DD8ADDE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787" y="1376362"/>
            <a:ext cx="3524299" cy="4105276"/>
          </a:xfrm>
        </p:spPr>
        <p:txBody>
          <a:bodyPr/>
          <a:lstStyle>
            <a:lvl1pPr marL="177800" indent="-177800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4" name="Tijdelijke aanduiding voor tekst 10">
            <a:extLst>
              <a:ext uri="{FF2B5EF4-FFF2-40B4-BE49-F238E27FC236}">
                <a16:creationId xmlns:a16="http://schemas.microsoft.com/office/drawing/2014/main" id="{EACA904A-3309-CA1D-90A8-2C5D81CB6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33850" y="1376362"/>
            <a:ext cx="3524299" cy="4105276"/>
          </a:xfrm>
        </p:spPr>
        <p:txBody>
          <a:bodyPr/>
          <a:lstStyle>
            <a:lvl1pPr marL="177800" indent="-177800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5" name="Tijdelijke aanduiding voor tekst 10">
            <a:extLst>
              <a:ext uri="{FF2B5EF4-FFF2-40B4-BE49-F238E27FC236}">
                <a16:creationId xmlns:a16="http://schemas.microsoft.com/office/drawing/2014/main" id="{7A715814-E680-AC27-6F47-D3B82658A5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81119" y="1376362"/>
            <a:ext cx="3524299" cy="4105276"/>
          </a:xfrm>
        </p:spPr>
        <p:txBody>
          <a:bodyPr/>
          <a:lstStyle>
            <a:lvl1pPr marL="177800" indent="-177800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68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zw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1" y="584200"/>
            <a:ext cx="11018663" cy="3285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102720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Tekst zwart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A88F8FC3-C0D0-5FFD-EA51-2796404BA6E2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INSTRUCTIE">
            <a:extLst>
              <a:ext uri="{FF2B5EF4-FFF2-40B4-BE49-F238E27FC236}">
                <a16:creationId xmlns:a16="http://schemas.microsoft.com/office/drawing/2014/main" id="{5E2F54FE-5FED-8391-67AC-946ABEDBEFBB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CA494227-DF55-128C-E4F0-0D696F87627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11" name="Ovaal 110">
              <a:extLst>
                <a:ext uri="{FF2B5EF4-FFF2-40B4-BE49-F238E27FC236}">
                  <a16:creationId xmlns:a16="http://schemas.microsoft.com/office/drawing/2014/main" id="{59D492D1-F943-6CBC-C30E-88271ED7BC78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2" name="Rechthoek 111">
              <a:extLst>
                <a:ext uri="{FF2B5EF4-FFF2-40B4-BE49-F238E27FC236}">
                  <a16:creationId xmlns:a16="http://schemas.microsoft.com/office/drawing/2014/main" id="{66F1B3BE-6EB3-D84B-A821-4B9F3F3B0E82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Ovaal 112">
              <a:extLst>
                <a:ext uri="{FF2B5EF4-FFF2-40B4-BE49-F238E27FC236}">
                  <a16:creationId xmlns:a16="http://schemas.microsoft.com/office/drawing/2014/main" id="{15E1D981-CFD8-E9DF-7473-736AC47A2EA0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4" name="Rechthoek 113">
              <a:extLst>
                <a:ext uri="{FF2B5EF4-FFF2-40B4-BE49-F238E27FC236}">
                  <a16:creationId xmlns:a16="http://schemas.microsoft.com/office/drawing/2014/main" id="{C497342E-84B5-55A7-A4C6-4C312FBA0BC9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1294035B-A3B2-762F-58B9-9D3192C72F47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16" name="Ovaal 115">
              <a:extLst>
                <a:ext uri="{FF2B5EF4-FFF2-40B4-BE49-F238E27FC236}">
                  <a16:creationId xmlns:a16="http://schemas.microsoft.com/office/drawing/2014/main" id="{6C0D6D57-FFC8-0F82-38AD-AB5685B6DBAC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56986D2A-B0CC-926C-CECE-2DEAADC9BD51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118" name="Ovaal 117">
              <a:extLst>
                <a:ext uri="{FF2B5EF4-FFF2-40B4-BE49-F238E27FC236}">
                  <a16:creationId xmlns:a16="http://schemas.microsoft.com/office/drawing/2014/main" id="{DD91906F-64C0-1B7E-AA73-28888AE33D2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CA3A6DCE-6877-0507-8BF9-2E7CBD3ACEF7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4F6B0BDA-D44F-8D6E-F004-B95F296AFDF9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D57434A9-7EC7-798A-3390-EDDB3E98E930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122" name="Ovaal 121">
              <a:extLst>
                <a:ext uri="{FF2B5EF4-FFF2-40B4-BE49-F238E27FC236}">
                  <a16:creationId xmlns:a16="http://schemas.microsoft.com/office/drawing/2014/main" id="{84C369D9-110A-4C34-C457-559DC0ABF53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4AEE31B2-277B-EACE-481B-1E97C1EB775F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4" name="Ovaal 123">
              <a:extLst>
                <a:ext uri="{FF2B5EF4-FFF2-40B4-BE49-F238E27FC236}">
                  <a16:creationId xmlns:a16="http://schemas.microsoft.com/office/drawing/2014/main" id="{5F55B725-6DCB-862E-AA8D-28F92D0223A5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86B6AA55-3216-8337-5ED1-1A211DE502FF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BC694642-02A8-D87C-EADC-8D8D8FA29A7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964686C1-9A69-110B-6970-8B92DB99EFFE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4CD8E159-6EB9-EC06-7C3D-738700DAC0C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3A5E5A09-7D77-CA70-3B3A-81CF43DCC1D7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888BF664-A628-1008-4557-200073CEE756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31" name="ICOON_info">
              <a:extLst>
                <a:ext uri="{FF2B5EF4-FFF2-40B4-BE49-F238E27FC236}">
                  <a16:creationId xmlns:a16="http://schemas.microsoft.com/office/drawing/2014/main" id="{F5114D20-9F3D-84B6-AD6F-8B4534A0EBD2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79" name="Ovaal 178">
                <a:extLst>
                  <a:ext uri="{FF2B5EF4-FFF2-40B4-BE49-F238E27FC236}">
                    <a16:creationId xmlns:a16="http://schemas.microsoft.com/office/drawing/2014/main" id="{C0B34260-448F-A816-5257-6106F9F3F76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0" name="Graphic 163" descr="Informatie">
                <a:extLst>
                  <a:ext uri="{FF2B5EF4-FFF2-40B4-BE49-F238E27FC236}">
                    <a16:creationId xmlns:a16="http://schemas.microsoft.com/office/drawing/2014/main" id="{699AB94A-BCE1-ADE0-7EEB-BEB648FB183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2" name="VOORBEELD">
              <a:extLst>
                <a:ext uri="{FF2B5EF4-FFF2-40B4-BE49-F238E27FC236}">
                  <a16:creationId xmlns:a16="http://schemas.microsoft.com/office/drawing/2014/main" id="{BBFB0F2D-241C-5315-FB25-B4A1868C55E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39" name="Rechthoek 138">
                <a:extLst>
                  <a:ext uri="{FF2B5EF4-FFF2-40B4-BE49-F238E27FC236}">
                    <a16:creationId xmlns:a16="http://schemas.microsoft.com/office/drawing/2014/main" id="{BBB4D316-2613-8BE5-82BC-7EF45CFA83C7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40" name="Rechthoek 139">
                <a:extLst>
                  <a:ext uri="{FF2B5EF4-FFF2-40B4-BE49-F238E27FC236}">
                    <a16:creationId xmlns:a16="http://schemas.microsoft.com/office/drawing/2014/main" id="{12802AF2-7FB9-E819-13F6-E007A86D536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1" name="Groep 140">
                <a:extLst>
                  <a:ext uri="{FF2B5EF4-FFF2-40B4-BE49-F238E27FC236}">
                    <a16:creationId xmlns:a16="http://schemas.microsoft.com/office/drawing/2014/main" id="{379DCD1D-54B4-E9CC-B6BB-DE82947CF68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72" name="Groep 171">
                  <a:extLst>
                    <a:ext uri="{FF2B5EF4-FFF2-40B4-BE49-F238E27FC236}">
                      <a16:creationId xmlns:a16="http://schemas.microsoft.com/office/drawing/2014/main" id="{EA51F509-5599-E991-C308-B0872647CE7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5EFB7E82-D4A4-0D15-349A-1F18A2160A2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5ECCED9F-2838-17F5-67B0-6A832B3AB2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B551956E-3DBE-15C8-EFFA-C7335E8DFA8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9226231D-2461-161C-D486-3AFD85A9DC3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8" name="Rechte verbindingslijn 177">
                    <a:extLst>
                      <a:ext uri="{FF2B5EF4-FFF2-40B4-BE49-F238E27FC236}">
                        <a16:creationId xmlns:a16="http://schemas.microsoft.com/office/drawing/2014/main" id="{16C71589-722C-87BC-E734-E579B8E1B37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3" name="Pijl: rechts 172">
                  <a:extLst>
                    <a:ext uri="{FF2B5EF4-FFF2-40B4-BE49-F238E27FC236}">
                      <a16:creationId xmlns:a16="http://schemas.microsoft.com/office/drawing/2014/main" id="{DC0B2427-8FAE-C220-8306-79755B6EC65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2" name="Groep 141">
                <a:extLst>
                  <a:ext uri="{FF2B5EF4-FFF2-40B4-BE49-F238E27FC236}">
                    <a16:creationId xmlns:a16="http://schemas.microsoft.com/office/drawing/2014/main" id="{1AD0AE2A-24FF-E9AD-E076-CE79C197D1E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65" name="Groep 164">
                  <a:extLst>
                    <a:ext uri="{FF2B5EF4-FFF2-40B4-BE49-F238E27FC236}">
                      <a16:creationId xmlns:a16="http://schemas.microsoft.com/office/drawing/2014/main" id="{83F33263-CB8C-2920-9363-DABF875F6EE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5C77A21E-8A84-8570-2286-87471A7439F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E3634161-CEF7-223E-5EE2-453364C706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63ED5CBD-5E79-FD51-372E-B977C9F693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0" name="Rechte verbindingslijn 169">
                    <a:extLst>
                      <a:ext uri="{FF2B5EF4-FFF2-40B4-BE49-F238E27FC236}">
                        <a16:creationId xmlns:a16="http://schemas.microsoft.com/office/drawing/2014/main" id="{85AD96D0-9213-5D34-77D3-D11E1736E0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0375E9AB-3B7C-4B39-CC93-D854D6FBB3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6" name="Pijl: rechts 165">
                  <a:extLst>
                    <a:ext uri="{FF2B5EF4-FFF2-40B4-BE49-F238E27FC236}">
                      <a16:creationId xmlns:a16="http://schemas.microsoft.com/office/drawing/2014/main" id="{F31A9AC9-A6CE-23B4-0904-5175CA899FF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43" name="Rechte verbindingslijn 142">
                <a:extLst>
                  <a:ext uri="{FF2B5EF4-FFF2-40B4-BE49-F238E27FC236}">
                    <a16:creationId xmlns:a16="http://schemas.microsoft.com/office/drawing/2014/main" id="{C188425D-5AED-4D60-E48B-FB7FC78C940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44" name="Rechte verbindingslijn 143">
                <a:extLst>
                  <a:ext uri="{FF2B5EF4-FFF2-40B4-BE49-F238E27FC236}">
                    <a16:creationId xmlns:a16="http://schemas.microsoft.com/office/drawing/2014/main" id="{CCB78866-E642-D126-2B1E-0ED45847806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45" name="Rechthoek 144">
                <a:extLst>
                  <a:ext uri="{FF2B5EF4-FFF2-40B4-BE49-F238E27FC236}">
                    <a16:creationId xmlns:a16="http://schemas.microsoft.com/office/drawing/2014/main" id="{689A523A-F3CA-24D2-05D3-FAE28062FA8D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BF97DA74-BA5A-859A-8D21-394FF5D49D4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47" name="Groep 146">
                <a:extLst>
                  <a:ext uri="{FF2B5EF4-FFF2-40B4-BE49-F238E27FC236}">
                    <a16:creationId xmlns:a16="http://schemas.microsoft.com/office/drawing/2014/main" id="{7CD00DA1-FB6F-86AA-F7B7-8A274F0A480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57" name="Rechthoek 156">
                  <a:extLst>
                    <a:ext uri="{FF2B5EF4-FFF2-40B4-BE49-F238E27FC236}">
                      <a16:creationId xmlns:a16="http://schemas.microsoft.com/office/drawing/2014/main" id="{C61FE227-C4D3-ED42-A4CF-C1C09C8A9DD5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8" name="Groep 157">
                  <a:extLst>
                    <a:ext uri="{FF2B5EF4-FFF2-40B4-BE49-F238E27FC236}">
                      <a16:creationId xmlns:a16="http://schemas.microsoft.com/office/drawing/2014/main" id="{42AF5D35-83E0-559F-56D8-88F0F1C2B5A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60" name="Rechte verbindingslijn 159">
                    <a:extLst>
                      <a:ext uri="{FF2B5EF4-FFF2-40B4-BE49-F238E27FC236}">
                        <a16:creationId xmlns:a16="http://schemas.microsoft.com/office/drawing/2014/main" id="{400D60B4-1D60-0B48-E8BE-F624774E50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1" name="Rechte verbindingslijn 160">
                    <a:extLst>
                      <a:ext uri="{FF2B5EF4-FFF2-40B4-BE49-F238E27FC236}">
                        <a16:creationId xmlns:a16="http://schemas.microsoft.com/office/drawing/2014/main" id="{F1F8A4D0-D23E-480C-B78C-DE1B3DCD65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2" name="Rechte verbindingslijn 161">
                    <a:extLst>
                      <a:ext uri="{FF2B5EF4-FFF2-40B4-BE49-F238E27FC236}">
                        <a16:creationId xmlns:a16="http://schemas.microsoft.com/office/drawing/2014/main" id="{6FC73593-BC0C-358B-ED2F-F6B8F1BF9A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3" name="Rechte verbindingslijn 162">
                    <a:extLst>
                      <a:ext uri="{FF2B5EF4-FFF2-40B4-BE49-F238E27FC236}">
                        <a16:creationId xmlns:a16="http://schemas.microsoft.com/office/drawing/2014/main" id="{CCE2E2AC-D134-5E83-46B7-EDCD9DFF343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4" name="Rechte verbindingslijn 163">
                    <a:extLst>
                      <a:ext uri="{FF2B5EF4-FFF2-40B4-BE49-F238E27FC236}">
                        <a16:creationId xmlns:a16="http://schemas.microsoft.com/office/drawing/2014/main" id="{B0D6F3BC-002C-E0EE-09D1-0DF5BA6223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9" name="Pijl: rechts 158">
                  <a:extLst>
                    <a:ext uri="{FF2B5EF4-FFF2-40B4-BE49-F238E27FC236}">
                      <a16:creationId xmlns:a16="http://schemas.microsoft.com/office/drawing/2014/main" id="{A4890635-A014-753D-8937-5103451A5BA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8" name="Groep 147">
                <a:extLst>
                  <a:ext uri="{FF2B5EF4-FFF2-40B4-BE49-F238E27FC236}">
                    <a16:creationId xmlns:a16="http://schemas.microsoft.com/office/drawing/2014/main" id="{8F6D3111-0F6D-6C17-D0E7-D9757D0A1FF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0ACEDB4D-94D7-736A-1604-D077D0B4880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0" name="Groep 149">
                  <a:extLst>
                    <a:ext uri="{FF2B5EF4-FFF2-40B4-BE49-F238E27FC236}">
                      <a16:creationId xmlns:a16="http://schemas.microsoft.com/office/drawing/2014/main" id="{19B07E46-4BE3-EFC1-A397-16F7BFFE62F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52" name="Rechte verbindingslijn 151">
                    <a:extLst>
                      <a:ext uri="{FF2B5EF4-FFF2-40B4-BE49-F238E27FC236}">
                        <a16:creationId xmlns:a16="http://schemas.microsoft.com/office/drawing/2014/main" id="{94D9CA90-C067-645C-D27A-1A12F3A540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3" name="Rechte verbindingslijn 152">
                    <a:extLst>
                      <a:ext uri="{FF2B5EF4-FFF2-40B4-BE49-F238E27FC236}">
                        <a16:creationId xmlns:a16="http://schemas.microsoft.com/office/drawing/2014/main" id="{241C7E0B-22EA-520B-EA97-1BD5B68167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220F9BD4-B982-7F05-3BA3-3B7A4DDFC91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4AC426FF-C84E-022F-EFFE-1138D363253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6" name="Rechte verbindingslijn 155">
                    <a:extLst>
                      <a:ext uri="{FF2B5EF4-FFF2-40B4-BE49-F238E27FC236}">
                        <a16:creationId xmlns:a16="http://schemas.microsoft.com/office/drawing/2014/main" id="{7C5CA006-BBE6-ADED-BC67-41F8A9F6C23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1" name="Pijl: rechts 150">
                  <a:extLst>
                    <a:ext uri="{FF2B5EF4-FFF2-40B4-BE49-F238E27FC236}">
                      <a16:creationId xmlns:a16="http://schemas.microsoft.com/office/drawing/2014/main" id="{260F336D-59AA-6AE6-3FBE-CDE4FC18C45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3" name="Groep 132">
              <a:extLst>
                <a:ext uri="{FF2B5EF4-FFF2-40B4-BE49-F238E27FC236}">
                  <a16:creationId xmlns:a16="http://schemas.microsoft.com/office/drawing/2014/main" id="{9B94116A-6319-7B20-B548-7D485B562DC3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34" name="Inspireren">
                <a:extLst>
                  <a:ext uri="{FF2B5EF4-FFF2-40B4-BE49-F238E27FC236}">
                    <a16:creationId xmlns:a16="http://schemas.microsoft.com/office/drawing/2014/main" id="{51D1CD4C-867F-C0DC-25D5-DB11A589A7FA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36" name="Freeform 12">
                  <a:extLst>
                    <a:ext uri="{FF2B5EF4-FFF2-40B4-BE49-F238E27FC236}">
                      <a16:creationId xmlns:a16="http://schemas.microsoft.com/office/drawing/2014/main" id="{DE79FBD0-16E2-9614-388C-E564B8768E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37" name="Freeform 13">
                  <a:extLst>
                    <a:ext uri="{FF2B5EF4-FFF2-40B4-BE49-F238E27FC236}">
                      <a16:creationId xmlns:a16="http://schemas.microsoft.com/office/drawing/2014/main" id="{A61464B3-2BF6-8186-52BD-CD517E437F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38" name="Freeform 14">
                  <a:extLst>
                    <a:ext uri="{FF2B5EF4-FFF2-40B4-BE49-F238E27FC236}">
                      <a16:creationId xmlns:a16="http://schemas.microsoft.com/office/drawing/2014/main" id="{4076D5AB-5528-A5AF-1B0D-7FE5F60312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61A29AA0-56DE-5524-B93A-4A11CEE258F9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5" name="Rechthoek 4">
            <a:extLst>
              <a:ext uri="{FF2B5EF4-FFF2-40B4-BE49-F238E27FC236}">
                <a16:creationId xmlns:a16="http://schemas.microsoft.com/office/drawing/2014/main" id="{A1F1E88B-15D8-E58E-033F-F1FD11A8254C}"/>
              </a:ext>
            </a:extLst>
          </p:cNvPr>
          <p:cNvSpPr/>
          <p:nvPr userDrawn="1"/>
        </p:nvSpPr>
        <p:spPr>
          <a:xfrm>
            <a:off x="380246" y="5629750"/>
            <a:ext cx="3014804" cy="9420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grpSp>
        <p:nvGrpSpPr>
          <p:cNvPr id="6" name="Groep 5">
            <a:extLst>
              <a:ext uri="{FF2B5EF4-FFF2-40B4-BE49-F238E27FC236}">
                <a16:creationId xmlns:a16="http://schemas.microsoft.com/office/drawing/2014/main" id="{15271A88-EC6F-1F3B-723D-DAB2714A0F99}"/>
              </a:ext>
            </a:extLst>
          </p:cNvPr>
          <p:cNvGrpSpPr/>
          <p:nvPr userDrawn="1"/>
        </p:nvGrpSpPr>
        <p:grpSpPr>
          <a:xfrm>
            <a:off x="596717" y="5790229"/>
            <a:ext cx="2355488" cy="628349"/>
            <a:chOff x="596717" y="5790229"/>
            <a:chExt cx="2355488" cy="628349"/>
          </a:xfrm>
        </p:grpSpPr>
        <p:sp>
          <p:nvSpPr>
            <p:cNvPr id="7" name="Vrije vorm: vorm 6">
              <a:extLst>
                <a:ext uri="{FF2B5EF4-FFF2-40B4-BE49-F238E27FC236}">
                  <a16:creationId xmlns:a16="http://schemas.microsoft.com/office/drawing/2014/main" id="{21D1D2EB-B3C6-1E7B-4306-6C30BAA5D9F9}"/>
                </a:ext>
              </a:extLst>
            </p:cNvPr>
            <p:cNvSpPr/>
            <p:nvPr/>
          </p:nvSpPr>
          <p:spPr>
            <a:xfrm>
              <a:off x="596717" y="5790229"/>
              <a:ext cx="736314" cy="621342"/>
            </a:xfrm>
            <a:custGeom>
              <a:avLst/>
              <a:gdLst>
                <a:gd name="connsiteX0" fmla="*/ 629454 w 736314"/>
                <a:gd name="connsiteY0" fmla="*/ 621342 h 621342"/>
                <a:gd name="connsiteX1" fmla="*/ 571647 w 736314"/>
                <a:gd name="connsiteY1" fmla="*/ 621342 h 621342"/>
                <a:gd name="connsiteX2" fmla="*/ 464208 w 736314"/>
                <a:gd name="connsiteY2" fmla="*/ 513903 h 621342"/>
                <a:gd name="connsiteX3" fmla="*/ 464208 w 736314"/>
                <a:gd name="connsiteY3" fmla="*/ 411135 h 621342"/>
                <a:gd name="connsiteX4" fmla="*/ 368447 w 736314"/>
                <a:gd name="connsiteY4" fmla="*/ 467190 h 621342"/>
                <a:gd name="connsiteX5" fmla="*/ 272685 w 736314"/>
                <a:gd name="connsiteY5" fmla="*/ 411135 h 621342"/>
                <a:gd name="connsiteX6" fmla="*/ 272685 w 736314"/>
                <a:gd name="connsiteY6" fmla="*/ 513903 h 621342"/>
                <a:gd name="connsiteX7" fmla="*/ 165246 w 736314"/>
                <a:gd name="connsiteY7" fmla="*/ 621342 h 621342"/>
                <a:gd name="connsiteX8" fmla="*/ 107439 w 736314"/>
                <a:gd name="connsiteY8" fmla="*/ 621342 h 621342"/>
                <a:gd name="connsiteX9" fmla="*/ 0 w 736314"/>
                <a:gd name="connsiteY9" fmla="*/ 513903 h 621342"/>
                <a:gd name="connsiteX10" fmla="*/ 0 w 736314"/>
                <a:gd name="connsiteY10" fmla="*/ 137866 h 621342"/>
                <a:gd name="connsiteX11" fmla="*/ 63062 w 736314"/>
                <a:gd name="connsiteY11" fmla="*/ 21084 h 621342"/>
                <a:gd name="connsiteX12" fmla="*/ 227141 w 736314"/>
                <a:gd name="connsiteY12" fmla="*/ 35098 h 621342"/>
                <a:gd name="connsiteX13" fmla="*/ 368447 w 736314"/>
                <a:gd name="connsiteY13" fmla="*/ 162390 h 621342"/>
                <a:gd name="connsiteX14" fmla="*/ 509169 w 736314"/>
                <a:gd name="connsiteY14" fmla="*/ 35098 h 621342"/>
                <a:gd name="connsiteX15" fmla="*/ 673247 w 736314"/>
                <a:gd name="connsiteY15" fmla="*/ 21084 h 621342"/>
                <a:gd name="connsiteX16" fmla="*/ 736309 w 736314"/>
                <a:gd name="connsiteY16" fmla="*/ 137866 h 621342"/>
                <a:gd name="connsiteX17" fmla="*/ 736309 w 736314"/>
                <a:gd name="connsiteY17" fmla="*/ 513903 h 621342"/>
                <a:gd name="connsiteX18" fmla="*/ 629454 w 736314"/>
                <a:gd name="connsiteY18" fmla="*/ 621342 h 62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36314" h="621342">
                  <a:moveTo>
                    <a:pt x="629454" y="621342"/>
                  </a:moveTo>
                  <a:lnTo>
                    <a:pt x="571647" y="621342"/>
                  </a:lnTo>
                  <a:cubicBezTo>
                    <a:pt x="512672" y="621342"/>
                    <a:pt x="464208" y="572878"/>
                    <a:pt x="464208" y="513903"/>
                  </a:cubicBezTo>
                  <a:lnTo>
                    <a:pt x="464208" y="411135"/>
                  </a:lnTo>
                  <a:cubicBezTo>
                    <a:pt x="464208" y="411135"/>
                    <a:pt x="432676" y="467190"/>
                    <a:pt x="368447" y="467190"/>
                  </a:cubicBezTo>
                  <a:cubicBezTo>
                    <a:pt x="304217" y="467190"/>
                    <a:pt x="272685" y="411135"/>
                    <a:pt x="272685" y="411135"/>
                  </a:cubicBezTo>
                  <a:lnTo>
                    <a:pt x="272685" y="513903"/>
                  </a:lnTo>
                  <a:cubicBezTo>
                    <a:pt x="272685" y="572878"/>
                    <a:pt x="224221" y="621342"/>
                    <a:pt x="165246" y="621342"/>
                  </a:cubicBezTo>
                  <a:lnTo>
                    <a:pt x="107439" y="621342"/>
                  </a:lnTo>
                  <a:cubicBezTo>
                    <a:pt x="48464" y="621342"/>
                    <a:pt x="0" y="572878"/>
                    <a:pt x="0" y="513903"/>
                  </a:cubicBezTo>
                  <a:lnTo>
                    <a:pt x="0" y="137866"/>
                  </a:lnTo>
                  <a:cubicBezTo>
                    <a:pt x="0" y="89985"/>
                    <a:pt x="23356" y="46192"/>
                    <a:pt x="63062" y="21084"/>
                  </a:cubicBezTo>
                  <a:cubicBezTo>
                    <a:pt x="114446" y="-11615"/>
                    <a:pt x="182180" y="-5776"/>
                    <a:pt x="227141" y="35098"/>
                  </a:cubicBezTo>
                  <a:lnTo>
                    <a:pt x="368447" y="162390"/>
                  </a:lnTo>
                  <a:lnTo>
                    <a:pt x="509169" y="35098"/>
                  </a:lnTo>
                  <a:cubicBezTo>
                    <a:pt x="554130" y="-5776"/>
                    <a:pt x="621863" y="-11031"/>
                    <a:pt x="673247" y="21084"/>
                  </a:cubicBezTo>
                  <a:cubicBezTo>
                    <a:pt x="712953" y="46192"/>
                    <a:pt x="736309" y="89985"/>
                    <a:pt x="736309" y="137866"/>
                  </a:cubicBezTo>
                  <a:lnTo>
                    <a:pt x="736309" y="513903"/>
                  </a:lnTo>
                  <a:cubicBezTo>
                    <a:pt x="736893" y="573462"/>
                    <a:pt x="688429" y="621342"/>
                    <a:pt x="629454" y="621342"/>
                  </a:cubicBezTo>
                  <a:close/>
                </a:path>
              </a:pathLst>
            </a:custGeom>
            <a:noFill/>
            <a:ln w="1217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" name="Vrije vorm: vorm 7">
              <a:extLst>
                <a:ext uri="{FF2B5EF4-FFF2-40B4-BE49-F238E27FC236}">
                  <a16:creationId xmlns:a16="http://schemas.microsoft.com/office/drawing/2014/main" id="{AECFFE40-BFA1-5C50-EC88-4AD878254158}"/>
                </a:ext>
              </a:extLst>
            </p:cNvPr>
            <p:cNvSpPr/>
            <p:nvPr/>
          </p:nvSpPr>
          <p:spPr>
            <a:xfrm>
              <a:off x="2169184" y="6326321"/>
              <a:ext cx="85250" cy="91089"/>
            </a:xfrm>
            <a:custGeom>
              <a:avLst/>
              <a:gdLst>
                <a:gd name="connsiteX0" fmla="*/ 42042 w 85250"/>
                <a:gd name="connsiteY0" fmla="*/ 16349 h 91089"/>
                <a:gd name="connsiteX1" fmla="*/ 56639 w 85250"/>
                <a:gd name="connsiteY1" fmla="*/ 56055 h 91089"/>
                <a:gd name="connsiteX2" fmla="*/ 27444 w 85250"/>
                <a:gd name="connsiteY2" fmla="*/ 56055 h 91089"/>
                <a:gd name="connsiteX3" fmla="*/ 42042 w 85250"/>
                <a:gd name="connsiteY3" fmla="*/ 16349 h 91089"/>
                <a:gd name="connsiteX4" fmla="*/ 33867 w 85250"/>
                <a:gd name="connsiteY4" fmla="*/ 0 h 91089"/>
                <a:gd name="connsiteX5" fmla="*/ 0 w 85250"/>
                <a:gd name="connsiteY5" fmla="*/ 91090 h 91089"/>
                <a:gd name="connsiteX6" fmla="*/ 15182 w 85250"/>
                <a:gd name="connsiteY6" fmla="*/ 91090 h 91089"/>
                <a:gd name="connsiteX7" fmla="*/ 23356 w 85250"/>
                <a:gd name="connsiteY7" fmla="*/ 68317 h 91089"/>
                <a:gd name="connsiteX8" fmla="*/ 60726 w 85250"/>
                <a:gd name="connsiteY8" fmla="*/ 68317 h 91089"/>
                <a:gd name="connsiteX9" fmla="*/ 69485 w 85250"/>
                <a:gd name="connsiteY9" fmla="*/ 91090 h 91089"/>
                <a:gd name="connsiteX10" fmla="*/ 85251 w 85250"/>
                <a:gd name="connsiteY10" fmla="*/ 91090 h 91089"/>
                <a:gd name="connsiteX11" fmla="*/ 51384 w 85250"/>
                <a:gd name="connsiteY11" fmla="*/ 0 h 91089"/>
                <a:gd name="connsiteX12" fmla="*/ 33867 w 85250"/>
                <a:gd name="connsiteY12" fmla="*/ 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5250" h="91089">
                  <a:moveTo>
                    <a:pt x="42042" y="16349"/>
                  </a:moveTo>
                  <a:lnTo>
                    <a:pt x="56639" y="56055"/>
                  </a:lnTo>
                  <a:lnTo>
                    <a:pt x="27444" y="56055"/>
                  </a:lnTo>
                  <a:lnTo>
                    <a:pt x="42042" y="16349"/>
                  </a:lnTo>
                  <a:close/>
                  <a:moveTo>
                    <a:pt x="33867" y="0"/>
                  </a:moveTo>
                  <a:lnTo>
                    <a:pt x="0" y="91090"/>
                  </a:lnTo>
                  <a:lnTo>
                    <a:pt x="15182" y="91090"/>
                  </a:lnTo>
                  <a:lnTo>
                    <a:pt x="23356" y="68317"/>
                  </a:lnTo>
                  <a:lnTo>
                    <a:pt x="60726" y="68317"/>
                  </a:lnTo>
                  <a:lnTo>
                    <a:pt x="69485" y="91090"/>
                  </a:lnTo>
                  <a:lnTo>
                    <a:pt x="85251" y="91090"/>
                  </a:lnTo>
                  <a:lnTo>
                    <a:pt x="51384" y="0"/>
                  </a:lnTo>
                  <a:lnTo>
                    <a:pt x="33867" y="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96063169-1652-ABF8-0402-EFEEBFB62CE2}"/>
                </a:ext>
              </a:extLst>
            </p:cNvPr>
            <p:cNvSpPr/>
            <p:nvPr/>
          </p:nvSpPr>
          <p:spPr>
            <a:xfrm>
              <a:off x="2263193" y="6350261"/>
              <a:ext cx="101016" cy="67149"/>
            </a:xfrm>
            <a:custGeom>
              <a:avLst/>
              <a:gdLst>
                <a:gd name="connsiteX0" fmla="*/ 94009 w 101016"/>
                <a:gd name="connsiteY0" fmla="*/ 7007 h 67149"/>
                <a:gd name="connsiteX1" fmla="*/ 101016 w 101016"/>
                <a:gd name="connsiteY1" fmla="*/ 29779 h 67149"/>
                <a:gd name="connsiteX2" fmla="*/ 101016 w 101016"/>
                <a:gd name="connsiteY2" fmla="*/ 67150 h 67149"/>
                <a:gd name="connsiteX3" fmla="*/ 87002 w 101016"/>
                <a:gd name="connsiteY3" fmla="*/ 67150 h 67149"/>
                <a:gd name="connsiteX4" fmla="*/ 87002 w 101016"/>
                <a:gd name="connsiteY4" fmla="*/ 29779 h 67149"/>
                <a:gd name="connsiteX5" fmla="*/ 83499 w 101016"/>
                <a:gd name="connsiteY5" fmla="*/ 16349 h 67149"/>
                <a:gd name="connsiteX6" fmla="*/ 72989 w 101016"/>
                <a:gd name="connsiteY6" fmla="*/ 11678 h 67149"/>
                <a:gd name="connsiteX7" fmla="*/ 61310 w 101016"/>
                <a:gd name="connsiteY7" fmla="*/ 16933 h 67149"/>
                <a:gd name="connsiteX8" fmla="*/ 57223 w 101016"/>
                <a:gd name="connsiteY8" fmla="*/ 30947 h 67149"/>
                <a:gd name="connsiteX9" fmla="*/ 57223 w 101016"/>
                <a:gd name="connsiteY9" fmla="*/ 67150 h 67149"/>
                <a:gd name="connsiteX10" fmla="*/ 43209 w 101016"/>
                <a:gd name="connsiteY10" fmla="*/ 67150 h 67149"/>
                <a:gd name="connsiteX11" fmla="*/ 43209 w 101016"/>
                <a:gd name="connsiteY11" fmla="*/ 29779 h 67149"/>
                <a:gd name="connsiteX12" fmla="*/ 39706 w 101016"/>
                <a:gd name="connsiteY12" fmla="*/ 16349 h 67149"/>
                <a:gd name="connsiteX13" fmla="*/ 29195 w 101016"/>
                <a:gd name="connsiteY13" fmla="*/ 11678 h 67149"/>
                <a:gd name="connsiteX14" fmla="*/ 18101 w 101016"/>
                <a:gd name="connsiteY14" fmla="*/ 16933 h 67149"/>
                <a:gd name="connsiteX15" fmla="*/ 14014 w 101016"/>
                <a:gd name="connsiteY15" fmla="*/ 30947 h 67149"/>
                <a:gd name="connsiteX16" fmla="*/ 14014 w 101016"/>
                <a:gd name="connsiteY16" fmla="*/ 66566 h 67149"/>
                <a:gd name="connsiteX17" fmla="*/ 0 w 101016"/>
                <a:gd name="connsiteY17" fmla="*/ 66566 h 67149"/>
                <a:gd name="connsiteX18" fmla="*/ 0 w 101016"/>
                <a:gd name="connsiteY18" fmla="*/ 584 h 67149"/>
                <a:gd name="connsiteX19" fmla="*/ 12262 w 101016"/>
                <a:gd name="connsiteY19" fmla="*/ 584 h 67149"/>
                <a:gd name="connsiteX20" fmla="*/ 14014 w 101016"/>
                <a:gd name="connsiteY20" fmla="*/ 9343 h 67149"/>
                <a:gd name="connsiteX21" fmla="*/ 33283 w 101016"/>
                <a:gd name="connsiteY21" fmla="*/ 0 h 67149"/>
                <a:gd name="connsiteX22" fmla="*/ 45545 w 101016"/>
                <a:gd name="connsiteY22" fmla="*/ 2920 h 67149"/>
                <a:gd name="connsiteX23" fmla="*/ 53720 w 101016"/>
                <a:gd name="connsiteY23" fmla="*/ 12262 h 67149"/>
                <a:gd name="connsiteX24" fmla="*/ 63062 w 101016"/>
                <a:gd name="connsiteY24" fmla="*/ 3503 h 67149"/>
                <a:gd name="connsiteX25" fmla="*/ 77076 w 101016"/>
                <a:gd name="connsiteY25" fmla="*/ 584 h 67149"/>
                <a:gd name="connsiteX26" fmla="*/ 94009 w 101016"/>
                <a:gd name="connsiteY26" fmla="*/ 7007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016" h="67149">
                  <a:moveTo>
                    <a:pt x="94009" y="7007"/>
                  </a:moveTo>
                  <a:cubicBezTo>
                    <a:pt x="98681" y="11678"/>
                    <a:pt x="101016" y="19269"/>
                    <a:pt x="101016" y="29779"/>
                  </a:cubicBezTo>
                  <a:lnTo>
                    <a:pt x="101016" y="67150"/>
                  </a:lnTo>
                  <a:lnTo>
                    <a:pt x="87002" y="67150"/>
                  </a:lnTo>
                  <a:lnTo>
                    <a:pt x="87002" y="29779"/>
                  </a:lnTo>
                  <a:cubicBezTo>
                    <a:pt x="87002" y="23940"/>
                    <a:pt x="85835" y="19269"/>
                    <a:pt x="83499" y="16349"/>
                  </a:cubicBezTo>
                  <a:cubicBezTo>
                    <a:pt x="81163" y="13430"/>
                    <a:pt x="77660" y="11678"/>
                    <a:pt x="72989" y="11678"/>
                  </a:cubicBezTo>
                  <a:cubicBezTo>
                    <a:pt x="68317" y="11678"/>
                    <a:pt x="64230" y="13430"/>
                    <a:pt x="61310" y="16933"/>
                  </a:cubicBezTo>
                  <a:cubicBezTo>
                    <a:pt x="58391" y="20437"/>
                    <a:pt x="57223" y="25108"/>
                    <a:pt x="57223" y="30947"/>
                  </a:cubicBezTo>
                  <a:lnTo>
                    <a:pt x="57223" y="67150"/>
                  </a:lnTo>
                  <a:lnTo>
                    <a:pt x="43209" y="67150"/>
                  </a:lnTo>
                  <a:lnTo>
                    <a:pt x="43209" y="29779"/>
                  </a:lnTo>
                  <a:cubicBezTo>
                    <a:pt x="43209" y="23940"/>
                    <a:pt x="42042" y="19269"/>
                    <a:pt x="39706" y="16349"/>
                  </a:cubicBezTo>
                  <a:cubicBezTo>
                    <a:pt x="37370" y="13430"/>
                    <a:pt x="33867" y="11678"/>
                    <a:pt x="29195" y="11678"/>
                  </a:cubicBezTo>
                  <a:cubicBezTo>
                    <a:pt x="24524" y="11678"/>
                    <a:pt x="20437" y="13430"/>
                    <a:pt x="18101" y="16933"/>
                  </a:cubicBezTo>
                  <a:cubicBezTo>
                    <a:pt x="15182" y="20437"/>
                    <a:pt x="14014" y="25108"/>
                    <a:pt x="14014" y="30947"/>
                  </a:cubicBezTo>
                  <a:lnTo>
                    <a:pt x="14014" y="66566"/>
                  </a:lnTo>
                  <a:lnTo>
                    <a:pt x="0" y="66566"/>
                  </a:lnTo>
                  <a:lnTo>
                    <a:pt x="0" y="584"/>
                  </a:lnTo>
                  <a:lnTo>
                    <a:pt x="12262" y="584"/>
                  </a:lnTo>
                  <a:lnTo>
                    <a:pt x="14014" y="9343"/>
                  </a:lnTo>
                  <a:cubicBezTo>
                    <a:pt x="18685" y="2920"/>
                    <a:pt x="25108" y="0"/>
                    <a:pt x="33283" y="0"/>
                  </a:cubicBezTo>
                  <a:cubicBezTo>
                    <a:pt x="37954" y="0"/>
                    <a:pt x="42042" y="1168"/>
                    <a:pt x="45545" y="2920"/>
                  </a:cubicBezTo>
                  <a:cubicBezTo>
                    <a:pt x="49048" y="4671"/>
                    <a:pt x="51968" y="8175"/>
                    <a:pt x="53720" y="12262"/>
                  </a:cubicBezTo>
                  <a:cubicBezTo>
                    <a:pt x="56055" y="8175"/>
                    <a:pt x="58975" y="5255"/>
                    <a:pt x="63062" y="3503"/>
                  </a:cubicBezTo>
                  <a:cubicBezTo>
                    <a:pt x="67150" y="1168"/>
                    <a:pt x="71237" y="584"/>
                    <a:pt x="77076" y="584"/>
                  </a:cubicBezTo>
                  <a:cubicBezTo>
                    <a:pt x="83499" y="0"/>
                    <a:pt x="89922" y="2336"/>
                    <a:pt x="94009" y="7007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60CCC126-2F4E-9A32-76B0-53F6058E59A1}"/>
                </a:ext>
              </a:extLst>
            </p:cNvPr>
            <p:cNvSpPr/>
            <p:nvPr/>
          </p:nvSpPr>
          <p:spPr>
            <a:xfrm>
              <a:off x="2372968" y="6349093"/>
              <a:ext cx="57807" cy="68317"/>
            </a:xfrm>
            <a:custGeom>
              <a:avLst/>
              <a:gdLst>
                <a:gd name="connsiteX0" fmla="*/ 12846 w 57807"/>
                <a:gd name="connsiteY0" fmla="*/ 46129 h 68317"/>
                <a:gd name="connsiteX1" fmla="*/ 17517 w 57807"/>
                <a:gd name="connsiteY1" fmla="*/ 54887 h 68317"/>
                <a:gd name="connsiteX2" fmla="*/ 29195 w 57807"/>
                <a:gd name="connsiteY2" fmla="*/ 58391 h 68317"/>
                <a:gd name="connsiteX3" fmla="*/ 39706 w 57807"/>
                <a:gd name="connsiteY3" fmla="*/ 56055 h 68317"/>
                <a:gd name="connsiteX4" fmla="*/ 43793 w 57807"/>
                <a:gd name="connsiteY4" fmla="*/ 49632 h 68317"/>
                <a:gd name="connsiteX5" fmla="*/ 42042 w 57807"/>
                <a:gd name="connsiteY5" fmla="*/ 44377 h 68317"/>
                <a:gd name="connsiteX6" fmla="*/ 37370 w 57807"/>
                <a:gd name="connsiteY6" fmla="*/ 42041 h 68317"/>
                <a:gd name="connsiteX7" fmla="*/ 28028 w 57807"/>
                <a:gd name="connsiteY7" fmla="*/ 40290 h 68317"/>
                <a:gd name="connsiteX8" fmla="*/ 13430 w 57807"/>
                <a:gd name="connsiteY8" fmla="*/ 37370 h 68317"/>
                <a:gd name="connsiteX9" fmla="*/ 4087 w 57807"/>
                <a:gd name="connsiteY9" fmla="*/ 31531 h 68317"/>
                <a:gd name="connsiteX10" fmla="*/ 584 w 57807"/>
                <a:gd name="connsiteY10" fmla="*/ 21021 h 68317"/>
                <a:gd name="connsiteX11" fmla="*/ 4087 w 57807"/>
                <a:gd name="connsiteY11" fmla="*/ 9926 h 68317"/>
                <a:gd name="connsiteX12" fmla="*/ 13430 w 57807"/>
                <a:gd name="connsiteY12" fmla="*/ 2336 h 68317"/>
                <a:gd name="connsiteX13" fmla="*/ 26860 w 57807"/>
                <a:gd name="connsiteY13" fmla="*/ 0 h 68317"/>
                <a:gd name="connsiteX14" fmla="*/ 47297 w 57807"/>
                <a:gd name="connsiteY14" fmla="*/ 5839 h 68317"/>
                <a:gd name="connsiteX15" fmla="*/ 56055 w 57807"/>
                <a:gd name="connsiteY15" fmla="*/ 21605 h 68317"/>
                <a:gd name="connsiteX16" fmla="*/ 42625 w 57807"/>
                <a:gd name="connsiteY16" fmla="*/ 21605 h 68317"/>
                <a:gd name="connsiteX17" fmla="*/ 37954 w 57807"/>
                <a:gd name="connsiteY17" fmla="*/ 14014 h 68317"/>
                <a:gd name="connsiteX18" fmla="*/ 28028 w 57807"/>
                <a:gd name="connsiteY18" fmla="*/ 11094 h 68317"/>
                <a:gd name="connsiteX19" fmla="*/ 18101 w 57807"/>
                <a:gd name="connsiteY19" fmla="*/ 13430 h 68317"/>
                <a:gd name="connsiteX20" fmla="*/ 14598 w 57807"/>
                <a:gd name="connsiteY20" fmla="*/ 19853 h 68317"/>
                <a:gd name="connsiteX21" fmla="*/ 16350 w 57807"/>
                <a:gd name="connsiteY21" fmla="*/ 24524 h 68317"/>
                <a:gd name="connsiteX22" fmla="*/ 21021 w 57807"/>
                <a:gd name="connsiteY22" fmla="*/ 26860 h 68317"/>
                <a:gd name="connsiteX23" fmla="*/ 30363 w 57807"/>
                <a:gd name="connsiteY23" fmla="*/ 28028 h 68317"/>
                <a:gd name="connsiteX24" fmla="*/ 44961 w 57807"/>
                <a:gd name="connsiteY24" fmla="*/ 30947 h 68317"/>
                <a:gd name="connsiteX25" fmla="*/ 54304 w 57807"/>
                <a:gd name="connsiteY25" fmla="*/ 36786 h 68317"/>
                <a:gd name="connsiteX26" fmla="*/ 57807 w 57807"/>
                <a:gd name="connsiteY26" fmla="*/ 47881 h 68317"/>
                <a:gd name="connsiteX27" fmla="*/ 54304 w 57807"/>
                <a:gd name="connsiteY27" fmla="*/ 58975 h 68317"/>
                <a:gd name="connsiteX28" fmla="*/ 44377 w 57807"/>
                <a:gd name="connsiteY28" fmla="*/ 65982 h 68317"/>
                <a:gd name="connsiteX29" fmla="*/ 30363 w 57807"/>
                <a:gd name="connsiteY29" fmla="*/ 68317 h 68317"/>
                <a:gd name="connsiteX30" fmla="*/ 8759 w 57807"/>
                <a:gd name="connsiteY30" fmla="*/ 62478 h 68317"/>
                <a:gd name="connsiteX31" fmla="*/ 0 w 57807"/>
                <a:gd name="connsiteY31" fmla="*/ 45545 h 68317"/>
                <a:gd name="connsiteX32" fmla="*/ 12846 w 57807"/>
                <a:gd name="connsiteY32" fmla="*/ 45545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7807" h="68317">
                  <a:moveTo>
                    <a:pt x="12846" y="46129"/>
                  </a:moveTo>
                  <a:cubicBezTo>
                    <a:pt x="12846" y="49632"/>
                    <a:pt x="14598" y="52552"/>
                    <a:pt x="17517" y="54887"/>
                  </a:cubicBezTo>
                  <a:cubicBezTo>
                    <a:pt x="20437" y="57223"/>
                    <a:pt x="24524" y="58391"/>
                    <a:pt x="29195" y="58391"/>
                  </a:cubicBezTo>
                  <a:cubicBezTo>
                    <a:pt x="33283" y="58391"/>
                    <a:pt x="36786" y="57807"/>
                    <a:pt x="39706" y="56055"/>
                  </a:cubicBezTo>
                  <a:cubicBezTo>
                    <a:pt x="42625" y="54304"/>
                    <a:pt x="43793" y="52552"/>
                    <a:pt x="43793" y="49632"/>
                  </a:cubicBezTo>
                  <a:cubicBezTo>
                    <a:pt x="43793" y="47297"/>
                    <a:pt x="43209" y="45545"/>
                    <a:pt x="42042" y="44377"/>
                  </a:cubicBezTo>
                  <a:cubicBezTo>
                    <a:pt x="40874" y="43209"/>
                    <a:pt x="39122" y="42625"/>
                    <a:pt x="37370" y="42041"/>
                  </a:cubicBezTo>
                  <a:cubicBezTo>
                    <a:pt x="35618" y="41458"/>
                    <a:pt x="32115" y="40874"/>
                    <a:pt x="28028" y="40290"/>
                  </a:cubicBezTo>
                  <a:cubicBezTo>
                    <a:pt x="22189" y="39706"/>
                    <a:pt x="17517" y="38538"/>
                    <a:pt x="13430" y="37370"/>
                  </a:cubicBezTo>
                  <a:cubicBezTo>
                    <a:pt x="9927" y="36202"/>
                    <a:pt x="6423" y="34451"/>
                    <a:pt x="4087" y="31531"/>
                  </a:cubicBezTo>
                  <a:cubicBezTo>
                    <a:pt x="1752" y="29195"/>
                    <a:pt x="584" y="25692"/>
                    <a:pt x="584" y="21021"/>
                  </a:cubicBezTo>
                  <a:cubicBezTo>
                    <a:pt x="584" y="16933"/>
                    <a:pt x="1752" y="13430"/>
                    <a:pt x="4087" y="9926"/>
                  </a:cubicBezTo>
                  <a:cubicBezTo>
                    <a:pt x="6423" y="7007"/>
                    <a:pt x="9343" y="4087"/>
                    <a:pt x="13430" y="2336"/>
                  </a:cubicBezTo>
                  <a:cubicBezTo>
                    <a:pt x="17517" y="584"/>
                    <a:pt x="22189" y="0"/>
                    <a:pt x="26860" y="0"/>
                  </a:cubicBezTo>
                  <a:cubicBezTo>
                    <a:pt x="35035" y="0"/>
                    <a:pt x="42042" y="1752"/>
                    <a:pt x="47297" y="5839"/>
                  </a:cubicBezTo>
                  <a:cubicBezTo>
                    <a:pt x="52552" y="9343"/>
                    <a:pt x="55471" y="14598"/>
                    <a:pt x="56055" y="21605"/>
                  </a:cubicBezTo>
                  <a:lnTo>
                    <a:pt x="42625" y="21605"/>
                  </a:lnTo>
                  <a:cubicBezTo>
                    <a:pt x="42042" y="18685"/>
                    <a:pt x="40874" y="16349"/>
                    <a:pt x="37954" y="14014"/>
                  </a:cubicBezTo>
                  <a:cubicBezTo>
                    <a:pt x="35035" y="12262"/>
                    <a:pt x="32115" y="11094"/>
                    <a:pt x="28028" y="11094"/>
                  </a:cubicBezTo>
                  <a:cubicBezTo>
                    <a:pt x="23940" y="11094"/>
                    <a:pt x="20437" y="11678"/>
                    <a:pt x="18101" y="13430"/>
                  </a:cubicBezTo>
                  <a:cubicBezTo>
                    <a:pt x="15766" y="15182"/>
                    <a:pt x="14598" y="16933"/>
                    <a:pt x="14598" y="19853"/>
                  </a:cubicBezTo>
                  <a:cubicBezTo>
                    <a:pt x="14598" y="21605"/>
                    <a:pt x="15182" y="23356"/>
                    <a:pt x="16350" y="24524"/>
                  </a:cubicBezTo>
                  <a:cubicBezTo>
                    <a:pt x="17517" y="25692"/>
                    <a:pt x="19269" y="26276"/>
                    <a:pt x="21021" y="26860"/>
                  </a:cubicBezTo>
                  <a:cubicBezTo>
                    <a:pt x="22773" y="27444"/>
                    <a:pt x="26276" y="27444"/>
                    <a:pt x="30363" y="28028"/>
                  </a:cubicBezTo>
                  <a:cubicBezTo>
                    <a:pt x="36202" y="28612"/>
                    <a:pt x="40874" y="29779"/>
                    <a:pt x="44961" y="30947"/>
                  </a:cubicBezTo>
                  <a:cubicBezTo>
                    <a:pt x="49048" y="32115"/>
                    <a:pt x="51968" y="34451"/>
                    <a:pt x="54304" y="36786"/>
                  </a:cubicBezTo>
                  <a:cubicBezTo>
                    <a:pt x="56639" y="39706"/>
                    <a:pt x="57807" y="43209"/>
                    <a:pt x="57807" y="47881"/>
                  </a:cubicBezTo>
                  <a:cubicBezTo>
                    <a:pt x="57807" y="51968"/>
                    <a:pt x="56639" y="55471"/>
                    <a:pt x="54304" y="58975"/>
                  </a:cubicBezTo>
                  <a:cubicBezTo>
                    <a:pt x="51968" y="61894"/>
                    <a:pt x="48465" y="64814"/>
                    <a:pt x="44377" y="65982"/>
                  </a:cubicBezTo>
                  <a:cubicBezTo>
                    <a:pt x="40290" y="67733"/>
                    <a:pt x="35618" y="68317"/>
                    <a:pt x="30363" y="68317"/>
                  </a:cubicBezTo>
                  <a:cubicBezTo>
                    <a:pt x="21605" y="68317"/>
                    <a:pt x="14014" y="66566"/>
                    <a:pt x="8759" y="62478"/>
                  </a:cubicBezTo>
                  <a:cubicBezTo>
                    <a:pt x="3503" y="58391"/>
                    <a:pt x="584" y="53136"/>
                    <a:pt x="0" y="45545"/>
                  </a:cubicBezTo>
                  <a:lnTo>
                    <a:pt x="12846" y="45545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CF2C916C-CA81-1C32-8133-9993419D7621}"/>
                </a:ext>
              </a:extLst>
            </p:cNvPr>
            <p:cNvSpPr/>
            <p:nvPr/>
          </p:nvSpPr>
          <p:spPr>
            <a:xfrm>
              <a:off x="2436030" y="6332160"/>
              <a:ext cx="43209" cy="84666"/>
            </a:xfrm>
            <a:custGeom>
              <a:avLst/>
              <a:gdLst>
                <a:gd name="connsiteX0" fmla="*/ 11678 w 43209"/>
                <a:gd name="connsiteY0" fmla="*/ 30947 h 84666"/>
                <a:gd name="connsiteX1" fmla="*/ 0 w 43209"/>
                <a:gd name="connsiteY1" fmla="*/ 30947 h 84666"/>
                <a:gd name="connsiteX2" fmla="*/ 0 w 43209"/>
                <a:gd name="connsiteY2" fmla="*/ 18685 h 84666"/>
                <a:gd name="connsiteX3" fmla="*/ 11678 w 43209"/>
                <a:gd name="connsiteY3" fmla="*/ 18685 h 84666"/>
                <a:gd name="connsiteX4" fmla="*/ 11678 w 43209"/>
                <a:gd name="connsiteY4" fmla="*/ 0 h 84666"/>
                <a:gd name="connsiteX5" fmla="*/ 25692 w 43209"/>
                <a:gd name="connsiteY5" fmla="*/ 0 h 84666"/>
                <a:gd name="connsiteX6" fmla="*/ 25692 w 43209"/>
                <a:gd name="connsiteY6" fmla="*/ 18685 h 84666"/>
                <a:gd name="connsiteX7" fmla="*/ 41458 w 43209"/>
                <a:gd name="connsiteY7" fmla="*/ 18685 h 84666"/>
                <a:gd name="connsiteX8" fmla="*/ 41458 w 43209"/>
                <a:gd name="connsiteY8" fmla="*/ 30947 h 84666"/>
                <a:gd name="connsiteX9" fmla="*/ 25692 w 43209"/>
                <a:gd name="connsiteY9" fmla="*/ 30947 h 84666"/>
                <a:gd name="connsiteX10" fmla="*/ 25692 w 43209"/>
                <a:gd name="connsiteY10" fmla="*/ 65398 h 84666"/>
                <a:gd name="connsiteX11" fmla="*/ 27444 w 43209"/>
                <a:gd name="connsiteY11" fmla="*/ 70653 h 84666"/>
                <a:gd name="connsiteX12" fmla="*/ 32699 w 43209"/>
                <a:gd name="connsiteY12" fmla="*/ 72405 h 84666"/>
                <a:gd name="connsiteX13" fmla="*/ 43209 w 43209"/>
                <a:gd name="connsiteY13" fmla="*/ 72405 h 84666"/>
                <a:gd name="connsiteX14" fmla="*/ 43209 w 43209"/>
                <a:gd name="connsiteY14" fmla="*/ 84667 h 84666"/>
                <a:gd name="connsiteX15" fmla="*/ 29779 w 43209"/>
                <a:gd name="connsiteY15" fmla="*/ 84667 h 84666"/>
                <a:gd name="connsiteX16" fmla="*/ 15765 w 43209"/>
                <a:gd name="connsiteY16" fmla="*/ 79996 h 84666"/>
                <a:gd name="connsiteX17" fmla="*/ 11678 w 43209"/>
                <a:gd name="connsiteY17" fmla="*/ 66566 h 84666"/>
                <a:gd name="connsiteX18" fmla="*/ 11678 w 43209"/>
                <a:gd name="connsiteY18" fmla="*/ 3094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209" h="84666">
                  <a:moveTo>
                    <a:pt x="11678" y="30947"/>
                  </a:moveTo>
                  <a:lnTo>
                    <a:pt x="0" y="30947"/>
                  </a:lnTo>
                  <a:lnTo>
                    <a:pt x="0" y="18685"/>
                  </a:lnTo>
                  <a:lnTo>
                    <a:pt x="11678" y="18685"/>
                  </a:lnTo>
                  <a:lnTo>
                    <a:pt x="11678" y="0"/>
                  </a:lnTo>
                  <a:lnTo>
                    <a:pt x="25692" y="0"/>
                  </a:lnTo>
                  <a:lnTo>
                    <a:pt x="25692" y="18685"/>
                  </a:lnTo>
                  <a:lnTo>
                    <a:pt x="41458" y="18685"/>
                  </a:lnTo>
                  <a:lnTo>
                    <a:pt x="41458" y="30947"/>
                  </a:lnTo>
                  <a:lnTo>
                    <a:pt x="25692" y="30947"/>
                  </a:lnTo>
                  <a:lnTo>
                    <a:pt x="25692" y="65398"/>
                  </a:lnTo>
                  <a:cubicBezTo>
                    <a:pt x="25692" y="67733"/>
                    <a:pt x="26276" y="70069"/>
                    <a:pt x="27444" y="70653"/>
                  </a:cubicBezTo>
                  <a:cubicBezTo>
                    <a:pt x="28612" y="71821"/>
                    <a:pt x="30363" y="72405"/>
                    <a:pt x="32699" y="72405"/>
                  </a:cubicBezTo>
                  <a:lnTo>
                    <a:pt x="43209" y="72405"/>
                  </a:lnTo>
                  <a:lnTo>
                    <a:pt x="43209" y="84667"/>
                  </a:lnTo>
                  <a:lnTo>
                    <a:pt x="29779" y="84667"/>
                  </a:lnTo>
                  <a:cubicBezTo>
                    <a:pt x="23356" y="84667"/>
                    <a:pt x="18685" y="82915"/>
                    <a:pt x="15765" y="79996"/>
                  </a:cubicBezTo>
                  <a:cubicBezTo>
                    <a:pt x="12846" y="77076"/>
                    <a:pt x="11678" y="72405"/>
                    <a:pt x="11678" y="66566"/>
                  </a:cubicBezTo>
                  <a:lnTo>
                    <a:pt x="11678" y="30947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76C0BB82-4C08-92D7-04D0-BA6655E45CDE}"/>
                </a:ext>
              </a:extLst>
            </p:cNvPr>
            <p:cNvSpPr/>
            <p:nvPr/>
          </p:nvSpPr>
          <p:spPr>
            <a:xfrm>
              <a:off x="2483910" y="635026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6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6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5035 h 68317"/>
                <a:gd name="connsiteX19" fmla="*/ 4087 w 65397"/>
                <a:gd name="connsiteY19" fmla="*/ 15766 h 68317"/>
                <a:gd name="connsiteX20" fmla="*/ 51384 w 65397"/>
                <a:gd name="connsiteY20" fmla="*/ 26860 h 68317"/>
                <a:gd name="connsiteX21" fmla="*/ 45545 w 65397"/>
                <a:gd name="connsiteY21" fmla="*/ 15766 h 68317"/>
                <a:gd name="connsiteX22" fmla="*/ 33283 w 65397"/>
                <a:gd name="connsiteY22" fmla="*/ 11678 h 68317"/>
                <a:gd name="connsiteX23" fmla="*/ 21605 w 65397"/>
                <a:gd name="connsiteY23" fmla="*/ 15766 h 68317"/>
                <a:gd name="connsiteX24" fmla="*/ 15766 w 65397"/>
                <a:gd name="connsiteY24" fmla="*/ 26860 h 68317"/>
                <a:gd name="connsiteX25" fmla="*/ 51384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6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4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4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5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5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6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5035"/>
                  </a:cubicBezTo>
                  <a:cubicBezTo>
                    <a:pt x="0" y="27444"/>
                    <a:pt x="1752" y="21021"/>
                    <a:pt x="4087" y="15766"/>
                  </a:cubicBezTo>
                  <a:moveTo>
                    <a:pt x="51384" y="26860"/>
                  </a:moveTo>
                  <a:cubicBezTo>
                    <a:pt x="50800" y="22189"/>
                    <a:pt x="49048" y="18101"/>
                    <a:pt x="45545" y="15766"/>
                  </a:cubicBezTo>
                  <a:cubicBezTo>
                    <a:pt x="42042" y="12846"/>
                    <a:pt x="37954" y="11678"/>
                    <a:pt x="33283" y="11678"/>
                  </a:cubicBezTo>
                  <a:cubicBezTo>
                    <a:pt x="28612" y="11678"/>
                    <a:pt x="24524" y="12846"/>
                    <a:pt x="21605" y="15766"/>
                  </a:cubicBezTo>
                  <a:cubicBezTo>
                    <a:pt x="18101" y="18685"/>
                    <a:pt x="16350" y="22189"/>
                    <a:pt x="15766" y="26860"/>
                  </a:cubicBezTo>
                  <a:lnTo>
                    <a:pt x="51384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442F1104-2AAD-83A4-A656-AF8ED6CC1070}"/>
                </a:ext>
              </a:extLst>
            </p:cNvPr>
            <p:cNvSpPr/>
            <p:nvPr/>
          </p:nvSpPr>
          <p:spPr>
            <a:xfrm>
              <a:off x="2559235" y="6350261"/>
              <a:ext cx="37370" cy="67149"/>
            </a:xfrm>
            <a:custGeom>
              <a:avLst/>
              <a:gdLst>
                <a:gd name="connsiteX0" fmla="*/ 37370 w 37370"/>
                <a:gd name="connsiteY0" fmla="*/ 584 h 67149"/>
                <a:gd name="connsiteX1" fmla="*/ 37370 w 37370"/>
                <a:gd name="connsiteY1" fmla="*/ 13430 h 67149"/>
                <a:gd name="connsiteX2" fmla="*/ 30947 w 37370"/>
                <a:gd name="connsiteY2" fmla="*/ 13430 h 67149"/>
                <a:gd name="connsiteX3" fmla="*/ 18101 w 37370"/>
                <a:gd name="connsiteY3" fmla="*/ 19269 h 67149"/>
                <a:gd name="connsiteX4" fmla="*/ 14014 w 37370"/>
                <a:gd name="connsiteY4" fmla="*/ 33867 h 67149"/>
                <a:gd name="connsiteX5" fmla="*/ 14014 w 37370"/>
                <a:gd name="connsiteY5" fmla="*/ 67150 h 67149"/>
                <a:gd name="connsiteX6" fmla="*/ 0 w 37370"/>
                <a:gd name="connsiteY6" fmla="*/ 67150 h 67149"/>
                <a:gd name="connsiteX7" fmla="*/ 0 w 37370"/>
                <a:gd name="connsiteY7" fmla="*/ 584 h 67149"/>
                <a:gd name="connsiteX8" fmla="*/ 12262 w 37370"/>
                <a:gd name="connsiteY8" fmla="*/ 584 h 67149"/>
                <a:gd name="connsiteX9" fmla="*/ 14014 w 37370"/>
                <a:gd name="connsiteY9" fmla="*/ 10510 h 67149"/>
                <a:gd name="connsiteX10" fmla="*/ 21605 w 37370"/>
                <a:gd name="connsiteY10" fmla="*/ 2920 h 67149"/>
                <a:gd name="connsiteX11" fmla="*/ 33867 w 37370"/>
                <a:gd name="connsiteY11" fmla="*/ 0 h 67149"/>
                <a:gd name="connsiteX12" fmla="*/ 37370 w 37370"/>
                <a:gd name="connsiteY12" fmla="*/ 0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370" h="67149">
                  <a:moveTo>
                    <a:pt x="37370" y="584"/>
                  </a:moveTo>
                  <a:lnTo>
                    <a:pt x="37370" y="13430"/>
                  </a:lnTo>
                  <a:lnTo>
                    <a:pt x="30947" y="13430"/>
                  </a:lnTo>
                  <a:cubicBezTo>
                    <a:pt x="25108" y="13430"/>
                    <a:pt x="21021" y="15182"/>
                    <a:pt x="18101" y="19269"/>
                  </a:cubicBezTo>
                  <a:cubicBezTo>
                    <a:pt x="15765" y="22772"/>
                    <a:pt x="14014" y="28028"/>
                    <a:pt x="14014" y="33867"/>
                  </a:cubicBezTo>
                  <a:lnTo>
                    <a:pt x="14014" y="67150"/>
                  </a:lnTo>
                  <a:lnTo>
                    <a:pt x="0" y="67150"/>
                  </a:lnTo>
                  <a:lnTo>
                    <a:pt x="0" y="584"/>
                  </a:lnTo>
                  <a:lnTo>
                    <a:pt x="12262" y="584"/>
                  </a:lnTo>
                  <a:lnTo>
                    <a:pt x="14014" y="10510"/>
                  </a:lnTo>
                  <a:cubicBezTo>
                    <a:pt x="15765" y="7591"/>
                    <a:pt x="18101" y="4671"/>
                    <a:pt x="21605" y="2920"/>
                  </a:cubicBezTo>
                  <a:cubicBezTo>
                    <a:pt x="24524" y="1168"/>
                    <a:pt x="28612" y="0"/>
                    <a:pt x="33867" y="0"/>
                  </a:cubicBezTo>
                  <a:lnTo>
                    <a:pt x="37370" y="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97EE2530-ADF5-5148-1E14-82F60262E63D}"/>
                </a:ext>
              </a:extLst>
            </p:cNvPr>
            <p:cNvSpPr/>
            <p:nvPr/>
          </p:nvSpPr>
          <p:spPr>
            <a:xfrm>
              <a:off x="2600109" y="6326321"/>
              <a:ext cx="67149" cy="91673"/>
            </a:xfrm>
            <a:custGeom>
              <a:avLst/>
              <a:gdLst>
                <a:gd name="connsiteX0" fmla="*/ 67150 w 67149"/>
                <a:gd name="connsiteY0" fmla="*/ 0 h 91673"/>
                <a:gd name="connsiteX1" fmla="*/ 67150 w 67149"/>
                <a:gd name="connsiteY1" fmla="*/ 91090 h 91673"/>
                <a:gd name="connsiteX2" fmla="*/ 54887 w 67149"/>
                <a:gd name="connsiteY2" fmla="*/ 91090 h 91673"/>
                <a:gd name="connsiteX3" fmla="*/ 53136 w 67149"/>
                <a:gd name="connsiteY3" fmla="*/ 81163 h 91673"/>
                <a:gd name="connsiteX4" fmla="*/ 31531 w 67149"/>
                <a:gd name="connsiteY4" fmla="*/ 91674 h 91673"/>
                <a:gd name="connsiteX5" fmla="*/ 15181 w 67149"/>
                <a:gd name="connsiteY5" fmla="*/ 87586 h 91673"/>
                <a:gd name="connsiteX6" fmla="*/ 4087 w 67149"/>
                <a:gd name="connsiteY6" fmla="*/ 75908 h 91673"/>
                <a:gd name="connsiteX7" fmla="*/ 0 w 67149"/>
                <a:gd name="connsiteY7" fmla="*/ 57807 h 91673"/>
                <a:gd name="connsiteX8" fmla="*/ 4087 w 67149"/>
                <a:gd name="connsiteY8" fmla="*/ 39706 h 91673"/>
                <a:gd name="connsiteX9" fmla="*/ 15181 w 67149"/>
                <a:gd name="connsiteY9" fmla="*/ 28028 h 91673"/>
                <a:gd name="connsiteX10" fmla="*/ 31531 w 67149"/>
                <a:gd name="connsiteY10" fmla="*/ 23940 h 91673"/>
                <a:gd name="connsiteX11" fmla="*/ 44377 w 67149"/>
                <a:gd name="connsiteY11" fmla="*/ 26860 h 91673"/>
                <a:gd name="connsiteX12" fmla="*/ 53136 w 67149"/>
                <a:gd name="connsiteY12" fmla="*/ 34451 h 91673"/>
                <a:gd name="connsiteX13" fmla="*/ 53136 w 67149"/>
                <a:gd name="connsiteY13" fmla="*/ 584 h 91673"/>
                <a:gd name="connsiteX14" fmla="*/ 67150 w 67149"/>
                <a:gd name="connsiteY14" fmla="*/ 584 h 91673"/>
                <a:gd name="connsiteX15" fmla="*/ 47880 w 67149"/>
                <a:gd name="connsiteY15" fmla="*/ 74156 h 91673"/>
                <a:gd name="connsiteX16" fmla="*/ 53136 w 67149"/>
                <a:gd name="connsiteY16" fmla="*/ 58391 h 91673"/>
                <a:gd name="connsiteX17" fmla="*/ 47880 w 67149"/>
                <a:gd name="connsiteY17" fmla="*/ 42041 h 91673"/>
                <a:gd name="connsiteX18" fmla="*/ 33867 w 67149"/>
                <a:gd name="connsiteY18" fmla="*/ 35618 h 91673"/>
                <a:gd name="connsiteX19" fmla="*/ 19853 w 67149"/>
                <a:gd name="connsiteY19" fmla="*/ 42041 h 91673"/>
                <a:gd name="connsiteX20" fmla="*/ 14598 w 67149"/>
                <a:gd name="connsiteY20" fmla="*/ 57807 h 91673"/>
                <a:gd name="connsiteX21" fmla="*/ 19853 w 67149"/>
                <a:gd name="connsiteY21" fmla="*/ 73573 h 91673"/>
                <a:gd name="connsiteX22" fmla="*/ 33867 w 67149"/>
                <a:gd name="connsiteY22" fmla="*/ 79996 h 91673"/>
                <a:gd name="connsiteX23" fmla="*/ 47880 w 67149"/>
                <a:gd name="connsiteY23" fmla="*/ 74156 h 91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149" h="91673">
                  <a:moveTo>
                    <a:pt x="67150" y="0"/>
                  </a:moveTo>
                  <a:lnTo>
                    <a:pt x="67150" y="91090"/>
                  </a:lnTo>
                  <a:lnTo>
                    <a:pt x="54887" y="91090"/>
                  </a:lnTo>
                  <a:lnTo>
                    <a:pt x="53136" y="81163"/>
                  </a:lnTo>
                  <a:cubicBezTo>
                    <a:pt x="47880" y="88170"/>
                    <a:pt x="40874" y="91674"/>
                    <a:pt x="31531" y="91674"/>
                  </a:cubicBezTo>
                  <a:cubicBezTo>
                    <a:pt x="25692" y="91674"/>
                    <a:pt x="19853" y="90506"/>
                    <a:pt x="15181" y="87586"/>
                  </a:cubicBezTo>
                  <a:cubicBezTo>
                    <a:pt x="10510" y="84667"/>
                    <a:pt x="6423" y="81163"/>
                    <a:pt x="4087" y="75908"/>
                  </a:cubicBezTo>
                  <a:cubicBezTo>
                    <a:pt x="1168" y="70653"/>
                    <a:pt x="0" y="64814"/>
                    <a:pt x="0" y="57807"/>
                  </a:cubicBezTo>
                  <a:cubicBezTo>
                    <a:pt x="0" y="50800"/>
                    <a:pt x="1168" y="44961"/>
                    <a:pt x="4087" y="39706"/>
                  </a:cubicBezTo>
                  <a:cubicBezTo>
                    <a:pt x="7007" y="34451"/>
                    <a:pt x="10510" y="30363"/>
                    <a:pt x="15181" y="28028"/>
                  </a:cubicBezTo>
                  <a:cubicBezTo>
                    <a:pt x="19853" y="25108"/>
                    <a:pt x="25108" y="23940"/>
                    <a:pt x="31531" y="23940"/>
                  </a:cubicBezTo>
                  <a:cubicBezTo>
                    <a:pt x="36202" y="23940"/>
                    <a:pt x="40874" y="25108"/>
                    <a:pt x="44377" y="26860"/>
                  </a:cubicBezTo>
                  <a:cubicBezTo>
                    <a:pt x="47880" y="28612"/>
                    <a:pt x="50800" y="30947"/>
                    <a:pt x="53136" y="34451"/>
                  </a:cubicBezTo>
                  <a:lnTo>
                    <a:pt x="53136" y="584"/>
                  </a:lnTo>
                  <a:lnTo>
                    <a:pt x="67150" y="584"/>
                  </a:lnTo>
                  <a:close/>
                  <a:moveTo>
                    <a:pt x="47880" y="74156"/>
                  </a:moveTo>
                  <a:cubicBezTo>
                    <a:pt x="51384" y="70069"/>
                    <a:pt x="53136" y="64814"/>
                    <a:pt x="53136" y="58391"/>
                  </a:cubicBezTo>
                  <a:cubicBezTo>
                    <a:pt x="53136" y="51968"/>
                    <a:pt x="51384" y="46129"/>
                    <a:pt x="47880" y="42041"/>
                  </a:cubicBezTo>
                  <a:cubicBezTo>
                    <a:pt x="44377" y="37954"/>
                    <a:pt x="39706" y="35618"/>
                    <a:pt x="33867" y="35618"/>
                  </a:cubicBezTo>
                  <a:cubicBezTo>
                    <a:pt x="28028" y="35618"/>
                    <a:pt x="23356" y="37954"/>
                    <a:pt x="19853" y="42041"/>
                  </a:cubicBezTo>
                  <a:cubicBezTo>
                    <a:pt x="16349" y="46129"/>
                    <a:pt x="14598" y="51384"/>
                    <a:pt x="14598" y="57807"/>
                  </a:cubicBezTo>
                  <a:cubicBezTo>
                    <a:pt x="14598" y="64230"/>
                    <a:pt x="16349" y="69485"/>
                    <a:pt x="19853" y="73573"/>
                  </a:cubicBezTo>
                  <a:cubicBezTo>
                    <a:pt x="23356" y="77660"/>
                    <a:pt x="28028" y="79996"/>
                    <a:pt x="33867" y="79996"/>
                  </a:cubicBezTo>
                  <a:cubicBezTo>
                    <a:pt x="39706" y="79996"/>
                    <a:pt x="44377" y="78244"/>
                    <a:pt x="47880" y="74156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49C068B9-848A-00E3-E126-1EA7FB3982DC}"/>
                </a:ext>
              </a:extLst>
            </p:cNvPr>
            <p:cNvSpPr/>
            <p:nvPr/>
          </p:nvSpPr>
          <p:spPr>
            <a:xfrm>
              <a:off x="2675433" y="6350845"/>
              <a:ext cx="67149" cy="67149"/>
            </a:xfrm>
            <a:custGeom>
              <a:avLst/>
              <a:gdLst>
                <a:gd name="connsiteX0" fmla="*/ 67150 w 67149"/>
                <a:gd name="connsiteY0" fmla="*/ 54304 h 67149"/>
                <a:gd name="connsiteX1" fmla="*/ 67150 w 67149"/>
                <a:gd name="connsiteY1" fmla="*/ 66566 h 67149"/>
                <a:gd name="connsiteX2" fmla="*/ 59559 w 67149"/>
                <a:gd name="connsiteY2" fmla="*/ 66566 h 67149"/>
                <a:gd name="connsiteX3" fmla="*/ 50216 w 67149"/>
                <a:gd name="connsiteY3" fmla="*/ 63646 h 67149"/>
                <a:gd name="connsiteX4" fmla="*/ 47297 w 67149"/>
                <a:gd name="connsiteY4" fmla="*/ 55471 h 67149"/>
                <a:gd name="connsiteX5" fmla="*/ 25108 w 67149"/>
                <a:gd name="connsiteY5" fmla="*/ 67150 h 67149"/>
                <a:gd name="connsiteX6" fmla="*/ 7007 w 67149"/>
                <a:gd name="connsiteY6" fmla="*/ 61894 h 67149"/>
                <a:gd name="connsiteX7" fmla="*/ 0 w 67149"/>
                <a:gd name="connsiteY7" fmla="*/ 47881 h 67149"/>
                <a:gd name="connsiteX8" fmla="*/ 7007 w 67149"/>
                <a:gd name="connsiteY8" fmla="*/ 32115 h 67149"/>
                <a:gd name="connsiteX9" fmla="*/ 28028 w 67149"/>
                <a:gd name="connsiteY9" fmla="*/ 26860 h 67149"/>
                <a:gd name="connsiteX10" fmla="*/ 44961 w 67149"/>
                <a:gd name="connsiteY10" fmla="*/ 26860 h 67149"/>
                <a:gd name="connsiteX11" fmla="*/ 44961 w 67149"/>
                <a:gd name="connsiteY11" fmla="*/ 22772 h 67149"/>
                <a:gd name="connsiteX12" fmla="*/ 40874 w 67149"/>
                <a:gd name="connsiteY12" fmla="*/ 14014 h 67149"/>
                <a:gd name="connsiteX13" fmla="*/ 30363 w 67149"/>
                <a:gd name="connsiteY13" fmla="*/ 11094 h 67149"/>
                <a:gd name="connsiteX14" fmla="*/ 20437 w 67149"/>
                <a:gd name="connsiteY14" fmla="*/ 14014 h 67149"/>
                <a:gd name="connsiteX15" fmla="*/ 15765 w 67149"/>
                <a:gd name="connsiteY15" fmla="*/ 21021 h 67149"/>
                <a:gd name="connsiteX16" fmla="*/ 1752 w 67149"/>
                <a:gd name="connsiteY16" fmla="*/ 21021 h 67149"/>
                <a:gd name="connsiteX17" fmla="*/ 10510 w 67149"/>
                <a:gd name="connsiteY17" fmla="*/ 5255 h 67149"/>
                <a:gd name="connsiteX18" fmla="*/ 30947 w 67149"/>
                <a:gd name="connsiteY18" fmla="*/ 0 h 67149"/>
                <a:gd name="connsiteX19" fmla="*/ 51384 w 67149"/>
                <a:gd name="connsiteY19" fmla="*/ 6423 h 67149"/>
                <a:gd name="connsiteX20" fmla="*/ 58391 w 67149"/>
                <a:gd name="connsiteY20" fmla="*/ 24524 h 67149"/>
                <a:gd name="connsiteX21" fmla="*/ 58391 w 67149"/>
                <a:gd name="connsiteY21" fmla="*/ 50800 h 67149"/>
                <a:gd name="connsiteX22" fmla="*/ 63062 w 67149"/>
                <a:gd name="connsiteY22" fmla="*/ 55471 h 67149"/>
                <a:gd name="connsiteX23" fmla="*/ 67150 w 67149"/>
                <a:gd name="connsiteY23" fmla="*/ 55471 h 67149"/>
                <a:gd name="connsiteX24" fmla="*/ 46129 w 67149"/>
                <a:gd name="connsiteY24" fmla="*/ 36786 h 67149"/>
                <a:gd name="connsiteX25" fmla="*/ 28612 w 67149"/>
                <a:gd name="connsiteY25" fmla="*/ 36786 h 67149"/>
                <a:gd name="connsiteX26" fmla="*/ 18685 w 67149"/>
                <a:gd name="connsiteY26" fmla="*/ 39122 h 67149"/>
                <a:gd name="connsiteX27" fmla="*/ 15182 w 67149"/>
                <a:gd name="connsiteY27" fmla="*/ 46713 h 67149"/>
                <a:gd name="connsiteX28" fmla="*/ 18685 w 67149"/>
                <a:gd name="connsiteY28" fmla="*/ 53720 h 67149"/>
                <a:gd name="connsiteX29" fmla="*/ 27444 w 67149"/>
                <a:gd name="connsiteY29" fmla="*/ 56055 h 67149"/>
                <a:gd name="connsiteX30" fmla="*/ 40874 w 67149"/>
                <a:gd name="connsiteY30" fmla="*/ 51384 h 67149"/>
                <a:gd name="connsiteX31" fmla="*/ 46129 w 67149"/>
                <a:gd name="connsiteY31" fmla="*/ 39122 h 67149"/>
                <a:gd name="connsiteX32" fmla="*/ 46129 w 67149"/>
                <a:gd name="connsiteY32" fmla="*/ 36786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7149" h="67149">
                  <a:moveTo>
                    <a:pt x="67150" y="54304"/>
                  </a:moveTo>
                  <a:lnTo>
                    <a:pt x="67150" y="66566"/>
                  </a:lnTo>
                  <a:lnTo>
                    <a:pt x="59559" y="66566"/>
                  </a:lnTo>
                  <a:cubicBezTo>
                    <a:pt x="55471" y="66566"/>
                    <a:pt x="51968" y="65398"/>
                    <a:pt x="50216" y="63646"/>
                  </a:cubicBezTo>
                  <a:cubicBezTo>
                    <a:pt x="48464" y="61894"/>
                    <a:pt x="47297" y="58975"/>
                    <a:pt x="47297" y="55471"/>
                  </a:cubicBezTo>
                  <a:cubicBezTo>
                    <a:pt x="42041" y="63062"/>
                    <a:pt x="35035" y="67150"/>
                    <a:pt x="25108" y="67150"/>
                  </a:cubicBezTo>
                  <a:cubicBezTo>
                    <a:pt x="17517" y="67150"/>
                    <a:pt x="11678" y="65398"/>
                    <a:pt x="7007" y="61894"/>
                  </a:cubicBezTo>
                  <a:cubicBezTo>
                    <a:pt x="2336" y="58391"/>
                    <a:pt x="0" y="53720"/>
                    <a:pt x="0" y="47881"/>
                  </a:cubicBezTo>
                  <a:cubicBezTo>
                    <a:pt x="0" y="40874"/>
                    <a:pt x="2336" y="35618"/>
                    <a:pt x="7007" y="32115"/>
                  </a:cubicBezTo>
                  <a:cubicBezTo>
                    <a:pt x="11678" y="28612"/>
                    <a:pt x="18685" y="26860"/>
                    <a:pt x="28028" y="26860"/>
                  </a:cubicBezTo>
                  <a:lnTo>
                    <a:pt x="44961" y="26860"/>
                  </a:lnTo>
                  <a:lnTo>
                    <a:pt x="44961" y="22772"/>
                  </a:lnTo>
                  <a:cubicBezTo>
                    <a:pt x="44961" y="19269"/>
                    <a:pt x="43793" y="16349"/>
                    <a:pt x="40874" y="14014"/>
                  </a:cubicBezTo>
                  <a:cubicBezTo>
                    <a:pt x="38538" y="11678"/>
                    <a:pt x="34451" y="11094"/>
                    <a:pt x="30363" y="11094"/>
                  </a:cubicBezTo>
                  <a:cubicBezTo>
                    <a:pt x="26276" y="11094"/>
                    <a:pt x="22772" y="12262"/>
                    <a:pt x="20437" y="14014"/>
                  </a:cubicBezTo>
                  <a:cubicBezTo>
                    <a:pt x="17517" y="15766"/>
                    <a:pt x="16349" y="18101"/>
                    <a:pt x="15765" y="21021"/>
                  </a:cubicBezTo>
                  <a:lnTo>
                    <a:pt x="1752" y="21021"/>
                  </a:lnTo>
                  <a:cubicBezTo>
                    <a:pt x="2336" y="14598"/>
                    <a:pt x="5255" y="9343"/>
                    <a:pt x="10510" y="5255"/>
                  </a:cubicBezTo>
                  <a:cubicBezTo>
                    <a:pt x="15765" y="1752"/>
                    <a:pt x="22772" y="0"/>
                    <a:pt x="30947" y="0"/>
                  </a:cubicBezTo>
                  <a:cubicBezTo>
                    <a:pt x="39706" y="0"/>
                    <a:pt x="46713" y="2336"/>
                    <a:pt x="51384" y="6423"/>
                  </a:cubicBezTo>
                  <a:cubicBezTo>
                    <a:pt x="56055" y="10510"/>
                    <a:pt x="58391" y="16349"/>
                    <a:pt x="58391" y="24524"/>
                  </a:cubicBezTo>
                  <a:lnTo>
                    <a:pt x="58391" y="50800"/>
                  </a:lnTo>
                  <a:cubicBezTo>
                    <a:pt x="58391" y="53720"/>
                    <a:pt x="60143" y="55471"/>
                    <a:pt x="63062" y="55471"/>
                  </a:cubicBezTo>
                  <a:lnTo>
                    <a:pt x="67150" y="55471"/>
                  </a:lnTo>
                  <a:close/>
                  <a:moveTo>
                    <a:pt x="46129" y="36786"/>
                  </a:moveTo>
                  <a:lnTo>
                    <a:pt x="28612" y="36786"/>
                  </a:lnTo>
                  <a:cubicBezTo>
                    <a:pt x="24524" y="36786"/>
                    <a:pt x="21021" y="37370"/>
                    <a:pt x="18685" y="39122"/>
                  </a:cubicBezTo>
                  <a:cubicBezTo>
                    <a:pt x="16349" y="40874"/>
                    <a:pt x="15182" y="43209"/>
                    <a:pt x="15182" y="46713"/>
                  </a:cubicBezTo>
                  <a:cubicBezTo>
                    <a:pt x="15182" y="49632"/>
                    <a:pt x="16349" y="51968"/>
                    <a:pt x="18685" y="53720"/>
                  </a:cubicBezTo>
                  <a:cubicBezTo>
                    <a:pt x="21021" y="55471"/>
                    <a:pt x="23940" y="56055"/>
                    <a:pt x="27444" y="56055"/>
                  </a:cubicBezTo>
                  <a:cubicBezTo>
                    <a:pt x="33283" y="56055"/>
                    <a:pt x="37954" y="54304"/>
                    <a:pt x="40874" y="51384"/>
                  </a:cubicBezTo>
                  <a:cubicBezTo>
                    <a:pt x="44377" y="48464"/>
                    <a:pt x="45545" y="44377"/>
                    <a:pt x="46129" y="39122"/>
                  </a:cubicBezTo>
                  <a:lnTo>
                    <a:pt x="46129" y="36786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" name="Vrije vorm: vorm 17">
              <a:extLst>
                <a:ext uri="{FF2B5EF4-FFF2-40B4-BE49-F238E27FC236}">
                  <a16:creationId xmlns:a16="http://schemas.microsoft.com/office/drawing/2014/main" id="{DCE35BF9-2666-739E-5760-DB49F4AE8C9C}"/>
                </a:ext>
              </a:extLst>
            </p:cNvPr>
            <p:cNvSpPr/>
            <p:nvPr/>
          </p:nvSpPr>
          <p:spPr>
            <a:xfrm>
              <a:off x="2753093" y="6350261"/>
              <a:ext cx="101016" cy="67149"/>
            </a:xfrm>
            <a:custGeom>
              <a:avLst/>
              <a:gdLst>
                <a:gd name="connsiteX0" fmla="*/ 94009 w 101016"/>
                <a:gd name="connsiteY0" fmla="*/ 7007 h 67149"/>
                <a:gd name="connsiteX1" fmla="*/ 101016 w 101016"/>
                <a:gd name="connsiteY1" fmla="*/ 29779 h 67149"/>
                <a:gd name="connsiteX2" fmla="*/ 101016 w 101016"/>
                <a:gd name="connsiteY2" fmla="*/ 67150 h 67149"/>
                <a:gd name="connsiteX3" fmla="*/ 87002 w 101016"/>
                <a:gd name="connsiteY3" fmla="*/ 67150 h 67149"/>
                <a:gd name="connsiteX4" fmla="*/ 87002 w 101016"/>
                <a:gd name="connsiteY4" fmla="*/ 29779 h 67149"/>
                <a:gd name="connsiteX5" fmla="*/ 83499 w 101016"/>
                <a:gd name="connsiteY5" fmla="*/ 16349 h 67149"/>
                <a:gd name="connsiteX6" fmla="*/ 72989 w 101016"/>
                <a:gd name="connsiteY6" fmla="*/ 11678 h 67149"/>
                <a:gd name="connsiteX7" fmla="*/ 61310 w 101016"/>
                <a:gd name="connsiteY7" fmla="*/ 16933 h 67149"/>
                <a:gd name="connsiteX8" fmla="*/ 57223 w 101016"/>
                <a:gd name="connsiteY8" fmla="*/ 30947 h 67149"/>
                <a:gd name="connsiteX9" fmla="*/ 57223 w 101016"/>
                <a:gd name="connsiteY9" fmla="*/ 67150 h 67149"/>
                <a:gd name="connsiteX10" fmla="*/ 43209 w 101016"/>
                <a:gd name="connsiteY10" fmla="*/ 67150 h 67149"/>
                <a:gd name="connsiteX11" fmla="*/ 43209 w 101016"/>
                <a:gd name="connsiteY11" fmla="*/ 29779 h 67149"/>
                <a:gd name="connsiteX12" fmla="*/ 39706 w 101016"/>
                <a:gd name="connsiteY12" fmla="*/ 16349 h 67149"/>
                <a:gd name="connsiteX13" fmla="*/ 29195 w 101016"/>
                <a:gd name="connsiteY13" fmla="*/ 11678 h 67149"/>
                <a:gd name="connsiteX14" fmla="*/ 18101 w 101016"/>
                <a:gd name="connsiteY14" fmla="*/ 16933 h 67149"/>
                <a:gd name="connsiteX15" fmla="*/ 14014 w 101016"/>
                <a:gd name="connsiteY15" fmla="*/ 30947 h 67149"/>
                <a:gd name="connsiteX16" fmla="*/ 14014 w 101016"/>
                <a:gd name="connsiteY16" fmla="*/ 66566 h 67149"/>
                <a:gd name="connsiteX17" fmla="*/ 0 w 101016"/>
                <a:gd name="connsiteY17" fmla="*/ 66566 h 67149"/>
                <a:gd name="connsiteX18" fmla="*/ 0 w 101016"/>
                <a:gd name="connsiteY18" fmla="*/ 584 h 67149"/>
                <a:gd name="connsiteX19" fmla="*/ 12262 w 101016"/>
                <a:gd name="connsiteY19" fmla="*/ 584 h 67149"/>
                <a:gd name="connsiteX20" fmla="*/ 14014 w 101016"/>
                <a:gd name="connsiteY20" fmla="*/ 9343 h 67149"/>
                <a:gd name="connsiteX21" fmla="*/ 33283 w 101016"/>
                <a:gd name="connsiteY21" fmla="*/ 0 h 67149"/>
                <a:gd name="connsiteX22" fmla="*/ 45545 w 101016"/>
                <a:gd name="connsiteY22" fmla="*/ 2920 h 67149"/>
                <a:gd name="connsiteX23" fmla="*/ 53720 w 101016"/>
                <a:gd name="connsiteY23" fmla="*/ 12262 h 67149"/>
                <a:gd name="connsiteX24" fmla="*/ 63062 w 101016"/>
                <a:gd name="connsiteY24" fmla="*/ 3503 h 67149"/>
                <a:gd name="connsiteX25" fmla="*/ 77076 w 101016"/>
                <a:gd name="connsiteY25" fmla="*/ 584 h 67149"/>
                <a:gd name="connsiteX26" fmla="*/ 94009 w 101016"/>
                <a:gd name="connsiteY26" fmla="*/ 7007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016" h="67149">
                  <a:moveTo>
                    <a:pt x="94009" y="7007"/>
                  </a:moveTo>
                  <a:cubicBezTo>
                    <a:pt x="98681" y="11678"/>
                    <a:pt x="101016" y="19269"/>
                    <a:pt x="101016" y="29779"/>
                  </a:cubicBezTo>
                  <a:lnTo>
                    <a:pt x="101016" y="67150"/>
                  </a:lnTo>
                  <a:lnTo>
                    <a:pt x="87002" y="67150"/>
                  </a:lnTo>
                  <a:lnTo>
                    <a:pt x="87002" y="29779"/>
                  </a:lnTo>
                  <a:cubicBezTo>
                    <a:pt x="87002" y="23940"/>
                    <a:pt x="85835" y="19269"/>
                    <a:pt x="83499" y="16349"/>
                  </a:cubicBezTo>
                  <a:cubicBezTo>
                    <a:pt x="81163" y="13430"/>
                    <a:pt x="77660" y="11678"/>
                    <a:pt x="72989" y="11678"/>
                  </a:cubicBezTo>
                  <a:cubicBezTo>
                    <a:pt x="68317" y="11678"/>
                    <a:pt x="64230" y="13430"/>
                    <a:pt x="61310" y="16933"/>
                  </a:cubicBezTo>
                  <a:cubicBezTo>
                    <a:pt x="58391" y="20437"/>
                    <a:pt x="57223" y="25108"/>
                    <a:pt x="57223" y="30947"/>
                  </a:cubicBezTo>
                  <a:lnTo>
                    <a:pt x="57223" y="67150"/>
                  </a:lnTo>
                  <a:lnTo>
                    <a:pt x="43209" y="67150"/>
                  </a:lnTo>
                  <a:lnTo>
                    <a:pt x="43209" y="29779"/>
                  </a:lnTo>
                  <a:cubicBezTo>
                    <a:pt x="43209" y="23940"/>
                    <a:pt x="42042" y="19269"/>
                    <a:pt x="39706" y="16349"/>
                  </a:cubicBezTo>
                  <a:cubicBezTo>
                    <a:pt x="37370" y="13430"/>
                    <a:pt x="33867" y="11678"/>
                    <a:pt x="29195" y="11678"/>
                  </a:cubicBezTo>
                  <a:cubicBezTo>
                    <a:pt x="24524" y="11678"/>
                    <a:pt x="20437" y="13430"/>
                    <a:pt x="18101" y="16933"/>
                  </a:cubicBezTo>
                  <a:cubicBezTo>
                    <a:pt x="15182" y="20437"/>
                    <a:pt x="14014" y="25108"/>
                    <a:pt x="14014" y="30947"/>
                  </a:cubicBezTo>
                  <a:lnTo>
                    <a:pt x="14014" y="66566"/>
                  </a:lnTo>
                  <a:lnTo>
                    <a:pt x="0" y="66566"/>
                  </a:lnTo>
                  <a:lnTo>
                    <a:pt x="0" y="584"/>
                  </a:lnTo>
                  <a:lnTo>
                    <a:pt x="12262" y="584"/>
                  </a:lnTo>
                  <a:lnTo>
                    <a:pt x="14014" y="9343"/>
                  </a:lnTo>
                  <a:cubicBezTo>
                    <a:pt x="18685" y="2920"/>
                    <a:pt x="25108" y="0"/>
                    <a:pt x="33283" y="0"/>
                  </a:cubicBezTo>
                  <a:cubicBezTo>
                    <a:pt x="37954" y="0"/>
                    <a:pt x="42042" y="1168"/>
                    <a:pt x="45545" y="2920"/>
                  </a:cubicBezTo>
                  <a:cubicBezTo>
                    <a:pt x="49048" y="4671"/>
                    <a:pt x="51968" y="8175"/>
                    <a:pt x="53720" y="12262"/>
                  </a:cubicBezTo>
                  <a:cubicBezTo>
                    <a:pt x="56055" y="8175"/>
                    <a:pt x="58975" y="5255"/>
                    <a:pt x="63062" y="3503"/>
                  </a:cubicBezTo>
                  <a:cubicBezTo>
                    <a:pt x="67150" y="1168"/>
                    <a:pt x="71237" y="584"/>
                    <a:pt x="77076" y="584"/>
                  </a:cubicBezTo>
                  <a:cubicBezTo>
                    <a:pt x="83499" y="0"/>
                    <a:pt x="89338" y="2336"/>
                    <a:pt x="94009" y="7007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783D10F-87D9-524E-8C05-D1C0E49E6BD1}"/>
                </a:ext>
              </a:extLst>
            </p:cNvPr>
            <p:cNvSpPr/>
            <p:nvPr/>
          </p:nvSpPr>
          <p:spPr>
            <a:xfrm>
              <a:off x="2174439" y="6197861"/>
              <a:ext cx="96344" cy="91089"/>
            </a:xfrm>
            <a:custGeom>
              <a:avLst/>
              <a:gdLst>
                <a:gd name="connsiteX0" fmla="*/ 0 w 96344"/>
                <a:gd name="connsiteY0" fmla="*/ 0 h 91089"/>
                <a:gd name="connsiteX1" fmla="*/ 19269 w 96344"/>
                <a:gd name="connsiteY1" fmla="*/ 0 h 91089"/>
                <a:gd name="connsiteX2" fmla="*/ 48465 w 96344"/>
                <a:gd name="connsiteY2" fmla="*/ 71821 h 91089"/>
                <a:gd name="connsiteX3" fmla="*/ 77076 w 96344"/>
                <a:gd name="connsiteY3" fmla="*/ 0 h 91089"/>
                <a:gd name="connsiteX4" fmla="*/ 96345 w 96344"/>
                <a:gd name="connsiteY4" fmla="*/ 0 h 91089"/>
                <a:gd name="connsiteX5" fmla="*/ 96345 w 96344"/>
                <a:gd name="connsiteY5" fmla="*/ 91090 h 91089"/>
                <a:gd name="connsiteX6" fmla="*/ 81747 w 96344"/>
                <a:gd name="connsiteY6" fmla="*/ 91090 h 91089"/>
                <a:gd name="connsiteX7" fmla="*/ 81747 w 96344"/>
                <a:gd name="connsiteY7" fmla="*/ 23940 h 91089"/>
                <a:gd name="connsiteX8" fmla="*/ 54304 w 96344"/>
                <a:gd name="connsiteY8" fmla="*/ 91090 h 91089"/>
                <a:gd name="connsiteX9" fmla="*/ 42042 w 96344"/>
                <a:gd name="connsiteY9" fmla="*/ 91090 h 91089"/>
                <a:gd name="connsiteX10" fmla="*/ 14598 w 96344"/>
                <a:gd name="connsiteY10" fmla="*/ 23940 h 91089"/>
                <a:gd name="connsiteX11" fmla="*/ 14598 w 96344"/>
                <a:gd name="connsiteY11" fmla="*/ 91090 h 91089"/>
                <a:gd name="connsiteX12" fmla="*/ 0 w 96344"/>
                <a:gd name="connsiteY12" fmla="*/ 9109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6344" h="91089">
                  <a:moveTo>
                    <a:pt x="0" y="0"/>
                  </a:moveTo>
                  <a:lnTo>
                    <a:pt x="19269" y="0"/>
                  </a:lnTo>
                  <a:lnTo>
                    <a:pt x="48465" y="71821"/>
                  </a:lnTo>
                  <a:lnTo>
                    <a:pt x="77076" y="0"/>
                  </a:lnTo>
                  <a:lnTo>
                    <a:pt x="96345" y="0"/>
                  </a:lnTo>
                  <a:lnTo>
                    <a:pt x="96345" y="91090"/>
                  </a:lnTo>
                  <a:lnTo>
                    <a:pt x="81747" y="91090"/>
                  </a:lnTo>
                  <a:lnTo>
                    <a:pt x="81747" y="23940"/>
                  </a:lnTo>
                  <a:lnTo>
                    <a:pt x="54304" y="91090"/>
                  </a:lnTo>
                  <a:lnTo>
                    <a:pt x="42042" y="91090"/>
                  </a:lnTo>
                  <a:lnTo>
                    <a:pt x="14598" y="23940"/>
                  </a:lnTo>
                  <a:lnTo>
                    <a:pt x="14598" y="91090"/>
                  </a:lnTo>
                  <a:lnTo>
                    <a:pt x="0" y="9109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9">
              <a:extLst>
                <a:ext uri="{FF2B5EF4-FFF2-40B4-BE49-F238E27FC236}">
                  <a16:creationId xmlns:a16="http://schemas.microsoft.com/office/drawing/2014/main" id="{8596C009-F2C9-C663-B62A-661827A392AF}"/>
                </a:ext>
              </a:extLst>
            </p:cNvPr>
            <p:cNvSpPr/>
            <p:nvPr/>
          </p:nvSpPr>
          <p:spPr>
            <a:xfrm>
              <a:off x="2281294" y="622180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5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5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4451 h 68317"/>
                <a:gd name="connsiteX19" fmla="*/ 4087 w 65397"/>
                <a:gd name="connsiteY19" fmla="*/ 15766 h 68317"/>
                <a:gd name="connsiteX20" fmla="*/ 50800 w 65397"/>
                <a:gd name="connsiteY20" fmla="*/ 26860 h 68317"/>
                <a:gd name="connsiteX21" fmla="*/ 44961 w 65397"/>
                <a:gd name="connsiteY21" fmla="*/ 15766 h 68317"/>
                <a:gd name="connsiteX22" fmla="*/ 32699 w 65397"/>
                <a:gd name="connsiteY22" fmla="*/ 11678 h 68317"/>
                <a:gd name="connsiteX23" fmla="*/ 21021 w 65397"/>
                <a:gd name="connsiteY23" fmla="*/ 15766 h 68317"/>
                <a:gd name="connsiteX24" fmla="*/ 15182 w 65397"/>
                <a:gd name="connsiteY24" fmla="*/ 26860 h 68317"/>
                <a:gd name="connsiteX25" fmla="*/ 50800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5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3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3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4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4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5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4451"/>
                  </a:cubicBezTo>
                  <a:cubicBezTo>
                    <a:pt x="0" y="26860"/>
                    <a:pt x="1168" y="21021"/>
                    <a:pt x="4087" y="15766"/>
                  </a:cubicBezTo>
                  <a:moveTo>
                    <a:pt x="50800" y="26860"/>
                  </a:moveTo>
                  <a:cubicBezTo>
                    <a:pt x="50216" y="22189"/>
                    <a:pt x="48464" y="18101"/>
                    <a:pt x="44961" y="15766"/>
                  </a:cubicBezTo>
                  <a:cubicBezTo>
                    <a:pt x="41458" y="12846"/>
                    <a:pt x="37370" y="11678"/>
                    <a:pt x="32699" y="11678"/>
                  </a:cubicBezTo>
                  <a:cubicBezTo>
                    <a:pt x="28028" y="11678"/>
                    <a:pt x="23940" y="12846"/>
                    <a:pt x="21021" y="15766"/>
                  </a:cubicBezTo>
                  <a:cubicBezTo>
                    <a:pt x="17517" y="18685"/>
                    <a:pt x="15765" y="22189"/>
                    <a:pt x="15182" y="26860"/>
                  </a:cubicBezTo>
                  <a:lnTo>
                    <a:pt x="50800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" name="Vrije vorm: vorm 20">
              <a:extLst>
                <a:ext uri="{FF2B5EF4-FFF2-40B4-BE49-F238E27FC236}">
                  <a16:creationId xmlns:a16="http://schemas.microsoft.com/office/drawing/2014/main" id="{16ADC533-CAE4-C2B6-8E62-03D032A81582}"/>
                </a:ext>
              </a:extLst>
            </p:cNvPr>
            <p:cNvSpPr/>
            <p:nvPr/>
          </p:nvSpPr>
          <p:spPr>
            <a:xfrm>
              <a:off x="2356034" y="6197861"/>
              <a:ext cx="67149" cy="91673"/>
            </a:xfrm>
            <a:custGeom>
              <a:avLst/>
              <a:gdLst>
                <a:gd name="connsiteX0" fmla="*/ 67150 w 67149"/>
                <a:gd name="connsiteY0" fmla="*/ 0 h 91673"/>
                <a:gd name="connsiteX1" fmla="*/ 67150 w 67149"/>
                <a:gd name="connsiteY1" fmla="*/ 91090 h 91673"/>
                <a:gd name="connsiteX2" fmla="*/ 54887 w 67149"/>
                <a:gd name="connsiteY2" fmla="*/ 91090 h 91673"/>
                <a:gd name="connsiteX3" fmla="*/ 53136 w 67149"/>
                <a:gd name="connsiteY3" fmla="*/ 81163 h 91673"/>
                <a:gd name="connsiteX4" fmla="*/ 31531 w 67149"/>
                <a:gd name="connsiteY4" fmla="*/ 91674 h 91673"/>
                <a:gd name="connsiteX5" fmla="*/ 15182 w 67149"/>
                <a:gd name="connsiteY5" fmla="*/ 87586 h 91673"/>
                <a:gd name="connsiteX6" fmla="*/ 4087 w 67149"/>
                <a:gd name="connsiteY6" fmla="*/ 75908 h 91673"/>
                <a:gd name="connsiteX7" fmla="*/ 0 w 67149"/>
                <a:gd name="connsiteY7" fmla="*/ 57807 h 91673"/>
                <a:gd name="connsiteX8" fmla="*/ 4087 w 67149"/>
                <a:gd name="connsiteY8" fmla="*/ 39706 h 91673"/>
                <a:gd name="connsiteX9" fmla="*/ 15182 w 67149"/>
                <a:gd name="connsiteY9" fmla="*/ 28028 h 91673"/>
                <a:gd name="connsiteX10" fmla="*/ 31531 w 67149"/>
                <a:gd name="connsiteY10" fmla="*/ 23940 h 91673"/>
                <a:gd name="connsiteX11" fmla="*/ 44377 w 67149"/>
                <a:gd name="connsiteY11" fmla="*/ 26860 h 91673"/>
                <a:gd name="connsiteX12" fmla="*/ 53136 w 67149"/>
                <a:gd name="connsiteY12" fmla="*/ 34451 h 91673"/>
                <a:gd name="connsiteX13" fmla="*/ 53136 w 67149"/>
                <a:gd name="connsiteY13" fmla="*/ 584 h 91673"/>
                <a:gd name="connsiteX14" fmla="*/ 67150 w 67149"/>
                <a:gd name="connsiteY14" fmla="*/ 584 h 91673"/>
                <a:gd name="connsiteX15" fmla="*/ 47881 w 67149"/>
                <a:gd name="connsiteY15" fmla="*/ 74156 h 91673"/>
                <a:gd name="connsiteX16" fmla="*/ 53136 w 67149"/>
                <a:gd name="connsiteY16" fmla="*/ 58391 h 91673"/>
                <a:gd name="connsiteX17" fmla="*/ 47881 w 67149"/>
                <a:gd name="connsiteY17" fmla="*/ 42041 h 91673"/>
                <a:gd name="connsiteX18" fmla="*/ 33867 w 67149"/>
                <a:gd name="connsiteY18" fmla="*/ 35618 h 91673"/>
                <a:gd name="connsiteX19" fmla="*/ 19853 w 67149"/>
                <a:gd name="connsiteY19" fmla="*/ 42041 h 91673"/>
                <a:gd name="connsiteX20" fmla="*/ 14598 w 67149"/>
                <a:gd name="connsiteY20" fmla="*/ 57807 h 91673"/>
                <a:gd name="connsiteX21" fmla="*/ 19853 w 67149"/>
                <a:gd name="connsiteY21" fmla="*/ 73573 h 91673"/>
                <a:gd name="connsiteX22" fmla="*/ 33867 w 67149"/>
                <a:gd name="connsiteY22" fmla="*/ 79996 h 91673"/>
                <a:gd name="connsiteX23" fmla="*/ 47881 w 67149"/>
                <a:gd name="connsiteY23" fmla="*/ 74156 h 91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149" h="91673">
                  <a:moveTo>
                    <a:pt x="67150" y="0"/>
                  </a:moveTo>
                  <a:lnTo>
                    <a:pt x="67150" y="91090"/>
                  </a:lnTo>
                  <a:lnTo>
                    <a:pt x="54887" y="91090"/>
                  </a:lnTo>
                  <a:lnTo>
                    <a:pt x="53136" y="81163"/>
                  </a:lnTo>
                  <a:cubicBezTo>
                    <a:pt x="47881" y="88170"/>
                    <a:pt x="40874" y="91674"/>
                    <a:pt x="31531" y="91674"/>
                  </a:cubicBezTo>
                  <a:cubicBezTo>
                    <a:pt x="25692" y="91674"/>
                    <a:pt x="19853" y="90506"/>
                    <a:pt x="15182" y="87586"/>
                  </a:cubicBezTo>
                  <a:cubicBezTo>
                    <a:pt x="10510" y="84667"/>
                    <a:pt x="6423" y="81163"/>
                    <a:pt x="4087" y="75908"/>
                  </a:cubicBezTo>
                  <a:cubicBezTo>
                    <a:pt x="1168" y="70653"/>
                    <a:pt x="0" y="64814"/>
                    <a:pt x="0" y="57807"/>
                  </a:cubicBezTo>
                  <a:cubicBezTo>
                    <a:pt x="0" y="50800"/>
                    <a:pt x="1168" y="44961"/>
                    <a:pt x="4087" y="39706"/>
                  </a:cubicBezTo>
                  <a:cubicBezTo>
                    <a:pt x="7007" y="34451"/>
                    <a:pt x="10510" y="30363"/>
                    <a:pt x="15182" y="28028"/>
                  </a:cubicBezTo>
                  <a:cubicBezTo>
                    <a:pt x="19853" y="25108"/>
                    <a:pt x="25108" y="23940"/>
                    <a:pt x="31531" y="23940"/>
                  </a:cubicBezTo>
                  <a:cubicBezTo>
                    <a:pt x="36202" y="23940"/>
                    <a:pt x="40874" y="25108"/>
                    <a:pt x="44377" y="26860"/>
                  </a:cubicBezTo>
                  <a:cubicBezTo>
                    <a:pt x="47881" y="28612"/>
                    <a:pt x="50800" y="30947"/>
                    <a:pt x="53136" y="34451"/>
                  </a:cubicBezTo>
                  <a:lnTo>
                    <a:pt x="53136" y="584"/>
                  </a:lnTo>
                  <a:lnTo>
                    <a:pt x="67150" y="584"/>
                  </a:lnTo>
                  <a:close/>
                  <a:moveTo>
                    <a:pt x="47881" y="74156"/>
                  </a:moveTo>
                  <a:cubicBezTo>
                    <a:pt x="51384" y="70069"/>
                    <a:pt x="53136" y="64814"/>
                    <a:pt x="53136" y="58391"/>
                  </a:cubicBezTo>
                  <a:cubicBezTo>
                    <a:pt x="53136" y="51968"/>
                    <a:pt x="51384" y="46129"/>
                    <a:pt x="47881" y="42041"/>
                  </a:cubicBezTo>
                  <a:cubicBezTo>
                    <a:pt x="44377" y="37954"/>
                    <a:pt x="39706" y="35618"/>
                    <a:pt x="33867" y="35618"/>
                  </a:cubicBezTo>
                  <a:cubicBezTo>
                    <a:pt x="28028" y="35618"/>
                    <a:pt x="23356" y="37954"/>
                    <a:pt x="19853" y="42041"/>
                  </a:cubicBezTo>
                  <a:cubicBezTo>
                    <a:pt x="16350" y="46129"/>
                    <a:pt x="14598" y="51384"/>
                    <a:pt x="14598" y="57807"/>
                  </a:cubicBezTo>
                  <a:cubicBezTo>
                    <a:pt x="14598" y="64230"/>
                    <a:pt x="16350" y="69485"/>
                    <a:pt x="19853" y="73573"/>
                  </a:cubicBezTo>
                  <a:cubicBezTo>
                    <a:pt x="23356" y="77660"/>
                    <a:pt x="28028" y="79996"/>
                    <a:pt x="33867" y="79996"/>
                  </a:cubicBezTo>
                  <a:cubicBezTo>
                    <a:pt x="39706" y="79996"/>
                    <a:pt x="44377" y="78244"/>
                    <a:pt x="47881" y="74156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EB1BA46A-C2E5-1058-3284-64FE66DD3395}"/>
                </a:ext>
              </a:extLst>
            </p:cNvPr>
            <p:cNvSpPr/>
            <p:nvPr/>
          </p:nvSpPr>
          <p:spPr>
            <a:xfrm>
              <a:off x="2436030" y="6195525"/>
              <a:ext cx="16349" cy="93425"/>
            </a:xfrm>
            <a:custGeom>
              <a:avLst/>
              <a:gdLst>
                <a:gd name="connsiteX0" fmla="*/ 14014 w 16349"/>
                <a:gd name="connsiteY0" fmla="*/ 2336 h 93425"/>
                <a:gd name="connsiteX1" fmla="*/ 16349 w 16349"/>
                <a:gd name="connsiteY1" fmla="*/ 8175 h 93425"/>
                <a:gd name="connsiteX2" fmla="*/ 14014 w 16349"/>
                <a:gd name="connsiteY2" fmla="*/ 14014 h 93425"/>
                <a:gd name="connsiteX3" fmla="*/ 8175 w 16349"/>
                <a:gd name="connsiteY3" fmla="*/ 16349 h 93425"/>
                <a:gd name="connsiteX4" fmla="*/ 2336 w 16349"/>
                <a:gd name="connsiteY4" fmla="*/ 14014 h 93425"/>
                <a:gd name="connsiteX5" fmla="*/ 0 w 16349"/>
                <a:gd name="connsiteY5" fmla="*/ 8175 h 93425"/>
                <a:gd name="connsiteX6" fmla="*/ 2336 w 16349"/>
                <a:gd name="connsiteY6" fmla="*/ 2336 h 93425"/>
                <a:gd name="connsiteX7" fmla="*/ 8175 w 16349"/>
                <a:gd name="connsiteY7" fmla="*/ 0 h 93425"/>
                <a:gd name="connsiteX8" fmla="*/ 14014 w 16349"/>
                <a:gd name="connsiteY8" fmla="*/ 2336 h 93425"/>
                <a:gd name="connsiteX9" fmla="*/ 584 w 16349"/>
                <a:gd name="connsiteY9" fmla="*/ 26860 h 93425"/>
                <a:gd name="connsiteX10" fmla="*/ 14598 w 16349"/>
                <a:gd name="connsiteY10" fmla="*/ 26860 h 93425"/>
                <a:gd name="connsiteX11" fmla="*/ 14598 w 16349"/>
                <a:gd name="connsiteY11" fmla="*/ 93425 h 93425"/>
                <a:gd name="connsiteX12" fmla="*/ 584 w 16349"/>
                <a:gd name="connsiteY12" fmla="*/ 93425 h 93425"/>
                <a:gd name="connsiteX13" fmla="*/ 584 w 16349"/>
                <a:gd name="connsiteY13" fmla="*/ 26860 h 9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349" h="93425">
                  <a:moveTo>
                    <a:pt x="14014" y="2336"/>
                  </a:moveTo>
                  <a:cubicBezTo>
                    <a:pt x="15765" y="4087"/>
                    <a:pt x="16349" y="5839"/>
                    <a:pt x="16349" y="8175"/>
                  </a:cubicBezTo>
                  <a:cubicBezTo>
                    <a:pt x="16349" y="10510"/>
                    <a:pt x="15765" y="12846"/>
                    <a:pt x="14014" y="14014"/>
                  </a:cubicBezTo>
                  <a:cubicBezTo>
                    <a:pt x="12262" y="15766"/>
                    <a:pt x="10510" y="16349"/>
                    <a:pt x="8175" y="16349"/>
                  </a:cubicBezTo>
                  <a:cubicBezTo>
                    <a:pt x="5839" y="16349"/>
                    <a:pt x="3503" y="15766"/>
                    <a:pt x="2336" y="14014"/>
                  </a:cubicBezTo>
                  <a:cubicBezTo>
                    <a:pt x="584" y="12262"/>
                    <a:pt x="0" y="10510"/>
                    <a:pt x="0" y="8175"/>
                  </a:cubicBezTo>
                  <a:cubicBezTo>
                    <a:pt x="0" y="5839"/>
                    <a:pt x="584" y="3503"/>
                    <a:pt x="2336" y="2336"/>
                  </a:cubicBezTo>
                  <a:cubicBezTo>
                    <a:pt x="4087" y="584"/>
                    <a:pt x="5839" y="0"/>
                    <a:pt x="8175" y="0"/>
                  </a:cubicBezTo>
                  <a:cubicBezTo>
                    <a:pt x="9926" y="0"/>
                    <a:pt x="12262" y="1168"/>
                    <a:pt x="14014" y="2336"/>
                  </a:cubicBezTo>
                  <a:moveTo>
                    <a:pt x="584" y="26860"/>
                  </a:moveTo>
                  <a:lnTo>
                    <a:pt x="14598" y="26860"/>
                  </a:lnTo>
                  <a:lnTo>
                    <a:pt x="14598" y="93425"/>
                  </a:lnTo>
                  <a:lnTo>
                    <a:pt x="584" y="93425"/>
                  </a:lnTo>
                  <a:lnTo>
                    <a:pt x="584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359B4A99-ABEE-77C7-507B-3645956E222B}"/>
                </a:ext>
              </a:extLst>
            </p:cNvPr>
            <p:cNvSpPr/>
            <p:nvPr/>
          </p:nvSpPr>
          <p:spPr>
            <a:xfrm>
              <a:off x="2461138" y="6222385"/>
              <a:ext cx="67149" cy="67149"/>
            </a:xfrm>
            <a:custGeom>
              <a:avLst/>
              <a:gdLst>
                <a:gd name="connsiteX0" fmla="*/ 67150 w 67149"/>
                <a:gd name="connsiteY0" fmla="*/ 54304 h 67149"/>
                <a:gd name="connsiteX1" fmla="*/ 67150 w 67149"/>
                <a:gd name="connsiteY1" fmla="*/ 66566 h 67149"/>
                <a:gd name="connsiteX2" fmla="*/ 59559 w 67149"/>
                <a:gd name="connsiteY2" fmla="*/ 66566 h 67149"/>
                <a:gd name="connsiteX3" fmla="*/ 50216 w 67149"/>
                <a:gd name="connsiteY3" fmla="*/ 63646 h 67149"/>
                <a:gd name="connsiteX4" fmla="*/ 47297 w 67149"/>
                <a:gd name="connsiteY4" fmla="*/ 55471 h 67149"/>
                <a:gd name="connsiteX5" fmla="*/ 25108 w 67149"/>
                <a:gd name="connsiteY5" fmla="*/ 67150 h 67149"/>
                <a:gd name="connsiteX6" fmla="*/ 7007 w 67149"/>
                <a:gd name="connsiteY6" fmla="*/ 61894 h 67149"/>
                <a:gd name="connsiteX7" fmla="*/ 0 w 67149"/>
                <a:gd name="connsiteY7" fmla="*/ 47881 h 67149"/>
                <a:gd name="connsiteX8" fmla="*/ 7007 w 67149"/>
                <a:gd name="connsiteY8" fmla="*/ 32115 h 67149"/>
                <a:gd name="connsiteX9" fmla="*/ 28028 w 67149"/>
                <a:gd name="connsiteY9" fmla="*/ 26860 h 67149"/>
                <a:gd name="connsiteX10" fmla="*/ 44961 w 67149"/>
                <a:gd name="connsiteY10" fmla="*/ 26860 h 67149"/>
                <a:gd name="connsiteX11" fmla="*/ 44961 w 67149"/>
                <a:gd name="connsiteY11" fmla="*/ 22772 h 67149"/>
                <a:gd name="connsiteX12" fmla="*/ 40874 w 67149"/>
                <a:gd name="connsiteY12" fmla="*/ 14014 h 67149"/>
                <a:gd name="connsiteX13" fmla="*/ 30363 w 67149"/>
                <a:gd name="connsiteY13" fmla="*/ 11094 h 67149"/>
                <a:gd name="connsiteX14" fmla="*/ 20437 w 67149"/>
                <a:gd name="connsiteY14" fmla="*/ 14014 h 67149"/>
                <a:gd name="connsiteX15" fmla="*/ 15766 w 67149"/>
                <a:gd name="connsiteY15" fmla="*/ 21021 h 67149"/>
                <a:gd name="connsiteX16" fmla="*/ 1752 w 67149"/>
                <a:gd name="connsiteY16" fmla="*/ 21021 h 67149"/>
                <a:gd name="connsiteX17" fmla="*/ 10510 w 67149"/>
                <a:gd name="connsiteY17" fmla="*/ 5255 h 67149"/>
                <a:gd name="connsiteX18" fmla="*/ 30947 w 67149"/>
                <a:gd name="connsiteY18" fmla="*/ 0 h 67149"/>
                <a:gd name="connsiteX19" fmla="*/ 51384 w 67149"/>
                <a:gd name="connsiteY19" fmla="*/ 6423 h 67149"/>
                <a:gd name="connsiteX20" fmla="*/ 58391 w 67149"/>
                <a:gd name="connsiteY20" fmla="*/ 24524 h 67149"/>
                <a:gd name="connsiteX21" fmla="*/ 58391 w 67149"/>
                <a:gd name="connsiteY21" fmla="*/ 49632 h 67149"/>
                <a:gd name="connsiteX22" fmla="*/ 63062 w 67149"/>
                <a:gd name="connsiteY22" fmla="*/ 54304 h 67149"/>
                <a:gd name="connsiteX23" fmla="*/ 67150 w 67149"/>
                <a:gd name="connsiteY23" fmla="*/ 54304 h 67149"/>
                <a:gd name="connsiteX24" fmla="*/ 46129 w 67149"/>
                <a:gd name="connsiteY24" fmla="*/ 36786 h 67149"/>
                <a:gd name="connsiteX25" fmla="*/ 28612 w 67149"/>
                <a:gd name="connsiteY25" fmla="*/ 36786 h 67149"/>
                <a:gd name="connsiteX26" fmla="*/ 18685 w 67149"/>
                <a:gd name="connsiteY26" fmla="*/ 39122 h 67149"/>
                <a:gd name="connsiteX27" fmla="*/ 15182 w 67149"/>
                <a:gd name="connsiteY27" fmla="*/ 46713 h 67149"/>
                <a:gd name="connsiteX28" fmla="*/ 18685 w 67149"/>
                <a:gd name="connsiteY28" fmla="*/ 53720 h 67149"/>
                <a:gd name="connsiteX29" fmla="*/ 27444 w 67149"/>
                <a:gd name="connsiteY29" fmla="*/ 56055 h 67149"/>
                <a:gd name="connsiteX30" fmla="*/ 40874 w 67149"/>
                <a:gd name="connsiteY30" fmla="*/ 51384 h 67149"/>
                <a:gd name="connsiteX31" fmla="*/ 46129 w 67149"/>
                <a:gd name="connsiteY31" fmla="*/ 39122 h 67149"/>
                <a:gd name="connsiteX32" fmla="*/ 46129 w 67149"/>
                <a:gd name="connsiteY32" fmla="*/ 36786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7149" h="67149">
                  <a:moveTo>
                    <a:pt x="67150" y="54304"/>
                  </a:moveTo>
                  <a:lnTo>
                    <a:pt x="67150" y="66566"/>
                  </a:lnTo>
                  <a:lnTo>
                    <a:pt x="59559" y="66566"/>
                  </a:lnTo>
                  <a:cubicBezTo>
                    <a:pt x="55471" y="66566"/>
                    <a:pt x="51968" y="65398"/>
                    <a:pt x="50216" y="63646"/>
                  </a:cubicBezTo>
                  <a:cubicBezTo>
                    <a:pt x="48465" y="61894"/>
                    <a:pt x="47297" y="58975"/>
                    <a:pt x="47297" y="55471"/>
                  </a:cubicBezTo>
                  <a:cubicBezTo>
                    <a:pt x="42042" y="63062"/>
                    <a:pt x="35035" y="67150"/>
                    <a:pt x="25108" y="67150"/>
                  </a:cubicBezTo>
                  <a:cubicBezTo>
                    <a:pt x="17517" y="67150"/>
                    <a:pt x="11678" y="65398"/>
                    <a:pt x="7007" y="61894"/>
                  </a:cubicBezTo>
                  <a:cubicBezTo>
                    <a:pt x="2336" y="58391"/>
                    <a:pt x="0" y="53720"/>
                    <a:pt x="0" y="47881"/>
                  </a:cubicBezTo>
                  <a:cubicBezTo>
                    <a:pt x="0" y="40874"/>
                    <a:pt x="2336" y="35618"/>
                    <a:pt x="7007" y="32115"/>
                  </a:cubicBezTo>
                  <a:cubicBezTo>
                    <a:pt x="11678" y="28612"/>
                    <a:pt x="18685" y="26860"/>
                    <a:pt x="28028" y="26860"/>
                  </a:cubicBezTo>
                  <a:lnTo>
                    <a:pt x="44961" y="26860"/>
                  </a:lnTo>
                  <a:lnTo>
                    <a:pt x="44961" y="22772"/>
                  </a:lnTo>
                  <a:cubicBezTo>
                    <a:pt x="44961" y="19269"/>
                    <a:pt x="43793" y="16349"/>
                    <a:pt x="40874" y="14014"/>
                  </a:cubicBezTo>
                  <a:cubicBezTo>
                    <a:pt x="38538" y="11678"/>
                    <a:pt x="34451" y="11094"/>
                    <a:pt x="30363" y="11094"/>
                  </a:cubicBezTo>
                  <a:cubicBezTo>
                    <a:pt x="26276" y="11094"/>
                    <a:pt x="22772" y="12262"/>
                    <a:pt x="20437" y="14014"/>
                  </a:cubicBezTo>
                  <a:cubicBezTo>
                    <a:pt x="17517" y="15766"/>
                    <a:pt x="16350" y="18101"/>
                    <a:pt x="15766" y="21021"/>
                  </a:cubicBezTo>
                  <a:lnTo>
                    <a:pt x="1752" y="21021"/>
                  </a:lnTo>
                  <a:cubicBezTo>
                    <a:pt x="2336" y="14598"/>
                    <a:pt x="5255" y="9343"/>
                    <a:pt x="10510" y="5255"/>
                  </a:cubicBezTo>
                  <a:cubicBezTo>
                    <a:pt x="15766" y="1752"/>
                    <a:pt x="22772" y="0"/>
                    <a:pt x="30947" y="0"/>
                  </a:cubicBezTo>
                  <a:cubicBezTo>
                    <a:pt x="39706" y="0"/>
                    <a:pt x="46713" y="2336"/>
                    <a:pt x="51384" y="6423"/>
                  </a:cubicBezTo>
                  <a:cubicBezTo>
                    <a:pt x="56055" y="10510"/>
                    <a:pt x="58391" y="16349"/>
                    <a:pt x="58391" y="24524"/>
                  </a:cubicBezTo>
                  <a:lnTo>
                    <a:pt x="58391" y="49632"/>
                  </a:lnTo>
                  <a:cubicBezTo>
                    <a:pt x="58391" y="52552"/>
                    <a:pt x="60143" y="54304"/>
                    <a:pt x="63062" y="54304"/>
                  </a:cubicBezTo>
                  <a:lnTo>
                    <a:pt x="67150" y="54304"/>
                  </a:lnTo>
                  <a:close/>
                  <a:moveTo>
                    <a:pt x="46129" y="36786"/>
                  </a:moveTo>
                  <a:lnTo>
                    <a:pt x="28612" y="36786"/>
                  </a:lnTo>
                  <a:cubicBezTo>
                    <a:pt x="24524" y="36786"/>
                    <a:pt x="21021" y="37370"/>
                    <a:pt x="18685" y="39122"/>
                  </a:cubicBezTo>
                  <a:cubicBezTo>
                    <a:pt x="16350" y="40874"/>
                    <a:pt x="15182" y="43209"/>
                    <a:pt x="15182" y="46713"/>
                  </a:cubicBezTo>
                  <a:cubicBezTo>
                    <a:pt x="15182" y="49632"/>
                    <a:pt x="16350" y="51968"/>
                    <a:pt x="18685" y="53720"/>
                  </a:cubicBezTo>
                  <a:cubicBezTo>
                    <a:pt x="21021" y="55471"/>
                    <a:pt x="23940" y="56055"/>
                    <a:pt x="27444" y="56055"/>
                  </a:cubicBezTo>
                  <a:cubicBezTo>
                    <a:pt x="33283" y="56055"/>
                    <a:pt x="37954" y="54304"/>
                    <a:pt x="40874" y="51384"/>
                  </a:cubicBezTo>
                  <a:cubicBezTo>
                    <a:pt x="44377" y="48464"/>
                    <a:pt x="45545" y="44377"/>
                    <a:pt x="46129" y="39122"/>
                  </a:cubicBezTo>
                  <a:lnTo>
                    <a:pt x="46129" y="36786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727D76B1-A499-A1F6-5ED3-5E60973EA2CD}"/>
                </a:ext>
              </a:extLst>
            </p:cNvPr>
            <p:cNvSpPr/>
            <p:nvPr/>
          </p:nvSpPr>
          <p:spPr>
            <a:xfrm>
              <a:off x="2532959" y="6221217"/>
              <a:ext cx="63646" cy="68317"/>
            </a:xfrm>
            <a:custGeom>
              <a:avLst/>
              <a:gdLst>
                <a:gd name="connsiteX0" fmla="*/ 53720 w 63646"/>
                <a:gd name="connsiteY0" fmla="*/ 61894 h 68317"/>
                <a:gd name="connsiteX1" fmla="*/ 33283 w 63646"/>
                <a:gd name="connsiteY1" fmla="*/ 68317 h 68317"/>
                <a:gd name="connsiteX2" fmla="*/ 15765 w 63646"/>
                <a:gd name="connsiteY2" fmla="*/ 64230 h 68317"/>
                <a:gd name="connsiteX3" fmla="*/ 4087 w 63646"/>
                <a:gd name="connsiteY3" fmla="*/ 51968 h 68317"/>
                <a:gd name="connsiteX4" fmla="*/ 0 w 63646"/>
                <a:gd name="connsiteY4" fmla="*/ 33867 h 68317"/>
                <a:gd name="connsiteX5" fmla="*/ 4087 w 63646"/>
                <a:gd name="connsiteY5" fmla="*/ 15766 h 68317"/>
                <a:gd name="connsiteX6" fmla="*/ 15765 w 63646"/>
                <a:gd name="connsiteY6" fmla="*/ 4087 h 68317"/>
                <a:gd name="connsiteX7" fmla="*/ 33283 w 63646"/>
                <a:gd name="connsiteY7" fmla="*/ 0 h 68317"/>
                <a:gd name="connsiteX8" fmla="*/ 53720 w 63646"/>
                <a:gd name="connsiteY8" fmla="*/ 6423 h 68317"/>
                <a:gd name="connsiteX9" fmla="*/ 63646 w 63646"/>
                <a:gd name="connsiteY9" fmla="*/ 24524 h 68317"/>
                <a:gd name="connsiteX10" fmla="*/ 49048 w 63646"/>
                <a:gd name="connsiteY10" fmla="*/ 24524 h 68317"/>
                <a:gd name="connsiteX11" fmla="*/ 43209 w 63646"/>
                <a:gd name="connsiteY11" fmla="*/ 15182 h 68317"/>
                <a:gd name="connsiteX12" fmla="*/ 32699 w 63646"/>
                <a:gd name="connsiteY12" fmla="*/ 11678 h 68317"/>
                <a:gd name="connsiteX13" fmla="*/ 19269 w 63646"/>
                <a:gd name="connsiteY13" fmla="*/ 17517 h 68317"/>
                <a:gd name="connsiteX14" fmla="*/ 14014 w 63646"/>
                <a:gd name="connsiteY14" fmla="*/ 33283 h 68317"/>
                <a:gd name="connsiteX15" fmla="*/ 19269 w 63646"/>
                <a:gd name="connsiteY15" fmla="*/ 49632 h 68317"/>
                <a:gd name="connsiteX16" fmla="*/ 32699 w 63646"/>
                <a:gd name="connsiteY16" fmla="*/ 56055 h 68317"/>
                <a:gd name="connsiteX17" fmla="*/ 43209 w 63646"/>
                <a:gd name="connsiteY17" fmla="*/ 52552 h 68317"/>
                <a:gd name="connsiteX18" fmla="*/ 49048 w 63646"/>
                <a:gd name="connsiteY18" fmla="*/ 43209 h 68317"/>
                <a:gd name="connsiteX19" fmla="*/ 63062 w 63646"/>
                <a:gd name="connsiteY19" fmla="*/ 43209 h 68317"/>
                <a:gd name="connsiteX20" fmla="*/ 53720 w 63646"/>
                <a:gd name="connsiteY20" fmla="*/ 61894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3646" h="68317">
                  <a:moveTo>
                    <a:pt x="53720" y="61894"/>
                  </a:moveTo>
                  <a:cubicBezTo>
                    <a:pt x="48464" y="66566"/>
                    <a:pt x="41457" y="68317"/>
                    <a:pt x="33283" y="68317"/>
                  </a:cubicBezTo>
                  <a:cubicBezTo>
                    <a:pt x="26860" y="68317"/>
                    <a:pt x="21021" y="67150"/>
                    <a:pt x="15765" y="64230"/>
                  </a:cubicBezTo>
                  <a:cubicBezTo>
                    <a:pt x="10510" y="61310"/>
                    <a:pt x="7007" y="57223"/>
                    <a:pt x="4087" y="51968"/>
                  </a:cubicBezTo>
                  <a:cubicBezTo>
                    <a:pt x="1168" y="46713"/>
                    <a:pt x="0" y="40874"/>
                    <a:pt x="0" y="33867"/>
                  </a:cubicBezTo>
                  <a:cubicBezTo>
                    <a:pt x="0" y="26860"/>
                    <a:pt x="1168" y="21021"/>
                    <a:pt x="4087" y="15766"/>
                  </a:cubicBezTo>
                  <a:cubicBezTo>
                    <a:pt x="7007" y="10510"/>
                    <a:pt x="10510" y="6423"/>
                    <a:pt x="15765" y="4087"/>
                  </a:cubicBezTo>
                  <a:cubicBezTo>
                    <a:pt x="21021" y="1168"/>
                    <a:pt x="26860" y="0"/>
                    <a:pt x="33283" y="0"/>
                  </a:cubicBezTo>
                  <a:cubicBezTo>
                    <a:pt x="41457" y="0"/>
                    <a:pt x="48464" y="2336"/>
                    <a:pt x="53720" y="6423"/>
                  </a:cubicBezTo>
                  <a:cubicBezTo>
                    <a:pt x="58975" y="11094"/>
                    <a:pt x="62478" y="16933"/>
                    <a:pt x="63646" y="24524"/>
                  </a:cubicBezTo>
                  <a:lnTo>
                    <a:pt x="49048" y="24524"/>
                  </a:lnTo>
                  <a:cubicBezTo>
                    <a:pt x="47880" y="20437"/>
                    <a:pt x="46129" y="17517"/>
                    <a:pt x="43209" y="15182"/>
                  </a:cubicBezTo>
                  <a:cubicBezTo>
                    <a:pt x="40290" y="12846"/>
                    <a:pt x="36786" y="11678"/>
                    <a:pt x="32699" y="11678"/>
                  </a:cubicBezTo>
                  <a:cubicBezTo>
                    <a:pt x="26860" y="11678"/>
                    <a:pt x="22772" y="13430"/>
                    <a:pt x="19269" y="17517"/>
                  </a:cubicBezTo>
                  <a:cubicBezTo>
                    <a:pt x="15765" y="21605"/>
                    <a:pt x="14014" y="26860"/>
                    <a:pt x="14014" y="33283"/>
                  </a:cubicBezTo>
                  <a:cubicBezTo>
                    <a:pt x="14014" y="39706"/>
                    <a:pt x="15765" y="44961"/>
                    <a:pt x="19269" y="49632"/>
                  </a:cubicBezTo>
                  <a:cubicBezTo>
                    <a:pt x="22772" y="53720"/>
                    <a:pt x="27444" y="56055"/>
                    <a:pt x="32699" y="56055"/>
                  </a:cubicBezTo>
                  <a:cubicBezTo>
                    <a:pt x="36786" y="56055"/>
                    <a:pt x="40874" y="54887"/>
                    <a:pt x="43209" y="52552"/>
                  </a:cubicBezTo>
                  <a:cubicBezTo>
                    <a:pt x="46129" y="50216"/>
                    <a:pt x="47880" y="47297"/>
                    <a:pt x="49048" y="43209"/>
                  </a:cubicBezTo>
                  <a:lnTo>
                    <a:pt x="63062" y="43209"/>
                  </a:lnTo>
                  <a:cubicBezTo>
                    <a:pt x="62478" y="51384"/>
                    <a:pt x="58975" y="57807"/>
                    <a:pt x="53720" y="61894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F5A08F20-1A33-716D-26D6-466C84B0D414}"/>
                </a:ext>
              </a:extLst>
            </p:cNvPr>
            <p:cNvSpPr/>
            <p:nvPr/>
          </p:nvSpPr>
          <p:spPr>
            <a:xfrm>
              <a:off x="2605948" y="6221801"/>
              <a:ext cx="66565" cy="67733"/>
            </a:xfrm>
            <a:custGeom>
              <a:avLst/>
              <a:gdLst>
                <a:gd name="connsiteX0" fmla="*/ 15765 w 66565"/>
                <a:gd name="connsiteY0" fmla="*/ 63646 h 67733"/>
                <a:gd name="connsiteX1" fmla="*/ 4087 w 66565"/>
                <a:gd name="connsiteY1" fmla="*/ 51968 h 67733"/>
                <a:gd name="connsiteX2" fmla="*/ 0 w 66565"/>
                <a:gd name="connsiteY2" fmla="*/ 33867 h 67733"/>
                <a:gd name="connsiteX3" fmla="*/ 4087 w 66565"/>
                <a:gd name="connsiteY3" fmla="*/ 16349 h 67733"/>
                <a:gd name="connsiteX4" fmla="*/ 15765 w 66565"/>
                <a:gd name="connsiteY4" fmla="*/ 4087 h 67733"/>
                <a:gd name="connsiteX5" fmla="*/ 33283 w 66565"/>
                <a:gd name="connsiteY5" fmla="*/ 0 h 67733"/>
                <a:gd name="connsiteX6" fmla="*/ 50800 w 66565"/>
                <a:gd name="connsiteY6" fmla="*/ 4087 h 67733"/>
                <a:gd name="connsiteX7" fmla="*/ 62478 w 66565"/>
                <a:gd name="connsiteY7" fmla="*/ 16349 h 67733"/>
                <a:gd name="connsiteX8" fmla="*/ 66566 w 66565"/>
                <a:gd name="connsiteY8" fmla="*/ 33867 h 67733"/>
                <a:gd name="connsiteX9" fmla="*/ 62478 w 66565"/>
                <a:gd name="connsiteY9" fmla="*/ 51968 h 67733"/>
                <a:gd name="connsiteX10" fmla="*/ 50800 w 66565"/>
                <a:gd name="connsiteY10" fmla="*/ 63646 h 67733"/>
                <a:gd name="connsiteX11" fmla="*/ 33283 w 66565"/>
                <a:gd name="connsiteY11" fmla="*/ 67733 h 67733"/>
                <a:gd name="connsiteX12" fmla="*/ 15765 w 66565"/>
                <a:gd name="connsiteY12" fmla="*/ 63646 h 67733"/>
                <a:gd name="connsiteX13" fmla="*/ 47296 w 66565"/>
                <a:gd name="connsiteY13" fmla="*/ 49632 h 67733"/>
                <a:gd name="connsiteX14" fmla="*/ 52552 w 66565"/>
                <a:gd name="connsiteY14" fmla="*/ 33867 h 67733"/>
                <a:gd name="connsiteX15" fmla="*/ 47296 w 66565"/>
                <a:gd name="connsiteY15" fmla="*/ 18101 h 67733"/>
                <a:gd name="connsiteX16" fmla="*/ 33283 w 66565"/>
                <a:gd name="connsiteY16" fmla="*/ 11678 h 67733"/>
                <a:gd name="connsiteX17" fmla="*/ 19269 w 66565"/>
                <a:gd name="connsiteY17" fmla="*/ 18101 h 67733"/>
                <a:gd name="connsiteX18" fmla="*/ 14014 w 66565"/>
                <a:gd name="connsiteY18" fmla="*/ 33867 h 67733"/>
                <a:gd name="connsiteX19" fmla="*/ 19269 w 66565"/>
                <a:gd name="connsiteY19" fmla="*/ 49632 h 67733"/>
                <a:gd name="connsiteX20" fmla="*/ 33283 w 66565"/>
                <a:gd name="connsiteY20" fmla="*/ 56055 h 67733"/>
                <a:gd name="connsiteX21" fmla="*/ 47296 w 66565"/>
                <a:gd name="connsiteY21" fmla="*/ 49632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6565" h="67733">
                  <a:moveTo>
                    <a:pt x="15765" y="63646"/>
                  </a:moveTo>
                  <a:cubicBezTo>
                    <a:pt x="10510" y="60727"/>
                    <a:pt x="6423" y="56639"/>
                    <a:pt x="4087" y="51968"/>
                  </a:cubicBezTo>
                  <a:cubicBezTo>
                    <a:pt x="1168" y="46713"/>
                    <a:pt x="0" y="40874"/>
                    <a:pt x="0" y="33867"/>
                  </a:cubicBezTo>
                  <a:cubicBezTo>
                    <a:pt x="0" y="27444"/>
                    <a:pt x="1168" y="21021"/>
                    <a:pt x="4087" y="16349"/>
                  </a:cubicBezTo>
                  <a:cubicBezTo>
                    <a:pt x="7007" y="11094"/>
                    <a:pt x="11094" y="7007"/>
                    <a:pt x="15765" y="4087"/>
                  </a:cubicBezTo>
                  <a:cubicBezTo>
                    <a:pt x="21021" y="1168"/>
                    <a:pt x="26860" y="0"/>
                    <a:pt x="33283" y="0"/>
                  </a:cubicBezTo>
                  <a:cubicBezTo>
                    <a:pt x="39706" y="0"/>
                    <a:pt x="46129" y="1168"/>
                    <a:pt x="50800" y="4087"/>
                  </a:cubicBezTo>
                  <a:cubicBezTo>
                    <a:pt x="56055" y="7007"/>
                    <a:pt x="60143" y="11094"/>
                    <a:pt x="62478" y="16349"/>
                  </a:cubicBezTo>
                  <a:cubicBezTo>
                    <a:pt x="65398" y="21605"/>
                    <a:pt x="66566" y="27444"/>
                    <a:pt x="66566" y="33867"/>
                  </a:cubicBezTo>
                  <a:cubicBezTo>
                    <a:pt x="66566" y="40874"/>
                    <a:pt x="65398" y="46713"/>
                    <a:pt x="62478" y="51968"/>
                  </a:cubicBezTo>
                  <a:cubicBezTo>
                    <a:pt x="59559" y="57223"/>
                    <a:pt x="55471" y="61310"/>
                    <a:pt x="50800" y="63646"/>
                  </a:cubicBezTo>
                  <a:cubicBezTo>
                    <a:pt x="45545" y="66566"/>
                    <a:pt x="39706" y="67733"/>
                    <a:pt x="33283" y="67733"/>
                  </a:cubicBezTo>
                  <a:cubicBezTo>
                    <a:pt x="26860" y="67733"/>
                    <a:pt x="20437" y="66566"/>
                    <a:pt x="15765" y="63646"/>
                  </a:cubicBezTo>
                  <a:moveTo>
                    <a:pt x="47296" y="49632"/>
                  </a:moveTo>
                  <a:cubicBezTo>
                    <a:pt x="50800" y="45545"/>
                    <a:pt x="52552" y="40290"/>
                    <a:pt x="52552" y="33867"/>
                  </a:cubicBezTo>
                  <a:cubicBezTo>
                    <a:pt x="52552" y="27444"/>
                    <a:pt x="50800" y="22189"/>
                    <a:pt x="47296" y="18101"/>
                  </a:cubicBezTo>
                  <a:cubicBezTo>
                    <a:pt x="43793" y="14014"/>
                    <a:pt x="39122" y="11678"/>
                    <a:pt x="33283" y="11678"/>
                  </a:cubicBezTo>
                  <a:cubicBezTo>
                    <a:pt x="27444" y="11678"/>
                    <a:pt x="22772" y="14014"/>
                    <a:pt x="19269" y="18101"/>
                  </a:cubicBezTo>
                  <a:cubicBezTo>
                    <a:pt x="15765" y="22189"/>
                    <a:pt x="14014" y="27444"/>
                    <a:pt x="14014" y="33867"/>
                  </a:cubicBezTo>
                  <a:cubicBezTo>
                    <a:pt x="14014" y="40290"/>
                    <a:pt x="15765" y="45545"/>
                    <a:pt x="19269" y="49632"/>
                  </a:cubicBezTo>
                  <a:cubicBezTo>
                    <a:pt x="22772" y="53720"/>
                    <a:pt x="27444" y="56055"/>
                    <a:pt x="33283" y="56055"/>
                  </a:cubicBezTo>
                  <a:cubicBezTo>
                    <a:pt x="39122" y="56055"/>
                    <a:pt x="43793" y="53720"/>
                    <a:pt x="47296" y="49632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F8F76E72-E0B1-273B-A88C-3B8A1824B26E}"/>
                </a:ext>
              </a:extLst>
            </p:cNvPr>
            <p:cNvSpPr/>
            <p:nvPr/>
          </p:nvSpPr>
          <p:spPr>
            <a:xfrm>
              <a:off x="2683024" y="6197861"/>
              <a:ext cx="14013" cy="91089"/>
            </a:xfrm>
            <a:custGeom>
              <a:avLst/>
              <a:gdLst>
                <a:gd name="connsiteX0" fmla="*/ 0 w 14013"/>
                <a:gd name="connsiteY0" fmla="*/ 0 h 91089"/>
                <a:gd name="connsiteX1" fmla="*/ 14014 w 14013"/>
                <a:gd name="connsiteY1" fmla="*/ 0 h 91089"/>
                <a:gd name="connsiteX2" fmla="*/ 14014 w 14013"/>
                <a:gd name="connsiteY2" fmla="*/ 91090 h 91089"/>
                <a:gd name="connsiteX3" fmla="*/ 0 w 14013"/>
                <a:gd name="connsiteY3" fmla="*/ 9109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13" h="91089">
                  <a:moveTo>
                    <a:pt x="0" y="0"/>
                  </a:moveTo>
                  <a:lnTo>
                    <a:pt x="14014" y="0"/>
                  </a:lnTo>
                  <a:lnTo>
                    <a:pt x="14014" y="91090"/>
                  </a:lnTo>
                  <a:lnTo>
                    <a:pt x="0" y="9109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3650ADDF-D581-043A-5EE4-4126CBD63E0B}"/>
                </a:ext>
              </a:extLst>
            </p:cNvPr>
            <p:cNvSpPr/>
            <p:nvPr/>
          </p:nvSpPr>
          <p:spPr>
            <a:xfrm>
              <a:off x="2711051" y="6197861"/>
              <a:ext cx="14013" cy="91089"/>
            </a:xfrm>
            <a:custGeom>
              <a:avLst/>
              <a:gdLst>
                <a:gd name="connsiteX0" fmla="*/ 0 w 14013"/>
                <a:gd name="connsiteY0" fmla="*/ 0 h 91089"/>
                <a:gd name="connsiteX1" fmla="*/ 14014 w 14013"/>
                <a:gd name="connsiteY1" fmla="*/ 0 h 91089"/>
                <a:gd name="connsiteX2" fmla="*/ 14014 w 14013"/>
                <a:gd name="connsiteY2" fmla="*/ 91090 h 91089"/>
                <a:gd name="connsiteX3" fmla="*/ 0 w 14013"/>
                <a:gd name="connsiteY3" fmla="*/ 9109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13" h="91089">
                  <a:moveTo>
                    <a:pt x="0" y="0"/>
                  </a:moveTo>
                  <a:lnTo>
                    <a:pt x="14014" y="0"/>
                  </a:lnTo>
                  <a:lnTo>
                    <a:pt x="14014" y="91090"/>
                  </a:lnTo>
                  <a:lnTo>
                    <a:pt x="0" y="9109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C810A046-9DF2-CFC4-23A0-1FFCA28534B9}"/>
                </a:ext>
              </a:extLst>
            </p:cNvPr>
            <p:cNvSpPr/>
            <p:nvPr/>
          </p:nvSpPr>
          <p:spPr>
            <a:xfrm>
              <a:off x="2736159" y="622180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6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6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4451 h 68317"/>
                <a:gd name="connsiteX19" fmla="*/ 4087 w 65397"/>
                <a:gd name="connsiteY19" fmla="*/ 15766 h 68317"/>
                <a:gd name="connsiteX20" fmla="*/ 50800 w 65397"/>
                <a:gd name="connsiteY20" fmla="*/ 26860 h 68317"/>
                <a:gd name="connsiteX21" fmla="*/ 44961 w 65397"/>
                <a:gd name="connsiteY21" fmla="*/ 15766 h 68317"/>
                <a:gd name="connsiteX22" fmla="*/ 32699 w 65397"/>
                <a:gd name="connsiteY22" fmla="*/ 11678 h 68317"/>
                <a:gd name="connsiteX23" fmla="*/ 21021 w 65397"/>
                <a:gd name="connsiteY23" fmla="*/ 15766 h 68317"/>
                <a:gd name="connsiteX24" fmla="*/ 15182 w 65397"/>
                <a:gd name="connsiteY24" fmla="*/ 26860 h 68317"/>
                <a:gd name="connsiteX25" fmla="*/ 50800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6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3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3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4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4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6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4451"/>
                  </a:cubicBezTo>
                  <a:cubicBezTo>
                    <a:pt x="0" y="26860"/>
                    <a:pt x="1168" y="21021"/>
                    <a:pt x="4087" y="15766"/>
                  </a:cubicBezTo>
                  <a:moveTo>
                    <a:pt x="50800" y="26860"/>
                  </a:moveTo>
                  <a:cubicBezTo>
                    <a:pt x="50216" y="22189"/>
                    <a:pt x="48464" y="18101"/>
                    <a:pt x="44961" y="15766"/>
                  </a:cubicBezTo>
                  <a:cubicBezTo>
                    <a:pt x="41458" y="12846"/>
                    <a:pt x="37370" y="11678"/>
                    <a:pt x="32699" y="11678"/>
                  </a:cubicBezTo>
                  <a:cubicBezTo>
                    <a:pt x="28028" y="11678"/>
                    <a:pt x="23940" y="12846"/>
                    <a:pt x="21021" y="15766"/>
                  </a:cubicBezTo>
                  <a:cubicBezTo>
                    <a:pt x="17517" y="18685"/>
                    <a:pt x="15766" y="22189"/>
                    <a:pt x="15182" y="26860"/>
                  </a:cubicBezTo>
                  <a:lnTo>
                    <a:pt x="50800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F7A5D08D-F36D-CB63-7CBC-235C95346E79}"/>
                </a:ext>
              </a:extLst>
            </p:cNvPr>
            <p:cNvSpPr/>
            <p:nvPr/>
          </p:nvSpPr>
          <p:spPr>
            <a:xfrm>
              <a:off x="2810316" y="6221801"/>
              <a:ext cx="67149" cy="93425"/>
            </a:xfrm>
            <a:custGeom>
              <a:avLst/>
              <a:gdLst>
                <a:gd name="connsiteX0" fmla="*/ 67150 w 67149"/>
                <a:gd name="connsiteY0" fmla="*/ 584 h 93425"/>
                <a:gd name="connsiteX1" fmla="*/ 67150 w 67149"/>
                <a:gd name="connsiteY1" fmla="*/ 64230 h 93425"/>
                <a:gd name="connsiteX2" fmla="*/ 58975 w 67149"/>
                <a:gd name="connsiteY2" fmla="*/ 85835 h 93425"/>
                <a:gd name="connsiteX3" fmla="*/ 33283 w 67149"/>
                <a:gd name="connsiteY3" fmla="*/ 93425 h 93425"/>
                <a:gd name="connsiteX4" fmla="*/ 11094 w 67149"/>
                <a:gd name="connsiteY4" fmla="*/ 87586 h 93425"/>
                <a:gd name="connsiteX5" fmla="*/ 1752 w 67149"/>
                <a:gd name="connsiteY5" fmla="*/ 70653 h 93425"/>
                <a:gd name="connsiteX6" fmla="*/ 15765 w 67149"/>
                <a:gd name="connsiteY6" fmla="*/ 70653 h 93425"/>
                <a:gd name="connsiteX7" fmla="*/ 21605 w 67149"/>
                <a:gd name="connsiteY7" fmla="*/ 79412 h 93425"/>
                <a:gd name="connsiteX8" fmla="*/ 33867 w 67149"/>
                <a:gd name="connsiteY8" fmla="*/ 82331 h 93425"/>
                <a:gd name="connsiteX9" fmla="*/ 53136 w 67149"/>
                <a:gd name="connsiteY9" fmla="*/ 63646 h 93425"/>
                <a:gd name="connsiteX10" fmla="*/ 53136 w 67149"/>
                <a:gd name="connsiteY10" fmla="*/ 56055 h 93425"/>
                <a:gd name="connsiteX11" fmla="*/ 31531 w 67149"/>
                <a:gd name="connsiteY11" fmla="*/ 67150 h 93425"/>
                <a:gd name="connsiteX12" fmla="*/ 15181 w 67149"/>
                <a:gd name="connsiteY12" fmla="*/ 63062 h 93425"/>
                <a:gd name="connsiteX13" fmla="*/ 4087 w 67149"/>
                <a:gd name="connsiteY13" fmla="*/ 51384 h 93425"/>
                <a:gd name="connsiteX14" fmla="*/ 0 w 67149"/>
                <a:gd name="connsiteY14" fmla="*/ 33283 h 93425"/>
                <a:gd name="connsiteX15" fmla="*/ 4087 w 67149"/>
                <a:gd name="connsiteY15" fmla="*/ 15766 h 93425"/>
                <a:gd name="connsiteX16" fmla="*/ 15181 w 67149"/>
                <a:gd name="connsiteY16" fmla="*/ 4087 h 93425"/>
                <a:gd name="connsiteX17" fmla="*/ 31531 w 67149"/>
                <a:gd name="connsiteY17" fmla="*/ 0 h 93425"/>
                <a:gd name="connsiteX18" fmla="*/ 44377 w 67149"/>
                <a:gd name="connsiteY18" fmla="*/ 2920 h 93425"/>
                <a:gd name="connsiteX19" fmla="*/ 53136 w 67149"/>
                <a:gd name="connsiteY19" fmla="*/ 11094 h 93425"/>
                <a:gd name="connsiteX20" fmla="*/ 54887 w 67149"/>
                <a:gd name="connsiteY20" fmla="*/ 584 h 93425"/>
                <a:gd name="connsiteX21" fmla="*/ 67150 w 67149"/>
                <a:gd name="connsiteY21" fmla="*/ 584 h 93425"/>
                <a:gd name="connsiteX22" fmla="*/ 47880 w 67149"/>
                <a:gd name="connsiteY22" fmla="*/ 49632 h 93425"/>
                <a:gd name="connsiteX23" fmla="*/ 53136 w 67149"/>
                <a:gd name="connsiteY23" fmla="*/ 33867 h 93425"/>
                <a:gd name="connsiteX24" fmla="*/ 47880 w 67149"/>
                <a:gd name="connsiteY24" fmla="*/ 18101 h 93425"/>
                <a:gd name="connsiteX25" fmla="*/ 33867 w 67149"/>
                <a:gd name="connsiteY25" fmla="*/ 11678 h 93425"/>
                <a:gd name="connsiteX26" fmla="*/ 19853 w 67149"/>
                <a:gd name="connsiteY26" fmla="*/ 17517 h 93425"/>
                <a:gd name="connsiteX27" fmla="*/ 14598 w 67149"/>
                <a:gd name="connsiteY27" fmla="*/ 33283 h 93425"/>
                <a:gd name="connsiteX28" fmla="*/ 19853 w 67149"/>
                <a:gd name="connsiteY28" fmla="*/ 49048 h 93425"/>
                <a:gd name="connsiteX29" fmla="*/ 33867 w 67149"/>
                <a:gd name="connsiteY29" fmla="*/ 54887 h 93425"/>
                <a:gd name="connsiteX30" fmla="*/ 47880 w 67149"/>
                <a:gd name="connsiteY30" fmla="*/ 49632 h 9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149" h="93425">
                  <a:moveTo>
                    <a:pt x="67150" y="584"/>
                  </a:moveTo>
                  <a:lnTo>
                    <a:pt x="67150" y="64230"/>
                  </a:lnTo>
                  <a:cubicBezTo>
                    <a:pt x="67150" y="73573"/>
                    <a:pt x="64230" y="80579"/>
                    <a:pt x="58975" y="85835"/>
                  </a:cubicBezTo>
                  <a:cubicBezTo>
                    <a:pt x="53136" y="91090"/>
                    <a:pt x="44961" y="93425"/>
                    <a:pt x="33283" y="93425"/>
                  </a:cubicBezTo>
                  <a:cubicBezTo>
                    <a:pt x="24524" y="93425"/>
                    <a:pt x="16933" y="91674"/>
                    <a:pt x="11094" y="87586"/>
                  </a:cubicBezTo>
                  <a:cubicBezTo>
                    <a:pt x="5255" y="83499"/>
                    <a:pt x="2336" y="77660"/>
                    <a:pt x="1752" y="70653"/>
                  </a:cubicBezTo>
                  <a:lnTo>
                    <a:pt x="15765" y="70653"/>
                  </a:lnTo>
                  <a:cubicBezTo>
                    <a:pt x="16349" y="74156"/>
                    <a:pt x="18685" y="77076"/>
                    <a:pt x="21605" y="79412"/>
                  </a:cubicBezTo>
                  <a:cubicBezTo>
                    <a:pt x="24524" y="81163"/>
                    <a:pt x="28612" y="82331"/>
                    <a:pt x="33867" y="82331"/>
                  </a:cubicBezTo>
                  <a:cubicBezTo>
                    <a:pt x="46713" y="82331"/>
                    <a:pt x="53136" y="75908"/>
                    <a:pt x="53136" y="63646"/>
                  </a:cubicBezTo>
                  <a:lnTo>
                    <a:pt x="53136" y="56055"/>
                  </a:lnTo>
                  <a:cubicBezTo>
                    <a:pt x="48464" y="63062"/>
                    <a:pt x="40874" y="67150"/>
                    <a:pt x="31531" y="67150"/>
                  </a:cubicBezTo>
                  <a:cubicBezTo>
                    <a:pt x="25692" y="67150"/>
                    <a:pt x="19853" y="65982"/>
                    <a:pt x="15181" y="63062"/>
                  </a:cubicBezTo>
                  <a:cubicBezTo>
                    <a:pt x="10510" y="60143"/>
                    <a:pt x="6423" y="56639"/>
                    <a:pt x="4087" y="51384"/>
                  </a:cubicBezTo>
                  <a:cubicBezTo>
                    <a:pt x="1168" y="46129"/>
                    <a:pt x="0" y="40290"/>
                    <a:pt x="0" y="33283"/>
                  </a:cubicBezTo>
                  <a:cubicBezTo>
                    <a:pt x="0" y="26860"/>
                    <a:pt x="1168" y="20437"/>
                    <a:pt x="4087" y="15766"/>
                  </a:cubicBezTo>
                  <a:cubicBezTo>
                    <a:pt x="7007" y="10510"/>
                    <a:pt x="10510" y="6423"/>
                    <a:pt x="15181" y="4087"/>
                  </a:cubicBezTo>
                  <a:cubicBezTo>
                    <a:pt x="19853" y="1168"/>
                    <a:pt x="25108" y="0"/>
                    <a:pt x="31531" y="0"/>
                  </a:cubicBezTo>
                  <a:cubicBezTo>
                    <a:pt x="36786" y="0"/>
                    <a:pt x="40874" y="1168"/>
                    <a:pt x="44377" y="2920"/>
                  </a:cubicBezTo>
                  <a:cubicBezTo>
                    <a:pt x="47880" y="4671"/>
                    <a:pt x="50800" y="7591"/>
                    <a:pt x="53136" y="11094"/>
                  </a:cubicBezTo>
                  <a:lnTo>
                    <a:pt x="54887" y="584"/>
                  </a:lnTo>
                  <a:lnTo>
                    <a:pt x="67150" y="584"/>
                  </a:lnTo>
                  <a:close/>
                  <a:moveTo>
                    <a:pt x="47880" y="49632"/>
                  </a:moveTo>
                  <a:cubicBezTo>
                    <a:pt x="51384" y="45545"/>
                    <a:pt x="53136" y="40290"/>
                    <a:pt x="53136" y="33867"/>
                  </a:cubicBezTo>
                  <a:cubicBezTo>
                    <a:pt x="53136" y="27444"/>
                    <a:pt x="51384" y="22189"/>
                    <a:pt x="47880" y="18101"/>
                  </a:cubicBezTo>
                  <a:cubicBezTo>
                    <a:pt x="44377" y="14014"/>
                    <a:pt x="39706" y="11678"/>
                    <a:pt x="33867" y="11678"/>
                  </a:cubicBezTo>
                  <a:cubicBezTo>
                    <a:pt x="28028" y="11678"/>
                    <a:pt x="23356" y="13430"/>
                    <a:pt x="19853" y="17517"/>
                  </a:cubicBezTo>
                  <a:cubicBezTo>
                    <a:pt x="16349" y="21605"/>
                    <a:pt x="14598" y="26860"/>
                    <a:pt x="14598" y="33283"/>
                  </a:cubicBezTo>
                  <a:cubicBezTo>
                    <a:pt x="14598" y="39706"/>
                    <a:pt x="16349" y="44961"/>
                    <a:pt x="19853" y="49048"/>
                  </a:cubicBezTo>
                  <a:cubicBezTo>
                    <a:pt x="23356" y="53136"/>
                    <a:pt x="28028" y="54887"/>
                    <a:pt x="33867" y="54887"/>
                  </a:cubicBezTo>
                  <a:cubicBezTo>
                    <a:pt x="39706" y="55471"/>
                    <a:pt x="44377" y="53720"/>
                    <a:pt x="47880" y="49632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D775DC3F-6E8B-CAA6-2C2F-BBCAD5222B20}"/>
                </a:ext>
              </a:extLst>
            </p:cNvPr>
            <p:cNvSpPr/>
            <p:nvPr/>
          </p:nvSpPr>
          <p:spPr>
            <a:xfrm>
              <a:off x="2886808" y="622180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6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6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4451 h 68317"/>
                <a:gd name="connsiteX19" fmla="*/ 4087 w 65397"/>
                <a:gd name="connsiteY19" fmla="*/ 15766 h 68317"/>
                <a:gd name="connsiteX20" fmla="*/ 51384 w 65397"/>
                <a:gd name="connsiteY20" fmla="*/ 26860 h 68317"/>
                <a:gd name="connsiteX21" fmla="*/ 45545 w 65397"/>
                <a:gd name="connsiteY21" fmla="*/ 15766 h 68317"/>
                <a:gd name="connsiteX22" fmla="*/ 33283 w 65397"/>
                <a:gd name="connsiteY22" fmla="*/ 11678 h 68317"/>
                <a:gd name="connsiteX23" fmla="*/ 21605 w 65397"/>
                <a:gd name="connsiteY23" fmla="*/ 15766 h 68317"/>
                <a:gd name="connsiteX24" fmla="*/ 15766 w 65397"/>
                <a:gd name="connsiteY24" fmla="*/ 26860 h 68317"/>
                <a:gd name="connsiteX25" fmla="*/ 51384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6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4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4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5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5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6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4451"/>
                  </a:cubicBezTo>
                  <a:cubicBezTo>
                    <a:pt x="0" y="26860"/>
                    <a:pt x="1752" y="21021"/>
                    <a:pt x="4087" y="15766"/>
                  </a:cubicBezTo>
                  <a:moveTo>
                    <a:pt x="51384" y="26860"/>
                  </a:moveTo>
                  <a:cubicBezTo>
                    <a:pt x="50800" y="22189"/>
                    <a:pt x="49048" y="18101"/>
                    <a:pt x="45545" y="15766"/>
                  </a:cubicBezTo>
                  <a:cubicBezTo>
                    <a:pt x="42042" y="12846"/>
                    <a:pt x="37954" y="11678"/>
                    <a:pt x="33283" y="11678"/>
                  </a:cubicBezTo>
                  <a:cubicBezTo>
                    <a:pt x="28612" y="11678"/>
                    <a:pt x="24524" y="12846"/>
                    <a:pt x="21605" y="15766"/>
                  </a:cubicBezTo>
                  <a:cubicBezTo>
                    <a:pt x="18101" y="18685"/>
                    <a:pt x="16350" y="22189"/>
                    <a:pt x="15766" y="26860"/>
                  </a:cubicBezTo>
                  <a:lnTo>
                    <a:pt x="51384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2C93D0C5-04D0-8ACB-9718-4513712B86A9}"/>
                </a:ext>
              </a:extLst>
            </p:cNvPr>
            <p:cNvSpPr/>
            <p:nvPr/>
          </p:nvSpPr>
          <p:spPr>
            <a:xfrm>
              <a:off x="1395134" y="5790876"/>
              <a:ext cx="683914" cy="620695"/>
            </a:xfrm>
            <a:custGeom>
              <a:avLst/>
              <a:gdLst>
                <a:gd name="connsiteX0" fmla="*/ 542238 w 683914"/>
                <a:gd name="connsiteY0" fmla="*/ 620695 h 620695"/>
                <a:gd name="connsiteX1" fmla="*/ 141677 w 683914"/>
                <a:gd name="connsiteY1" fmla="*/ 620695 h 620695"/>
                <a:gd name="connsiteX2" fmla="*/ 18472 w 683914"/>
                <a:gd name="connsiteY2" fmla="*/ 549458 h 620695"/>
                <a:gd name="connsiteX3" fmla="*/ 19640 w 683914"/>
                <a:gd name="connsiteY3" fmla="*/ 406985 h 620695"/>
                <a:gd name="connsiteX4" fmla="*/ 219920 w 683914"/>
                <a:gd name="connsiteY4" fmla="*/ 69485 h 620695"/>
                <a:gd name="connsiteX5" fmla="*/ 341957 w 683914"/>
                <a:gd name="connsiteY5" fmla="*/ 0 h 620695"/>
                <a:gd name="connsiteX6" fmla="*/ 463994 w 683914"/>
                <a:gd name="connsiteY6" fmla="*/ 69485 h 620695"/>
                <a:gd name="connsiteX7" fmla="*/ 664275 w 683914"/>
                <a:gd name="connsiteY7" fmla="*/ 407569 h 620695"/>
                <a:gd name="connsiteX8" fmla="*/ 665443 w 683914"/>
                <a:gd name="connsiteY8" fmla="*/ 550042 h 620695"/>
                <a:gd name="connsiteX9" fmla="*/ 542238 w 683914"/>
                <a:gd name="connsiteY9" fmla="*/ 620695 h 62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3914" h="620695">
                  <a:moveTo>
                    <a:pt x="542238" y="620695"/>
                  </a:moveTo>
                  <a:lnTo>
                    <a:pt x="141677" y="620695"/>
                  </a:lnTo>
                  <a:cubicBezTo>
                    <a:pt x="90876" y="620695"/>
                    <a:pt x="43580" y="593252"/>
                    <a:pt x="18472" y="549458"/>
                  </a:cubicBezTo>
                  <a:cubicBezTo>
                    <a:pt x="-6636" y="505081"/>
                    <a:pt x="-6052" y="450778"/>
                    <a:pt x="19640" y="406985"/>
                  </a:cubicBezTo>
                  <a:lnTo>
                    <a:pt x="219920" y="69485"/>
                  </a:lnTo>
                  <a:cubicBezTo>
                    <a:pt x="245612" y="26276"/>
                    <a:pt x="291741" y="0"/>
                    <a:pt x="341957" y="0"/>
                  </a:cubicBezTo>
                  <a:cubicBezTo>
                    <a:pt x="392173" y="0"/>
                    <a:pt x="438302" y="26276"/>
                    <a:pt x="463994" y="69485"/>
                  </a:cubicBezTo>
                  <a:lnTo>
                    <a:pt x="664275" y="407569"/>
                  </a:lnTo>
                  <a:cubicBezTo>
                    <a:pt x="689967" y="451362"/>
                    <a:pt x="690551" y="505665"/>
                    <a:pt x="665443" y="550042"/>
                  </a:cubicBezTo>
                  <a:cubicBezTo>
                    <a:pt x="640335" y="593836"/>
                    <a:pt x="593038" y="620695"/>
                    <a:pt x="542238" y="620695"/>
                  </a:cubicBezTo>
                  <a:close/>
                </a:path>
              </a:pathLst>
            </a:custGeom>
            <a:noFill/>
            <a:ln w="1217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4" name="Tijdelijke aanduiding voor tekst 79">
            <a:extLst>
              <a:ext uri="{FF2B5EF4-FFF2-40B4-BE49-F238E27FC236}">
                <a16:creationId xmlns:a16="http://schemas.microsoft.com/office/drawing/2014/main" id="{AB136CC3-68EA-E50B-BFA4-5EEE4DE33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788" y="1592263"/>
            <a:ext cx="11018837" cy="3889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9164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+ drieho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D301FC37-1695-48F6-A11A-3930581DF6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00"/>
            <a:ext cx="12192000" cy="7137400"/>
          </a:xfrm>
          <a:custGeom>
            <a:avLst/>
            <a:gdLst>
              <a:gd name="connsiteX0" fmla="*/ 11604625 w 12192000"/>
              <a:gd name="connsiteY0" fmla="*/ 0 h 7137400"/>
              <a:gd name="connsiteX1" fmla="*/ 12192000 w 12192000"/>
              <a:gd name="connsiteY1" fmla="*/ 0 h 7137400"/>
              <a:gd name="connsiteX2" fmla="*/ 12192000 w 12192000"/>
              <a:gd name="connsiteY2" fmla="*/ 279400 h 7137400"/>
              <a:gd name="connsiteX3" fmla="*/ 12192000 w 12192000"/>
              <a:gd name="connsiteY3" fmla="*/ 495300 h 7137400"/>
              <a:gd name="connsiteX4" fmla="*/ 12192000 w 12192000"/>
              <a:gd name="connsiteY4" fmla="*/ 7137400 h 7137400"/>
              <a:gd name="connsiteX5" fmla="*/ 0 w 12192000"/>
              <a:gd name="connsiteY5" fmla="*/ 7137400 h 7137400"/>
              <a:gd name="connsiteX6" fmla="*/ 0 w 12192000"/>
              <a:gd name="connsiteY6" fmla="*/ 279400 h 7137400"/>
              <a:gd name="connsiteX7" fmla="*/ 11604625 w 12192000"/>
              <a:gd name="connsiteY7" fmla="*/ 279400 h 713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7137400">
                <a:moveTo>
                  <a:pt x="11604625" y="0"/>
                </a:moveTo>
                <a:lnTo>
                  <a:pt x="12192000" y="0"/>
                </a:lnTo>
                <a:lnTo>
                  <a:pt x="12192000" y="279400"/>
                </a:lnTo>
                <a:lnTo>
                  <a:pt x="12192000" y="495300"/>
                </a:lnTo>
                <a:lnTo>
                  <a:pt x="12192000" y="7137400"/>
                </a:lnTo>
                <a:lnTo>
                  <a:pt x="0" y="7137400"/>
                </a:lnTo>
                <a:lnTo>
                  <a:pt x="0" y="279400"/>
                </a:lnTo>
                <a:lnTo>
                  <a:pt x="11604625" y="2794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360000" tIns="0" rIns="36000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 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A8041F1F-7026-D366-8068-44471C382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2239" y="666750"/>
            <a:ext cx="6063834" cy="5524500"/>
          </a:xfrm>
          <a:custGeom>
            <a:avLst/>
            <a:gdLst>
              <a:gd name="connsiteX0" fmla="*/ 3031855 w 6063834"/>
              <a:gd name="connsiteY0" fmla="*/ 36195 h 5524500"/>
              <a:gd name="connsiteX1" fmla="*/ 1944100 w 6063834"/>
              <a:gd name="connsiteY1" fmla="*/ 656273 h 5524500"/>
              <a:gd name="connsiteX2" fmla="*/ 212455 w 6063834"/>
              <a:gd name="connsiteY2" fmla="*/ 3579495 h 5524500"/>
              <a:gd name="connsiteX3" fmla="*/ 201977 w 6063834"/>
              <a:gd name="connsiteY3" fmla="*/ 4850130 h 5524500"/>
              <a:gd name="connsiteX4" fmla="*/ 1300210 w 6063834"/>
              <a:gd name="connsiteY4" fmla="*/ 5488305 h 5524500"/>
              <a:gd name="connsiteX5" fmla="*/ 4764453 w 6063834"/>
              <a:gd name="connsiteY5" fmla="*/ 5488305 h 5524500"/>
              <a:gd name="connsiteX6" fmla="*/ 5862685 w 6063834"/>
              <a:gd name="connsiteY6" fmla="*/ 4850130 h 5524500"/>
              <a:gd name="connsiteX7" fmla="*/ 5852208 w 6063834"/>
              <a:gd name="connsiteY7" fmla="*/ 3579495 h 5524500"/>
              <a:gd name="connsiteX8" fmla="*/ 4119610 w 6063834"/>
              <a:gd name="connsiteY8" fmla="*/ 656273 h 5524500"/>
              <a:gd name="connsiteX9" fmla="*/ 3031855 w 6063834"/>
              <a:gd name="connsiteY9" fmla="*/ 36195 h 5524500"/>
              <a:gd name="connsiteX10" fmla="*/ 3031855 w 6063834"/>
              <a:gd name="connsiteY10" fmla="*/ 0 h 5524500"/>
              <a:gd name="connsiteX11" fmla="*/ 4151042 w 6063834"/>
              <a:gd name="connsiteY11" fmla="*/ 637223 h 5524500"/>
              <a:gd name="connsiteX12" fmla="*/ 5882687 w 6063834"/>
              <a:gd name="connsiteY12" fmla="*/ 3560445 h 5524500"/>
              <a:gd name="connsiteX13" fmla="*/ 5894118 w 6063834"/>
              <a:gd name="connsiteY13" fmla="*/ 4867275 h 5524500"/>
              <a:gd name="connsiteX14" fmla="*/ 4764453 w 6063834"/>
              <a:gd name="connsiteY14" fmla="*/ 5524500 h 5524500"/>
              <a:gd name="connsiteX15" fmla="*/ 1300210 w 6063834"/>
              <a:gd name="connsiteY15" fmla="*/ 5524500 h 5524500"/>
              <a:gd name="connsiteX16" fmla="*/ 170545 w 6063834"/>
              <a:gd name="connsiteY16" fmla="*/ 4868228 h 5524500"/>
              <a:gd name="connsiteX17" fmla="*/ 181022 w 6063834"/>
              <a:gd name="connsiteY17" fmla="*/ 3561398 h 5524500"/>
              <a:gd name="connsiteX18" fmla="*/ 1913620 w 6063834"/>
              <a:gd name="connsiteY18" fmla="*/ 637223 h 5524500"/>
              <a:gd name="connsiteX19" fmla="*/ 3031855 w 6063834"/>
              <a:gd name="connsiteY19" fmla="*/ 0 h 552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63834" h="5524500">
                <a:moveTo>
                  <a:pt x="3031855" y="36195"/>
                </a:moveTo>
                <a:cubicBezTo>
                  <a:pt x="2587038" y="36195"/>
                  <a:pt x="2170795" y="273368"/>
                  <a:pt x="1944100" y="656273"/>
                </a:cubicBezTo>
                <a:lnTo>
                  <a:pt x="212455" y="3579495"/>
                </a:lnTo>
                <a:cubicBezTo>
                  <a:pt x="-19003" y="3969068"/>
                  <a:pt x="-22813" y="4455795"/>
                  <a:pt x="201977" y="4850130"/>
                </a:cubicBezTo>
                <a:cubicBezTo>
                  <a:pt x="426767" y="5243513"/>
                  <a:pt x="846820" y="5488305"/>
                  <a:pt x="1300210" y="5488305"/>
                </a:cubicBezTo>
                <a:lnTo>
                  <a:pt x="4764453" y="5488305"/>
                </a:lnTo>
                <a:cubicBezTo>
                  <a:pt x="5217843" y="5488305"/>
                  <a:pt x="5638848" y="5243513"/>
                  <a:pt x="5862685" y="4850130"/>
                </a:cubicBezTo>
                <a:cubicBezTo>
                  <a:pt x="6087475" y="4456748"/>
                  <a:pt x="6082712" y="3970020"/>
                  <a:pt x="5852208" y="3579495"/>
                </a:cubicBezTo>
                <a:lnTo>
                  <a:pt x="4119610" y="656273"/>
                </a:lnTo>
                <a:cubicBezTo>
                  <a:pt x="3893867" y="273368"/>
                  <a:pt x="3476673" y="36195"/>
                  <a:pt x="3031855" y="36195"/>
                </a:cubicBezTo>
                <a:close/>
                <a:moveTo>
                  <a:pt x="3031855" y="0"/>
                </a:moveTo>
                <a:cubicBezTo>
                  <a:pt x="3489055" y="0"/>
                  <a:pt x="3917680" y="244793"/>
                  <a:pt x="4151042" y="637223"/>
                </a:cubicBezTo>
                <a:lnTo>
                  <a:pt x="5882687" y="3560445"/>
                </a:lnTo>
                <a:cubicBezTo>
                  <a:pt x="6119860" y="3961448"/>
                  <a:pt x="6124623" y="4462463"/>
                  <a:pt x="5894118" y="4867275"/>
                </a:cubicBezTo>
                <a:cubicBezTo>
                  <a:pt x="5663612" y="5273040"/>
                  <a:pt x="5230225" y="5524500"/>
                  <a:pt x="4764453" y="5524500"/>
                </a:cubicBezTo>
                <a:lnTo>
                  <a:pt x="1300210" y="5524500"/>
                </a:lnTo>
                <a:cubicBezTo>
                  <a:pt x="834437" y="5524500"/>
                  <a:pt x="401050" y="5273040"/>
                  <a:pt x="170545" y="4868228"/>
                </a:cubicBezTo>
                <a:cubicBezTo>
                  <a:pt x="-60913" y="4462463"/>
                  <a:pt x="-56150" y="3962400"/>
                  <a:pt x="181022" y="3561398"/>
                </a:cubicBezTo>
                <a:lnTo>
                  <a:pt x="1913620" y="637223"/>
                </a:lnTo>
                <a:cubicBezTo>
                  <a:pt x="2146030" y="244793"/>
                  <a:pt x="2574655" y="0"/>
                  <a:pt x="303185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5" name="Tijdelijke aanduiding voor tekst 35">
            <a:extLst>
              <a:ext uri="{FF2B5EF4-FFF2-40B4-BE49-F238E27FC236}">
                <a16:creationId xmlns:a16="http://schemas.microsoft.com/office/drawing/2014/main" id="{B020A01C-42E3-6841-7B95-6FE228C87F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9" y="5773788"/>
            <a:ext cx="2367271" cy="64651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AE1C98F-EF4E-B3CB-22F3-4AFB9A2BDF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5205" y="2648297"/>
            <a:ext cx="3517901" cy="156140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grpSp>
        <p:nvGrpSpPr>
          <p:cNvPr id="9" name="INSTRUCTIE">
            <a:extLst>
              <a:ext uri="{FF2B5EF4-FFF2-40B4-BE49-F238E27FC236}">
                <a16:creationId xmlns:a16="http://schemas.microsoft.com/office/drawing/2014/main" id="{89A483E1-81E2-5AC9-2013-B16A0392C42A}"/>
              </a:ext>
            </a:extLst>
          </p:cNvPr>
          <p:cNvGrpSpPr/>
          <p:nvPr userDrawn="1"/>
        </p:nvGrpSpPr>
        <p:grpSpPr>
          <a:xfrm>
            <a:off x="12377595" y="-1"/>
            <a:ext cx="3693386" cy="6688475"/>
            <a:chOff x="-3786165" y="-1"/>
            <a:chExt cx="3693386" cy="6688475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D2F2D90F-EBD2-3B69-8A52-8E636534960F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60348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624D1F3E-6A48-6151-6330-D372891A593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6AEC7E96-F183-F4E9-21D3-FC14F83616FD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8C0E62B0-18D7-4F78-4E49-D38EE948037D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9D52407-D5BF-1028-A745-41C80482B0A8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Klik met de rechter muisknop op de miniatuurweergave van de dia aan de linkerkant van het scherm en kies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‘Dia herstellen’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34B05829-C8E5-C653-FFC0-251C21171404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08C4CF5A-5235-1F15-055C-FADD1E833E30}"/>
                </a:ext>
              </a:extLst>
            </p:cNvPr>
            <p:cNvSpPr/>
            <p:nvPr userDrawn="1"/>
          </p:nvSpPr>
          <p:spPr>
            <a:xfrm>
              <a:off x="-3319416" y="4226366"/>
              <a:ext cx="3008779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09CF3367-6F00-A1B4-0F6C-3ACFE2C0ECD6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7B9C9EF4-7D8E-1BE1-EC14-47816AE07412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B2983DE7-99E9-2273-C017-B21CF822D76B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60C9FD77-9944-2F6D-09E1-0CC4259FFA7F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0" name="Groep 59">
                <a:extLst>
                  <a:ext uri="{FF2B5EF4-FFF2-40B4-BE49-F238E27FC236}">
                    <a16:creationId xmlns:a16="http://schemas.microsoft.com/office/drawing/2014/main" id="{A39E69E9-B0B9-96E0-B8EC-6BBA073ECA7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3" name="Rechthoek: afgeronde hoeken 72">
                  <a:extLst>
                    <a:ext uri="{FF2B5EF4-FFF2-40B4-BE49-F238E27FC236}">
                      <a16:creationId xmlns:a16="http://schemas.microsoft.com/office/drawing/2014/main" id="{476904DE-5ED9-1589-63CD-074B21410094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2B80C36B-11CC-27D5-433D-4613E8039A1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5E062F35-75CD-F861-6BC1-8BDA1A378E39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6F1145EC-16C2-9488-5441-16ACDABE1E31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7" name="Rechthoek 76">
                  <a:extLst>
                    <a:ext uri="{FF2B5EF4-FFF2-40B4-BE49-F238E27FC236}">
                      <a16:creationId xmlns:a16="http://schemas.microsoft.com/office/drawing/2014/main" id="{ABF5D18F-4A0C-A61B-671F-4E63DC45DA76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8" name="Rechthoek 77">
                  <a:extLst>
                    <a:ext uri="{FF2B5EF4-FFF2-40B4-BE49-F238E27FC236}">
                      <a16:creationId xmlns:a16="http://schemas.microsoft.com/office/drawing/2014/main" id="{7F10C1DF-AA9D-2431-D221-23E314E03832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0F281C01-9FE9-13BC-B5D4-FF866F0DF0E5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62F78B94-7460-9E76-A0A2-FE9BFDA0B4AF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7" name="Rechthoek: afgeronde hoeken 66">
                    <a:extLst>
                      <a:ext uri="{FF2B5EF4-FFF2-40B4-BE49-F238E27FC236}">
                        <a16:creationId xmlns:a16="http://schemas.microsoft.com/office/drawing/2014/main" id="{9DA38319-8812-49DE-F5D6-FCEB00ED510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nl-NL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EBC081CE-D663-BC45-247E-0577F07DB2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EDB669B6-4A08-D180-6F5C-0B946EA6488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9CFDE0DB-06B7-A5E6-854E-E588B533DDD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50F28F49-835C-6750-FECD-E93CCA2CCE4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B2C1FF0F-B011-A1E5-DBB3-B0D7277DC1A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6" name="Boog 65">
                  <a:extLst>
                    <a:ext uri="{FF2B5EF4-FFF2-40B4-BE49-F238E27FC236}">
                      <a16:creationId xmlns:a16="http://schemas.microsoft.com/office/drawing/2014/main" id="{B075C199-B827-740B-5B62-3A6DDF4CF9BC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2" name="Tekstvak 61">
                <a:extLst>
                  <a:ext uri="{FF2B5EF4-FFF2-40B4-BE49-F238E27FC236}">
                    <a16:creationId xmlns:a16="http://schemas.microsoft.com/office/drawing/2014/main" id="{CFD2D3F2-9AFB-12AB-B2C6-E07299DA8BB2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Indeling</a:t>
                </a:r>
              </a:p>
            </p:txBody>
          </p: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C36CB349-76BF-6D8A-B625-0E012C027C1B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Dia Herstellen</a:t>
                </a:r>
              </a:p>
            </p:txBody>
          </p:sp>
          <p:sp>
            <p:nvSpPr>
              <p:cNvPr id="64" name="Vrije vorm: vorm 63">
                <a:extLst>
                  <a:ext uri="{FF2B5EF4-FFF2-40B4-BE49-F238E27FC236}">
                    <a16:creationId xmlns:a16="http://schemas.microsoft.com/office/drawing/2014/main" id="{5A9988F9-C65F-2B89-1210-580D22550A57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7A2820C5-C549-6C46-5D90-5E41EA8F1218}"/>
                </a:ext>
              </a:extLst>
            </p:cNvPr>
            <p:cNvGrpSpPr/>
            <p:nvPr userDrawn="1"/>
          </p:nvGrpSpPr>
          <p:grpSpPr>
            <a:xfrm>
              <a:off x="-3786165" y="5728778"/>
              <a:ext cx="3693386" cy="959696"/>
              <a:chOff x="-3786437" y="6163468"/>
              <a:chExt cx="3693386" cy="959696"/>
            </a:xfrm>
          </p:grpSpPr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D0C3C490-0018-D774-1237-4869FD640A42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MEER WETEN?</a:t>
                </a:r>
                <a:b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Ga naar de tab</a:t>
                </a: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en klik</a:t>
                </a:r>
                <a:b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op de knop </a:t>
                </a: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‘Inspiratie'</a:t>
                </a:r>
              </a:p>
            </p:txBody>
          </p:sp>
          <p:grpSp>
            <p:nvGrpSpPr>
              <p:cNvPr id="49" name="ICOON_info">
                <a:extLst>
                  <a:ext uri="{FF2B5EF4-FFF2-40B4-BE49-F238E27FC236}">
                    <a16:creationId xmlns:a16="http://schemas.microsoft.com/office/drawing/2014/main" id="{31B4DD5B-2C3D-AA75-87AD-55711442784F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6" name="Ovaal 55">
                  <a:extLst>
                    <a:ext uri="{FF2B5EF4-FFF2-40B4-BE49-F238E27FC236}">
                      <a16:creationId xmlns:a16="http://schemas.microsoft.com/office/drawing/2014/main" id="{0C790774-E88F-4E9D-DB46-5E0FF195376E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7" name="Graphic 163" descr="Informatie">
                  <a:extLst>
                    <a:ext uri="{FF2B5EF4-FFF2-40B4-BE49-F238E27FC236}">
                      <a16:creationId xmlns:a16="http://schemas.microsoft.com/office/drawing/2014/main" id="{D23BA785-7736-28C4-4FB5-15E5EA6FDF39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D3FD9C1B-01BE-EC8A-38E1-5B3E0E1D29D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1" name="Inspireren">
                  <a:extLst>
                    <a:ext uri="{FF2B5EF4-FFF2-40B4-BE49-F238E27FC236}">
                      <a16:creationId xmlns:a16="http://schemas.microsoft.com/office/drawing/2014/main" id="{DD78EA98-D85B-8C45-2A11-2A850A9884B6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3" name="Freeform 12">
                    <a:extLst>
                      <a:ext uri="{FF2B5EF4-FFF2-40B4-BE49-F238E27FC236}">
                        <a16:creationId xmlns:a16="http://schemas.microsoft.com/office/drawing/2014/main" id="{CE25E44E-1796-5D66-CDFD-A726226FDFF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4" name="Freeform 13">
                    <a:extLst>
                      <a:ext uri="{FF2B5EF4-FFF2-40B4-BE49-F238E27FC236}">
                        <a16:creationId xmlns:a16="http://schemas.microsoft.com/office/drawing/2014/main" id="{773DF693-F185-5117-461B-F0724B3B23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5" name="Freeform 14">
                    <a:extLst>
                      <a:ext uri="{FF2B5EF4-FFF2-40B4-BE49-F238E27FC236}">
                        <a16:creationId xmlns:a16="http://schemas.microsoft.com/office/drawing/2014/main" id="{CD6E910B-48D6-35D7-6EAB-F4806E99EBA4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</a:endParaRPr>
                  </a:p>
                </p:txBody>
              </p:sp>
            </p:grpSp>
            <p:sp>
              <p:nvSpPr>
                <p:cNvPr id="52" name="Tekstvak 51">
                  <a:extLst>
                    <a:ext uri="{FF2B5EF4-FFF2-40B4-BE49-F238E27FC236}">
                      <a16:creationId xmlns:a16="http://schemas.microsoft.com/office/drawing/2014/main" id="{1CD38D63-33D7-8AE9-F799-AC52ACA10DEE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nl-NL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Inspiratie</a:t>
                  </a:r>
                </a:p>
              </p:txBody>
            </p:sp>
          </p:grp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09734C6C-BFE6-1C72-0288-AA04E1EA67C7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62355A29-94A3-9E25-072D-03387CD3CB82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44" name="Vrije vorm: vorm 43">
                  <a:extLst>
                    <a:ext uri="{FF2B5EF4-FFF2-40B4-BE49-F238E27FC236}">
                      <a16:creationId xmlns:a16="http://schemas.microsoft.com/office/drawing/2014/main" id="{948C7DBD-E848-6D6C-44B0-F986D970A6DF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45" name="Groep 44">
                  <a:extLst>
                    <a:ext uri="{FF2B5EF4-FFF2-40B4-BE49-F238E27FC236}">
                      <a16:creationId xmlns:a16="http://schemas.microsoft.com/office/drawing/2014/main" id="{12A4A5D4-54EC-C9EC-BD62-A11946B87D75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46" name="Vrije vorm: vorm 45">
                    <a:extLst>
                      <a:ext uri="{FF2B5EF4-FFF2-40B4-BE49-F238E27FC236}">
                        <a16:creationId xmlns:a16="http://schemas.microsoft.com/office/drawing/2014/main" id="{4552BC2F-5ACA-11D6-51CA-22D7F8C307F3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47" name="Vrije vorm: vorm 46">
                    <a:extLst>
                      <a:ext uri="{FF2B5EF4-FFF2-40B4-BE49-F238E27FC236}">
                        <a16:creationId xmlns:a16="http://schemas.microsoft.com/office/drawing/2014/main" id="{EC378FA3-6E43-E28D-D44F-987E41D17D30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43" name="Tekstvak 42">
                <a:extLst>
                  <a:ext uri="{FF2B5EF4-FFF2-40B4-BE49-F238E27FC236}">
                    <a16:creationId xmlns:a16="http://schemas.microsoft.com/office/drawing/2014/main" id="{9D9DBF09-1C28-1C44-9E65-9FEDD24D3E56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03272FEE-ECA7-C915-6026-494F42FF509A}"/>
                </a:ext>
              </a:extLst>
            </p:cNvPr>
            <p:cNvGrpSpPr/>
            <p:nvPr userDrawn="1"/>
          </p:nvGrpSpPr>
          <p:grpSpPr>
            <a:xfrm>
              <a:off x="-3354295" y="5166361"/>
              <a:ext cx="514284" cy="506545"/>
              <a:chOff x="12617641" y="3403239"/>
              <a:chExt cx="752963" cy="741634"/>
            </a:xfrm>
          </p:grpSpPr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543D713C-54C2-E83C-D305-ACA33EA5F6D5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29" name="Groep 28">
                  <a:extLst>
                    <a:ext uri="{FF2B5EF4-FFF2-40B4-BE49-F238E27FC236}">
                      <a16:creationId xmlns:a16="http://schemas.microsoft.com/office/drawing/2014/main" id="{F91D48B5-5FFA-8EC2-CE13-755EC415F1FF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36" name="Groep 35">
                    <a:extLst>
                      <a:ext uri="{FF2B5EF4-FFF2-40B4-BE49-F238E27FC236}">
                        <a16:creationId xmlns:a16="http://schemas.microsoft.com/office/drawing/2014/main" id="{847C7EE5-3183-ABC5-733B-5928E5D07AF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39" name="Rechthoek 38">
                      <a:extLst>
                        <a:ext uri="{FF2B5EF4-FFF2-40B4-BE49-F238E27FC236}">
                          <a16:creationId xmlns:a16="http://schemas.microsoft.com/office/drawing/2014/main" id="{C2B8D697-FD7B-A675-59C1-70AA873FACA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0" name="Rechthoek 39">
                      <a:extLst>
                        <a:ext uri="{FF2B5EF4-FFF2-40B4-BE49-F238E27FC236}">
                          <a16:creationId xmlns:a16="http://schemas.microsoft.com/office/drawing/2014/main" id="{010CAB49-8ACB-001F-C1C5-588A20E3B11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1" name="Ovaal 40">
                      <a:extLst>
                        <a:ext uri="{FF2B5EF4-FFF2-40B4-BE49-F238E27FC236}">
                          <a16:creationId xmlns:a16="http://schemas.microsoft.com/office/drawing/2014/main" id="{F306A0FD-648E-5FBA-A079-4D99D57AE68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37" name="Afbeelding 36">
                    <a:extLst>
                      <a:ext uri="{FF2B5EF4-FFF2-40B4-BE49-F238E27FC236}">
                        <a16:creationId xmlns:a16="http://schemas.microsoft.com/office/drawing/2014/main" id="{05CA9750-B81C-188F-7E15-759255DFB4D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38" name="Afbeelding 37">
                    <a:extLst>
                      <a:ext uri="{FF2B5EF4-FFF2-40B4-BE49-F238E27FC236}">
                        <a16:creationId xmlns:a16="http://schemas.microsoft.com/office/drawing/2014/main" id="{5BC76120-81B6-AB49-4235-50B7E392C05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0" name="Groep 29">
                  <a:extLst>
                    <a:ext uri="{FF2B5EF4-FFF2-40B4-BE49-F238E27FC236}">
                      <a16:creationId xmlns:a16="http://schemas.microsoft.com/office/drawing/2014/main" id="{40F734AA-499F-033F-9BE8-BE0933221139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4" name="Rechthoek 33">
                    <a:extLst>
                      <a:ext uri="{FF2B5EF4-FFF2-40B4-BE49-F238E27FC236}">
                        <a16:creationId xmlns:a16="http://schemas.microsoft.com/office/drawing/2014/main" id="{8E39B2D7-E043-6672-45AD-2A25C32F2DC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5" name="Rechthoek 34">
                    <a:extLst>
                      <a:ext uri="{FF2B5EF4-FFF2-40B4-BE49-F238E27FC236}">
                        <a16:creationId xmlns:a16="http://schemas.microsoft.com/office/drawing/2014/main" id="{CDC41399-2225-A876-AB76-D5FBCBAE159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1" name="Groep 30">
                  <a:extLst>
                    <a:ext uri="{FF2B5EF4-FFF2-40B4-BE49-F238E27FC236}">
                      <a16:creationId xmlns:a16="http://schemas.microsoft.com/office/drawing/2014/main" id="{1651D4FD-1A10-DF82-C875-D7677D70FA10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2" name="Rechthoek 31">
                    <a:extLst>
                      <a:ext uri="{FF2B5EF4-FFF2-40B4-BE49-F238E27FC236}">
                        <a16:creationId xmlns:a16="http://schemas.microsoft.com/office/drawing/2014/main" id="{2269EC9E-D2E9-0848-598D-CED2EF1ABA5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3" name="Rechthoek 32">
                    <a:extLst>
                      <a:ext uri="{FF2B5EF4-FFF2-40B4-BE49-F238E27FC236}">
                        <a16:creationId xmlns:a16="http://schemas.microsoft.com/office/drawing/2014/main" id="{3CF56CE6-1B5D-233F-7B3E-A736CBC1001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47C46DB8-3870-6886-4DA1-7B238148353B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28" name="Gelijkbenige driehoek 27">
                <a:extLst>
                  <a:ext uri="{FF2B5EF4-FFF2-40B4-BE49-F238E27FC236}">
                    <a16:creationId xmlns:a16="http://schemas.microsoft.com/office/drawing/2014/main" id="{25F9B094-5D6C-CAC2-D994-85D6F74CB9A3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64ACF1ED-E22B-EDEE-F0CE-A6572CF8A15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07AE5BA4-B446-815C-2AE2-AA6E430C184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DED30914-7F7F-5BC1-098A-A723B1F0E4EC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</p:grpSp>
      <p:grpSp>
        <p:nvGrpSpPr>
          <p:cNvPr id="79" name="INSTRUCTIE">
            <a:extLst>
              <a:ext uri="{FF2B5EF4-FFF2-40B4-BE49-F238E27FC236}">
                <a16:creationId xmlns:a16="http://schemas.microsoft.com/office/drawing/2014/main" id="{47BB3021-A0CE-C308-3603-22DABB9BB727}"/>
              </a:ext>
            </a:extLst>
          </p:cNvPr>
          <p:cNvGrpSpPr/>
          <p:nvPr userDrawn="1"/>
        </p:nvGrpSpPr>
        <p:grpSpPr>
          <a:xfrm>
            <a:off x="12274716" y="-1461517"/>
            <a:ext cx="3695970" cy="1277747"/>
            <a:chOff x="-3889316" y="-1461517"/>
            <a:chExt cx="3695970" cy="1277747"/>
          </a:xfrm>
        </p:grpSpPr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C98E7CA2-27A6-229C-2BC1-2817A6A57AAD}"/>
                </a:ext>
              </a:extLst>
            </p:cNvPr>
            <p:cNvSpPr/>
            <p:nvPr userDrawn="1"/>
          </p:nvSpPr>
          <p:spPr>
            <a:xfrm>
              <a:off x="-3786437" y="-1461517"/>
              <a:ext cx="3593091" cy="12777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</a:t>
              </a:r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A87C174E-5C65-88FB-142D-CF7E33C48A92}"/>
                </a:ext>
              </a:extLst>
            </p:cNvPr>
            <p:cNvSpPr/>
            <p:nvPr userDrawn="1"/>
          </p:nvSpPr>
          <p:spPr>
            <a:xfrm>
              <a:off x="-3603859" y="-993610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het invoegkader van de afbeelding door op het lipje hiernaast te klikken.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‘Afbeeldingen’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selecteer de gewenste afbeelding 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2" name="Gelijkbenige driehoek 81">
              <a:extLst>
                <a:ext uri="{FF2B5EF4-FFF2-40B4-BE49-F238E27FC236}">
                  <a16:creationId xmlns:a16="http://schemas.microsoft.com/office/drawing/2014/main" id="{5E9CFEA9-A7E3-B535-F2CF-91A2011BA61A}"/>
                </a:ext>
              </a:extLst>
            </p:cNvPr>
            <p:cNvSpPr/>
            <p:nvPr userDrawn="1"/>
          </p:nvSpPr>
          <p:spPr>
            <a:xfrm rot="16200000" flipH="1">
              <a:off x="-3925504" y="-351896"/>
              <a:ext cx="175255" cy="102879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3" name="Rechthoek 82">
            <a:extLst>
              <a:ext uri="{FF2B5EF4-FFF2-40B4-BE49-F238E27FC236}">
                <a16:creationId xmlns:a16="http://schemas.microsoft.com/office/drawing/2014/main" id="{2D141B25-7552-37E8-5C47-6D23D6B44143}"/>
              </a:ext>
            </a:extLst>
          </p:cNvPr>
          <p:cNvSpPr/>
          <p:nvPr userDrawn="1"/>
        </p:nvSpPr>
        <p:spPr>
          <a:xfrm>
            <a:off x="0" y="-425941"/>
            <a:ext cx="198772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Afbeelding + driehoek</a:t>
            </a:r>
          </a:p>
        </p:txBody>
      </p:sp>
    </p:spTree>
    <p:extLst>
      <p:ext uri="{BB962C8B-B14F-4D97-AF65-F5344CB8AC3E}">
        <p14:creationId xmlns:p14="http://schemas.microsoft.com/office/powerpoint/2010/main" val="108423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+ hexag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D301FC37-1695-48F6-A11A-3930581DF6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00"/>
            <a:ext cx="12192000" cy="7137400"/>
          </a:xfrm>
          <a:custGeom>
            <a:avLst/>
            <a:gdLst>
              <a:gd name="connsiteX0" fmla="*/ 11604625 w 12192000"/>
              <a:gd name="connsiteY0" fmla="*/ 0 h 7137400"/>
              <a:gd name="connsiteX1" fmla="*/ 12192000 w 12192000"/>
              <a:gd name="connsiteY1" fmla="*/ 0 h 7137400"/>
              <a:gd name="connsiteX2" fmla="*/ 12192000 w 12192000"/>
              <a:gd name="connsiteY2" fmla="*/ 279400 h 7137400"/>
              <a:gd name="connsiteX3" fmla="*/ 12192000 w 12192000"/>
              <a:gd name="connsiteY3" fmla="*/ 495300 h 7137400"/>
              <a:gd name="connsiteX4" fmla="*/ 12192000 w 12192000"/>
              <a:gd name="connsiteY4" fmla="*/ 7137400 h 7137400"/>
              <a:gd name="connsiteX5" fmla="*/ 0 w 12192000"/>
              <a:gd name="connsiteY5" fmla="*/ 7137400 h 7137400"/>
              <a:gd name="connsiteX6" fmla="*/ 0 w 12192000"/>
              <a:gd name="connsiteY6" fmla="*/ 279400 h 7137400"/>
              <a:gd name="connsiteX7" fmla="*/ 11604625 w 12192000"/>
              <a:gd name="connsiteY7" fmla="*/ 279400 h 713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7137400">
                <a:moveTo>
                  <a:pt x="11604625" y="0"/>
                </a:moveTo>
                <a:lnTo>
                  <a:pt x="12192000" y="0"/>
                </a:lnTo>
                <a:lnTo>
                  <a:pt x="12192000" y="279400"/>
                </a:lnTo>
                <a:lnTo>
                  <a:pt x="12192000" y="495300"/>
                </a:lnTo>
                <a:lnTo>
                  <a:pt x="12192000" y="7137400"/>
                </a:lnTo>
                <a:lnTo>
                  <a:pt x="0" y="7137400"/>
                </a:lnTo>
                <a:lnTo>
                  <a:pt x="0" y="279400"/>
                </a:lnTo>
                <a:lnTo>
                  <a:pt x="11604625" y="2794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360000" tIns="0" rIns="36000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 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BB819A28-57FB-888D-71C7-3FC4D99EEA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24251" y="476249"/>
            <a:ext cx="5141595" cy="5905501"/>
          </a:xfrm>
          <a:custGeom>
            <a:avLst/>
            <a:gdLst>
              <a:gd name="connsiteX0" fmla="*/ 2566035 w 5141595"/>
              <a:gd name="connsiteY0" fmla="*/ 40959 h 5905501"/>
              <a:gd name="connsiteX1" fmla="*/ 46673 w 5141595"/>
              <a:gd name="connsiteY1" fmla="*/ 1501141 h 5905501"/>
              <a:gd name="connsiteX2" fmla="*/ 38100 w 5141595"/>
              <a:gd name="connsiteY2" fmla="*/ 4406266 h 5905501"/>
              <a:gd name="connsiteX3" fmla="*/ 2574608 w 5141595"/>
              <a:gd name="connsiteY3" fmla="*/ 5867401 h 5905501"/>
              <a:gd name="connsiteX4" fmla="*/ 5094923 w 5141595"/>
              <a:gd name="connsiteY4" fmla="*/ 4407219 h 5905501"/>
              <a:gd name="connsiteX5" fmla="*/ 5103495 w 5141595"/>
              <a:gd name="connsiteY5" fmla="*/ 1501141 h 5905501"/>
              <a:gd name="connsiteX6" fmla="*/ 2556510 w 5141595"/>
              <a:gd name="connsiteY6" fmla="*/ 2859 h 5905501"/>
              <a:gd name="connsiteX7" fmla="*/ 2575560 w 5141595"/>
              <a:gd name="connsiteY7" fmla="*/ 2859 h 5905501"/>
              <a:gd name="connsiteX8" fmla="*/ 5131118 w 5141595"/>
              <a:gd name="connsiteY8" fmla="*/ 1473519 h 5905501"/>
              <a:gd name="connsiteX9" fmla="*/ 5141595 w 5141595"/>
              <a:gd name="connsiteY9" fmla="*/ 1490664 h 5905501"/>
              <a:gd name="connsiteX10" fmla="*/ 5133023 w 5141595"/>
              <a:gd name="connsiteY10" fmla="*/ 4418649 h 5905501"/>
              <a:gd name="connsiteX11" fmla="*/ 5123498 w 5141595"/>
              <a:gd name="connsiteY11" fmla="*/ 4434841 h 5905501"/>
              <a:gd name="connsiteX12" fmla="*/ 2584133 w 5141595"/>
              <a:gd name="connsiteY12" fmla="*/ 5905501 h 5905501"/>
              <a:gd name="connsiteX13" fmla="*/ 2574608 w 5141595"/>
              <a:gd name="connsiteY13" fmla="*/ 5889309 h 5905501"/>
              <a:gd name="connsiteX14" fmla="*/ 2565083 w 5141595"/>
              <a:gd name="connsiteY14" fmla="*/ 5905501 h 5905501"/>
              <a:gd name="connsiteX15" fmla="*/ 9525 w 5141595"/>
              <a:gd name="connsiteY15" fmla="*/ 4433889 h 5905501"/>
              <a:gd name="connsiteX16" fmla="*/ 0 w 5141595"/>
              <a:gd name="connsiteY16" fmla="*/ 4417696 h 5905501"/>
              <a:gd name="connsiteX17" fmla="*/ 8573 w 5141595"/>
              <a:gd name="connsiteY17" fmla="*/ 1489711 h 5905501"/>
              <a:gd name="connsiteX18" fmla="*/ 12383 w 5141595"/>
              <a:gd name="connsiteY18" fmla="*/ 1482091 h 5905501"/>
              <a:gd name="connsiteX19" fmla="*/ 18098 w 5141595"/>
              <a:gd name="connsiteY19" fmla="*/ 1473519 h 5905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141595" h="5905501">
                <a:moveTo>
                  <a:pt x="2566035" y="40959"/>
                </a:moveTo>
                <a:lnTo>
                  <a:pt x="46673" y="1501141"/>
                </a:lnTo>
                <a:lnTo>
                  <a:pt x="38100" y="4406266"/>
                </a:lnTo>
                <a:lnTo>
                  <a:pt x="2574608" y="5867401"/>
                </a:lnTo>
                <a:lnTo>
                  <a:pt x="5094923" y="4407219"/>
                </a:lnTo>
                <a:lnTo>
                  <a:pt x="5103495" y="1501141"/>
                </a:lnTo>
                <a:close/>
                <a:moveTo>
                  <a:pt x="2556510" y="2859"/>
                </a:moveTo>
                <a:cubicBezTo>
                  <a:pt x="2562225" y="-952"/>
                  <a:pt x="2569845" y="-952"/>
                  <a:pt x="2575560" y="2859"/>
                </a:cubicBezTo>
                <a:lnTo>
                  <a:pt x="5131118" y="1473519"/>
                </a:lnTo>
                <a:lnTo>
                  <a:pt x="5141595" y="1490664"/>
                </a:lnTo>
                <a:lnTo>
                  <a:pt x="5133023" y="4418649"/>
                </a:lnTo>
                <a:cubicBezTo>
                  <a:pt x="5133023" y="4425316"/>
                  <a:pt x="5129213" y="4431984"/>
                  <a:pt x="5123498" y="4434841"/>
                </a:cubicBezTo>
                <a:lnTo>
                  <a:pt x="2584133" y="5905501"/>
                </a:lnTo>
                <a:lnTo>
                  <a:pt x="2574608" y="5889309"/>
                </a:lnTo>
                <a:lnTo>
                  <a:pt x="2565083" y="5905501"/>
                </a:lnTo>
                <a:lnTo>
                  <a:pt x="9525" y="4433889"/>
                </a:lnTo>
                <a:cubicBezTo>
                  <a:pt x="3810" y="4430079"/>
                  <a:pt x="0" y="4424364"/>
                  <a:pt x="0" y="4417696"/>
                </a:cubicBezTo>
                <a:lnTo>
                  <a:pt x="8573" y="1489711"/>
                </a:lnTo>
                <a:lnTo>
                  <a:pt x="12383" y="1482091"/>
                </a:lnTo>
                <a:lnTo>
                  <a:pt x="18098" y="1473519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5" name="Tijdelijke aanduiding voor tekst 35">
            <a:extLst>
              <a:ext uri="{FF2B5EF4-FFF2-40B4-BE49-F238E27FC236}">
                <a16:creationId xmlns:a16="http://schemas.microsoft.com/office/drawing/2014/main" id="{B020A01C-42E3-6841-7B95-6FE228C87F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9" y="5773788"/>
            <a:ext cx="2367271" cy="64651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AE1C98F-EF4E-B3CB-22F3-4AFB9A2BDF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5205" y="2648297"/>
            <a:ext cx="3517901" cy="156140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grpSp>
        <p:nvGrpSpPr>
          <p:cNvPr id="15" name="INSTRUCTIE">
            <a:extLst>
              <a:ext uri="{FF2B5EF4-FFF2-40B4-BE49-F238E27FC236}">
                <a16:creationId xmlns:a16="http://schemas.microsoft.com/office/drawing/2014/main" id="{7026488B-9A90-0EDF-3E90-3580A6968088}"/>
              </a:ext>
            </a:extLst>
          </p:cNvPr>
          <p:cNvGrpSpPr/>
          <p:nvPr userDrawn="1"/>
        </p:nvGrpSpPr>
        <p:grpSpPr>
          <a:xfrm>
            <a:off x="12377595" y="-1"/>
            <a:ext cx="3693386" cy="6688475"/>
            <a:chOff x="-3786165" y="-1"/>
            <a:chExt cx="3693386" cy="6688475"/>
          </a:xfrm>
        </p:grpSpPr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0ACB76B7-FFB2-EE71-C617-4871A1FD8463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60348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E81F30EC-7271-CDAD-4254-ECB780898FD6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EC69C614-2E8A-AE56-ABB2-8F323B15E7DE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A1E05320-F818-5606-27AA-00875FA63149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034F81B9-F374-3317-360F-0CB4BCB24D27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Klik met de rechter muisknop op de miniatuurweergave van de dia aan de linkerkant van het scherm en kies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‘Dia herstellen’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80B6621C-A1D3-CA4E-CE07-04689696D8B4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00DB2CD9-8A4B-8395-99DC-6E4A639B8F8E}"/>
                </a:ext>
              </a:extLst>
            </p:cNvPr>
            <p:cNvSpPr/>
            <p:nvPr userDrawn="1"/>
          </p:nvSpPr>
          <p:spPr>
            <a:xfrm>
              <a:off x="-3319416" y="4226366"/>
              <a:ext cx="3008779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22947C4-55E7-5649-B04E-20AC4D684062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ED10697F-70AD-05D5-950D-62A490382EAB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63" name="Rechthoek 62">
                <a:extLst>
                  <a:ext uri="{FF2B5EF4-FFF2-40B4-BE49-F238E27FC236}">
                    <a16:creationId xmlns:a16="http://schemas.microsoft.com/office/drawing/2014/main" id="{EAB15E4A-7033-C4FA-8AD8-28A6D268B6C2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4" name="Rechthoek 63">
                <a:extLst>
                  <a:ext uri="{FF2B5EF4-FFF2-40B4-BE49-F238E27FC236}">
                    <a16:creationId xmlns:a16="http://schemas.microsoft.com/office/drawing/2014/main" id="{BC277416-4B95-71D1-8AC2-7F5DAFCF2895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5" name="Groep 64">
                <a:extLst>
                  <a:ext uri="{FF2B5EF4-FFF2-40B4-BE49-F238E27FC236}">
                    <a16:creationId xmlns:a16="http://schemas.microsoft.com/office/drawing/2014/main" id="{B40230A3-D82C-14BD-7880-A153ADD22B81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8" name="Rechthoek: afgeronde hoeken 77">
                  <a:extLst>
                    <a:ext uri="{FF2B5EF4-FFF2-40B4-BE49-F238E27FC236}">
                      <a16:creationId xmlns:a16="http://schemas.microsoft.com/office/drawing/2014/main" id="{2E281A8F-7905-50ED-DE01-7238071F6817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9" name="Rechthoek 78">
                  <a:extLst>
                    <a:ext uri="{FF2B5EF4-FFF2-40B4-BE49-F238E27FC236}">
                      <a16:creationId xmlns:a16="http://schemas.microsoft.com/office/drawing/2014/main" id="{F289ACA3-6442-86F5-07D8-5DAC7D4718B2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0" name="Rechthoek 79">
                  <a:extLst>
                    <a:ext uri="{FF2B5EF4-FFF2-40B4-BE49-F238E27FC236}">
                      <a16:creationId xmlns:a16="http://schemas.microsoft.com/office/drawing/2014/main" id="{BFD40FF3-A3FB-F7CA-C1B7-8C4024E3F104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E79E5088-449E-ED18-5B60-2E37BE1CA096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5114F791-529B-EC2D-8373-ECF01A3733DF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F093DC19-921A-449A-3B29-DFE21640987A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6" name="Groep 65">
                <a:extLst>
                  <a:ext uri="{FF2B5EF4-FFF2-40B4-BE49-F238E27FC236}">
                    <a16:creationId xmlns:a16="http://schemas.microsoft.com/office/drawing/2014/main" id="{26C57747-7D98-6EED-8709-7D24C7460F90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70" name="Groep 69">
                  <a:extLst>
                    <a:ext uri="{FF2B5EF4-FFF2-40B4-BE49-F238E27FC236}">
                      <a16:creationId xmlns:a16="http://schemas.microsoft.com/office/drawing/2014/main" id="{9FF9D81E-46F9-3D73-787A-3D4BAE36EE73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72" name="Rechthoek: afgeronde hoeken 71">
                    <a:extLst>
                      <a:ext uri="{FF2B5EF4-FFF2-40B4-BE49-F238E27FC236}">
                        <a16:creationId xmlns:a16="http://schemas.microsoft.com/office/drawing/2014/main" id="{007730B2-BE13-6584-0409-6B289C9A3FD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nl-NL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" name="Rechthoek 72">
                    <a:extLst>
                      <a:ext uri="{FF2B5EF4-FFF2-40B4-BE49-F238E27FC236}">
                        <a16:creationId xmlns:a16="http://schemas.microsoft.com/office/drawing/2014/main" id="{DBA7135B-0627-3268-FF39-73860F8ECAF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4" name="Rechthoek 73">
                    <a:extLst>
                      <a:ext uri="{FF2B5EF4-FFF2-40B4-BE49-F238E27FC236}">
                        <a16:creationId xmlns:a16="http://schemas.microsoft.com/office/drawing/2014/main" id="{FF6389F7-61A3-4056-BD3D-0EE2919AA04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05AC04EF-8F00-3EB5-DAED-EAE3741DF29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" name="Rechthoek 75">
                    <a:extLst>
                      <a:ext uri="{FF2B5EF4-FFF2-40B4-BE49-F238E27FC236}">
                        <a16:creationId xmlns:a16="http://schemas.microsoft.com/office/drawing/2014/main" id="{8BE3EC44-85E8-95C2-9149-5294A5C15B1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7" name="Rechthoek 76">
                    <a:extLst>
                      <a:ext uri="{FF2B5EF4-FFF2-40B4-BE49-F238E27FC236}">
                        <a16:creationId xmlns:a16="http://schemas.microsoft.com/office/drawing/2014/main" id="{CAC88670-19A9-99A1-3A9C-045027E3763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1" name="Boog 70">
                  <a:extLst>
                    <a:ext uri="{FF2B5EF4-FFF2-40B4-BE49-F238E27FC236}">
                      <a16:creationId xmlns:a16="http://schemas.microsoft.com/office/drawing/2014/main" id="{BF87F870-A2A7-E69D-D5EA-901BF59B6A23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7" name="Tekstvak 66">
                <a:extLst>
                  <a:ext uri="{FF2B5EF4-FFF2-40B4-BE49-F238E27FC236}">
                    <a16:creationId xmlns:a16="http://schemas.microsoft.com/office/drawing/2014/main" id="{B6075D73-F490-4AFF-BABC-6E6569191789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Indeling</a:t>
                </a:r>
              </a:p>
            </p:txBody>
          </p:sp>
          <p:sp>
            <p:nvSpPr>
              <p:cNvPr id="68" name="Tekstvak 67">
                <a:extLst>
                  <a:ext uri="{FF2B5EF4-FFF2-40B4-BE49-F238E27FC236}">
                    <a16:creationId xmlns:a16="http://schemas.microsoft.com/office/drawing/2014/main" id="{EE6CE306-1285-7479-58C8-CF596A9C70EE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Dia Herstellen</a:t>
                </a:r>
              </a:p>
            </p:txBody>
          </p:sp>
          <p:sp>
            <p:nvSpPr>
              <p:cNvPr id="69" name="Vrije vorm: vorm 68">
                <a:extLst>
                  <a:ext uri="{FF2B5EF4-FFF2-40B4-BE49-F238E27FC236}">
                    <a16:creationId xmlns:a16="http://schemas.microsoft.com/office/drawing/2014/main" id="{13EF3579-9114-9325-22FE-F44D9E38AA81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68D4D238-56F0-921B-51CB-B42BAB0BDF03}"/>
                </a:ext>
              </a:extLst>
            </p:cNvPr>
            <p:cNvGrpSpPr/>
            <p:nvPr userDrawn="1"/>
          </p:nvGrpSpPr>
          <p:grpSpPr>
            <a:xfrm>
              <a:off x="-3786165" y="5728778"/>
              <a:ext cx="3693386" cy="959696"/>
              <a:chOff x="-3786437" y="6163468"/>
              <a:chExt cx="3693386" cy="959696"/>
            </a:xfrm>
          </p:grpSpPr>
          <p:sp>
            <p:nvSpPr>
              <p:cNvPr id="53" name="Rechthoek 52">
                <a:extLst>
                  <a:ext uri="{FF2B5EF4-FFF2-40B4-BE49-F238E27FC236}">
                    <a16:creationId xmlns:a16="http://schemas.microsoft.com/office/drawing/2014/main" id="{AA1CB3AB-C3F1-43BF-6C58-2F30835739F9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MEER WETEN?</a:t>
                </a:r>
                <a:b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Ga naar de tab</a:t>
                </a: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en klik</a:t>
                </a:r>
                <a:b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op de knop </a:t>
                </a: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‘Inspiratie'</a:t>
                </a:r>
              </a:p>
            </p:txBody>
          </p:sp>
          <p:grpSp>
            <p:nvGrpSpPr>
              <p:cNvPr id="54" name="ICOON_info">
                <a:extLst>
                  <a:ext uri="{FF2B5EF4-FFF2-40B4-BE49-F238E27FC236}">
                    <a16:creationId xmlns:a16="http://schemas.microsoft.com/office/drawing/2014/main" id="{51AC6E7E-E0DE-C88B-FB19-D24CE01C7471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61" name="Ovaal 60">
                  <a:extLst>
                    <a:ext uri="{FF2B5EF4-FFF2-40B4-BE49-F238E27FC236}">
                      <a16:creationId xmlns:a16="http://schemas.microsoft.com/office/drawing/2014/main" id="{42879D15-E940-6E81-7082-3DC8CB8FBF69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2" name="Graphic 163" descr="Informatie">
                  <a:extLst>
                    <a:ext uri="{FF2B5EF4-FFF2-40B4-BE49-F238E27FC236}">
                      <a16:creationId xmlns:a16="http://schemas.microsoft.com/office/drawing/2014/main" id="{9F4961B2-3E6A-2140-BACB-4033B0C32C49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5" name="Groep 54">
                <a:extLst>
                  <a:ext uri="{FF2B5EF4-FFF2-40B4-BE49-F238E27FC236}">
                    <a16:creationId xmlns:a16="http://schemas.microsoft.com/office/drawing/2014/main" id="{26AA091B-A5FD-955E-FC4D-9C027AA6C9DB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6" name="Inspireren">
                  <a:extLst>
                    <a:ext uri="{FF2B5EF4-FFF2-40B4-BE49-F238E27FC236}">
                      <a16:creationId xmlns:a16="http://schemas.microsoft.com/office/drawing/2014/main" id="{8AC8844F-CF77-FADB-9EFC-0D6391E9D6A0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8" name="Freeform 12">
                    <a:extLst>
                      <a:ext uri="{FF2B5EF4-FFF2-40B4-BE49-F238E27FC236}">
                        <a16:creationId xmlns:a16="http://schemas.microsoft.com/office/drawing/2014/main" id="{7E398CE3-CAF1-75F0-4160-F542D52F2A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9" name="Freeform 13">
                    <a:extLst>
                      <a:ext uri="{FF2B5EF4-FFF2-40B4-BE49-F238E27FC236}">
                        <a16:creationId xmlns:a16="http://schemas.microsoft.com/office/drawing/2014/main" id="{30DF3A9E-8EC8-DCC5-DEEB-4A24C72F65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60" name="Freeform 14">
                    <a:extLst>
                      <a:ext uri="{FF2B5EF4-FFF2-40B4-BE49-F238E27FC236}">
                        <a16:creationId xmlns:a16="http://schemas.microsoft.com/office/drawing/2014/main" id="{8E5C06C1-1CAE-C029-65CE-993C2A3CF7C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</a:endParaRPr>
                  </a:p>
                </p:txBody>
              </p:sp>
            </p:grpSp>
            <p:sp>
              <p:nvSpPr>
                <p:cNvPr id="57" name="Tekstvak 56">
                  <a:extLst>
                    <a:ext uri="{FF2B5EF4-FFF2-40B4-BE49-F238E27FC236}">
                      <a16:creationId xmlns:a16="http://schemas.microsoft.com/office/drawing/2014/main" id="{5F91E7E3-10CA-8621-57EE-7EC9B4975E7E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nl-NL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Inspiratie</a:t>
                  </a:r>
                </a:p>
              </p:txBody>
            </p:sp>
          </p:grpSp>
        </p:grp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B2D3C7DF-4DD6-BF65-6028-D403CC4F8636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1E45AD7E-F915-95E6-CE29-E6529CE040BF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49" name="Vrije vorm: vorm 48">
                  <a:extLst>
                    <a:ext uri="{FF2B5EF4-FFF2-40B4-BE49-F238E27FC236}">
                      <a16:creationId xmlns:a16="http://schemas.microsoft.com/office/drawing/2014/main" id="{507CA376-1A4F-D5BF-4198-1A17DFE5D25A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50" name="Groep 49">
                  <a:extLst>
                    <a:ext uri="{FF2B5EF4-FFF2-40B4-BE49-F238E27FC236}">
                      <a16:creationId xmlns:a16="http://schemas.microsoft.com/office/drawing/2014/main" id="{18568466-F0F1-655A-018F-9E9C228AA5D9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1" name="Vrije vorm: vorm 50">
                    <a:extLst>
                      <a:ext uri="{FF2B5EF4-FFF2-40B4-BE49-F238E27FC236}">
                        <a16:creationId xmlns:a16="http://schemas.microsoft.com/office/drawing/2014/main" id="{91381943-ADE9-1253-3FEF-4E49DC7EB73F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2" name="Vrije vorm: vorm 51">
                    <a:extLst>
                      <a:ext uri="{FF2B5EF4-FFF2-40B4-BE49-F238E27FC236}">
                        <a16:creationId xmlns:a16="http://schemas.microsoft.com/office/drawing/2014/main" id="{1BADB2C0-8458-5455-0355-3422F4593F2B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48" name="Tekstvak 47">
                <a:extLst>
                  <a:ext uri="{FF2B5EF4-FFF2-40B4-BE49-F238E27FC236}">
                    <a16:creationId xmlns:a16="http://schemas.microsoft.com/office/drawing/2014/main" id="{99DA376F-E943-C990-A96A-CBC1D7483E69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FE51BEEB-7FA6-7F74-54E3-0F1B9386A8AD}"/>
                </a:ext>
              </a:extLst>
            </p:cNvPr>
            <p:cNvGrpSpPr/>
            <p:nvPr userDrawn="1"/>
          </p:nvGrpSpPr>
          <p:grpSpPr>
            <a:xfrm>
              <a:off x="-3354295" y="5166361"/>
              <a:ext cx="514284" cy="506545"/>
              <a:chOff x="12617641" y="3403239"/>
              <a:chExt cx="752963" cy="741634"/>
            </a:xfrm>
          </p:grpSpPr>
          <p:grpSp>
            <p:nvGrpSpPr>
              <p:cNvPr id="31" name="Groep 30">
                <a:extLst>
                  <a:ext uri="{FF2B5EF4-FFF2-40B4-BE49-F238E27FC236}">
                    <a16:creationId xmlns:a16="http://schemas.microsoft.com/office/drawing/2014/main" id="{D876ECA9-33CA-B3D3-FBD0-7EE40F95DFC1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0F5980B7-DDA8-908F-A420-904448C8F87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1" name="Groep 40">
                    <a:extLst>
                      <a:ext uri="{FF2B5EF4-FFF2-40B4-BE49-F238E27FC236}">
                        <a16:creationId xmlns:a16="http://schemas.microsoft.com/office/drawing/2014/main" id="{366BD9C8-3AB7-4A39-A4A3-3B1D989A1AA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4" name="Rechthoek 43">
                      <a:extLst>
                        <a:ext uri="{FF2B5EF4-FFF2-40B4-BE49-F238E27FC236}">
                          <a16:creationId xmlns:a16="http://schemas.microsoft.com/office/drawing/2014/main" id="{412FB3CC-AB63-6880-5078-33F207C0D84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5" name="Rechthoek 44">
                      <a:extLst>
                        <a:ext uri="{FF2B5EF4-FFF2-40B4-BE49-F238E27FC236}">
                          <a16:creationId xmlns:a16="http://schemas.microsoft.com/office/drawing/2014/main" id="{5E64610F-4B53-A3CE-1547-33634674893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6" name="Ovaal 45">
                      <a:extLst>
                        <a:ext uri="{FF2B5EF4-FFF2-40B4-BE49-F238E27FC236}">
                          <a16:creationId xmlns:a16="http://schemas.microsoft.com/office/drawing/2014/main" id="{68FEA4DE-3362-F70C-06FC-E35CB4A5FA1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2" name="Afbeelding 41">
                    <a:extLst>
                      <a:ext uri="{FF2B5EF4-FFF2-40B4-BE49-F238E27FC236}">
                        <a16:creationId xmlns:a16="http://schemas.microsoft.com/office/drawing/2014/main" id="{97D24B50-23BE-9A11-97BC-3339E7D8654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3" name="Afbeelding 42">
                    <a:extLst>
                      <a:ext uri="{FF2B5EF4-FFF2-40B4-BE49-F238E27FC236}">
                        <a16:creationId xmlns:a16="http://schemas.microsoft.com/office/drawing/2014/main" id="{93C35E9C-213A-7E57-8B63-371A225009A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A39BB8BB-AE17-23A7-432F-07314D564C5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11AE213B-0BB8-3399-1EA1-F1E2BF274B9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2FE98E3A-22CE-89D7-F97C-89B8714F29A7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707B896F-4F35-2F6D-8781-F29689D59FF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7" name="Rechthoek 36">
                    <a:extLst>
                      <a:ext uri="{FF2B5EF4-FFF2-40B4-BE49-F238E27FC236}">
                        <a16:creationId xmlns:a16="http://schemas.microsoft.com/office/drawing/2014/main" id="{309636E1-23C2-D1B8-BCF1-C8BFA72A948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70573292-A9DB-44F1-CA62-02AB19DA099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32E1867A-01BB-D46A-B3D1-2417576D574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33" name="Gelijkbenige driehoek 32">
                <a:extLst>
                  <a:ext uri="{FF2B5EF4-FFF2-40B4-BE49-F238E27FC236}">
                    <a16:creationId xmlns:a16="http://schemas.microsoft.com/office/drawing/2014/main" id="{1A1C456C-F54C-B5B3-5FFD-55E917625C3F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9955E4F3-3654-62E3-41DD-9F5F13FAAB1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D5313572-426E-9F02-B50B-ACBCDC7C9EF7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532C2603-6247-1E50-7B65-BD64DFA2021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</p:grpSp>
      <p:grpSp>
        <p:nvGrpSpPr>
          <p:cNvPr id="84" name="INSTRUCTIE">
            <a:extLst>
              <a:ext uri="{FF2B5EF4-FFF2-40B4-BE49-F238E27FC236}">
                <a16:creationId xmlns:a16="http://schemas.microsoft.com/office/drawing/2014/main" id="{AB3E4C82-46F7-2CE3-8E37-507AB5F65EF0}"/>
              </a:ext>
            </a:extLst>
          </p:cNvPr>
          <p:cNvGrpSpPr/>
          <p:nvPr userDrawn="1"/>
        </p:nvGrpSpPr>
        <p:grpSpPr>
          <a:xfrm>
            <a:off x="12274716" y="-1461517"/>
            <a:ext cx="3695970" cy="1277747"/>
            <a:chOff x="-3889316" y="-1461517"/>
            <a:chExt cx="3695970" cy="1277747"/>
          </a:xfrm>
        </p:grpSpPr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03AE455F-339D-6BC0-09D7-B446E45DFB27}"/>
                </a:ext>
              </a:extLst>
            </p:cNvPr>
            <p:cNvSpPr/>
            <p:nvPr userDrawn="1"/>
          </p:nvSpPr>
          <p:spPr>
            <a:xfrm>
              <a:off x="-3786437" y="-1461517"/>
              <a:ext cx="3593091" cy="12777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23438C8A-F1F3-356C-18B9-FDB48CDEAC65}"/>
                </a:ext>
              </a:extLst>
            </p:cNvPr>
            <p:cNvSpPr/>
            <p:nvPr userDrawn="1"/>
          </p:nvSpPr>
          <p:spPr>
            <a:xfrm>
              <a:off x="-3603859" y="-993610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het invoegkader van de afbeelding door op het lipje hiernaast te klikken.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‘Afbeeldingen’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selecteer de gewenste afbeelding 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7" name="Gelijkbenige driehoek 86">
              <a:extLst>
                <a:ext uri="{FF2B5EF4-FFF2-40B4-BE49-F238E27FC236}">
                  <a16:creationId xmlns:a16="http://schemas.microsoft.com/office/drawing/2014/main" id="{8BEB06B0-D74E-6690-A09B-4E483BD0EBD1}"/>
                </a:ext>
              </a:extLst>
            </p:cNvPr>
            <p:cNvSpPr/>
            <p:nvPr userDrawn="1"/>
          </p:nvSpPr>
          <p:spPr>
            <a:xfrm rot="16200000" flipH="1">
              <a:off x="-3925504" y="-351896"/>
              <a:ext cx="175255" cy="102879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8" name="Rechthoek 87">
            <a:extLst>
              <a:ext uri="{FF2B5EF4-FFF2-40B4-BE49-F238E27FC236}">
                <a16:creationId xmlns:a16="http://schemas.microsoft.com/office/drawing/2014/main" id="{00C1E9DE-2664-1491-FC0C-7A8B80426E9B}"/>
              </a:ext>
            </a:extLst>
          </p:cNvPr>
          <p:cNvSpPr/>
          <p:nvPr userDrawn="1"/>
        </p:nvSpPr>
        <p:spPr>
          <a:xfrm>
            <a:off x="0" y="-425941"/>
            <a:ext cx="198772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Afbeelding + </a:t>
            </a:r>
            <a:r>
              <a:rPr lang="nl-NL" sz="1600" b="0" cap="none" baseline="0" noProof="0" err="1">
                <a:solidFill>
                  <a:schemeClr val="accent1"/>
                </a:solidFill>
                <a:latin typeface="+mj-lt"/>
              </a:rPr>
              <a:t>hexagon</a:t>
            </a:r>
            <a:endParaRPr lang="nl-NL" sz="1600" b="0" cap="none" baseline="0" noProof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531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+ boo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D301FC37-1695-48F6-A11A-3930581DF6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00"/>
            <a:ext cx="12192000" cy="7137400"/>
          </a:xfrm>
          <a:custGeom>
            <a:avLst/>
            <a:gdLst>
              <a:gd name="connsiteX0" fmla="*/ 11604625 w 12192000"/>
              <a:gd name="connsiteY0" fmla="*/ 0 h 7137400"/>
              <a:gd name="connsiteX1" fmla="*/ 12192000 w 12192000"/>
              <a:gd name="connsiteY1" fmla="*/ 0 h 7137400"/>
              <a:gd name="connsiteX2" fmla="*/ 12192000 w 12192000"/>
              <a:gd name="connsiteY2" fmla="*/ 279400 h 7137400"/>
              <a:gd name="connsiteX3" fmla="*/ 12192000 w 12192000"/>
              <a:gd name="connsiteY3" fmla="*/ 495300 h 7137400"/>
              <a:gd name="connsiteX4" fmla="*/ 12192000 w 12192000"/>
              <a:gd name="connsiteY4" fmla="*/ 7137400 h 7137400"/>
              <a:gd name="connsiteX5" fmla="*/ 0 w 12192000"/>
              <a:gd name="connsiteY5" fmla="*/ 7137400 h 7137400"/>
              <a:gd name="connsiteX6" fmla="*/ 0 w 12192000"/>
              <a:gd name="connsiteY6" fmla="*/ 279400 h 7137400"/>
              <a:gd name="connsiteX7" fmla="*/ 11604625 w 12192000"/>
              <a:gd name="connsiteY7" fmla="*/ 279400 h 713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7137400">
                <a:moveTo>
                  <a:pt x="11604625" y="0"/>
                </a:moveTo>
                <a:lnTo>
                  <a:pt x="12192000" y="0"/>
                </a:lnTo>
                <a:lnTo>
                  <a:pt x="12192000" y="279400"/>
                </a:lnTo>
                <a:lnTo>
                  <a:pt x="12192000" y="495300"/>
                </a:lnTo>
                <a:lnTo>
                  <a:pt x="12192000" y="7137400"/>
                </a:lnTo>
                <a:lnTo>
                  <a:pt x="0" y="7137400"/>
                </a:lnTo>
                <a:lnTo>
                  <a:pt x="0" y="279400"/>
                </a:lnTo>
                <a:lnTo>
                  <a:pt x="11604625" y="2794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360000" tIns="0" rIns="36000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 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339FAF65-3FCA-DC52-37B7-AF6AA10A30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7088" y="656272"/>
            <a:ext cx="5457825" cy="5545455"/>
          </a:xfrm>
          <a:custGeom>
            <a:avLst/>
            <a:gdLst>
              <a:gd name="connsiteX0" fmla="*/ 2728913 w 5457825"/>
              <a:gd name="connsiteY0" fmla="*/ 38100 h 5545455"/>
              <a:gd name="connsiteX1" fmla="*/ 38100 w 5457825"/>
              <a:gd name="connsiteY1" fmla="*/ 2727960 h 5545455"/>
              <a:gd name="connsiteX2" fmla="*/ 38100 w 5457825"/>
              <a:gd name="connsiteY2" fmla="*/ 5507355 h 5545455"/>
              <a:gd name="connsiteX3" fmla="*/ 5420678 w 5457825"/>
              <a:gd name="connsiteY3" fmla="*/ 5507355 h 5545455"/>
              <a:gd name="connsiteX4" fmla="*/ 5420678 w 5457825"/>
              <a:gd name="connsiteY4" fmla="*/ 2727960 h 5545455"/>
              <a:gd name="connsiteX5" fmla="*/ 2728913 w 5457825"/>
              <a:gd name="connsiteY5" fmla="*/ 38100 h 5545455"/>
              <a:gd name="connsiteX6" fmla="*/ 2728913 w 5457825"/>
              <a:gd name="connsiteY6" fmla="*/ 0 h 5545455"/>
              <a:gd name="connsiteX7" fmla="*/ 4658678 w 5457825"/>
              <a:gd name="connsiteY7" fmla="*/ 799148 h 5545455"/>
              <a:gd name="connsiteX8" fmla="*/ 5457825 w 5457825"/>
              <a:gd name="connsiteY8" fmla="*/ 2727960 h 5545455"/>
              <a:gd name="connsiteX9" fmla="*/ 5457825 w 5457825"/>
              <a:gd name="connsiteY9" fmla="*/ 5545455 h 5545455"/>
              <a:gd name="connsiteX10" fmla="*/ 0 w 5457825"/>
              <a:gd name="connsiteY10" fmla="*/ 5545455 h 5545455"/>
              <a:gd name="connsiteX11" fmla="*/ 0 w 5457825"/>
              <a:gd name="connsiteY11" fmla="*/ 2727960 h 5545455"/>
              <a:gd name="connsiteX12" fmla="*/ 799148 w 5457825"/>
              <a:gd name="connsiteY12" fmla="*/ 799148 h 5545455"/>
              <a:gd name="connsiteX13" fmla="*/ 2728913 w 5457825"/>
              <a:gd name="connsiteY13" fmla="*/ 0 h 5545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457825" h="5545455">
                <a:moveTo>
                  <a:pt x="2728913" y="38100"/>
                </a:moveTo>
                <a:cubicBezTo>
                  <a:pt x="1244918" y="38100"/>
                  <a:pt x="38100" y="1244918"/>
                  <a:pt x="38100" y="2727960"/>
                </a:cubicBezTo>
                <a:lnTo>
                  <a:pt x="38100" y="5507355"/>
                </a:lnTo>
                <a:lnTo>
                  <a:pt x="5420678" y="5507355"/>
                </a:lnTo>
                <a:lnTo>
                  <a:pt x="5420678" y="2727960"/>
                </a:lnTo>
                <a:cubicBezTo>
                  <a:pt x="5420678" y="1244918"/>
                  <a:pt x="4212908" y="38100"/>
                  <a:pt x="2728913" y="38100"/>
                </a:cubicBezTo>
                <a:close/>
                <a:moveTo>
                  <a:pt x="2728913" y="0"/>
                </a:moveTo>
                <a:cubicBezTo>
                  <a:pt x="3457575" y="0"/>
                  <a:pt x="4143375" y="283845"/>
                  <a:pt x="4658678" y="799148"/>
                </a:cubicBezTo>
                <a:cubicBezTo>
                  <a:pt x="5173980" y="1314450"/>
                  <a:pt x="5457825" y="1999298"/>
                  <a:pt x="5457825" y="2727960"/>
                </a:cubicBezTo>
                <a:lnTo>
                  <a:pt x="5457825" y="5545455"/>
                </a:lnTo>
                <a:lnTo>
                  <a:pt x="0" y="5545455"/>
                </a:lnTo>
                <a:lnTo>
                  <a:pt x="0" y="2727960"/>
                </a:lnTo>
                <a:cubicBezTo>
                  <a:pt x="0" y="1999298"/>
                  <a:pt x="283845" y="1314450"/>
                  <a:pt x="799148" y="799148"/>
                </a:cubicBezTo>
                <a:cubicBezTo>
                  <a:pt x="1314450" y="283845"/>
                  <a:pt x="2000250" y="0"/>
                  <a:pt x="27289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5" name="Tijdelijke aanduiding voor tekst 35">
            <a:extLst>
              <a:ext uri="{FF2B5EF4-FFF2-40B4-BE49-F238E27FC236}">
                <a16:creationId xmlns:a16="http://schemas.microsoft.com/office/drawing/2014/main" id="{B020A01C-42E3-6841-7B95-6FE228C87F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9" y="5773788"/>
            <a:ext cx="2367271" cy="64651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AE1C98F-EF4E-B3CB-22F3-4AFB9A2BDF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5205" y="2648297"/>
            <a:ext cx="3517901" cy="156140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grpSp>
        <p:nvGrpSpPr>
          <p:cNvPr id="12" name="INSTRUCTIE">
            <a:extLst>
              <a:ext uri="{FF2B5EF4-FFF2-40B4-BE49-F238E27FC236}">
                <a16:creationId xmlns:a16="http://schemas.microsoft.com/office/drawing/2014/main" id="{1BC72C03-A15D-F778-CDB9-1D283D2ACC07}"/>
              </a:ext>
            </a:extLst>
          </p:cNvPr>
          <p:cNvGrpSpPr/>
          <p:nvPr userDrawn="1"/>
        </p:nvGrpSpPr>
        <p:grpSpPr>
          <a:xfrm>
            <a:off x="12377595" y="-1"/>
            <a:ext cx="3693386" cy="6688475"/>
            <a:chOff x="-3786165" y="-1"/>
            <a:chExt cx="3693386" cy="6688475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28B96B74-A60D-3CEB-90A4-6E9CBA433152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60348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DC7D9799-3187-B4B2-BBE6-B2019CF6390C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00C4BD96-412B-B804-86A4-753A961DFB18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5C2BE25C-3922-0395-02D6-DF175C2D0756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63075F77-19B3-A501-6CC4-6D29B16A5191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Klik met de rechter muisknop op de miniatuurweergave van de dia aan de linkerkant van het scherm en kies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‘Dia herstellen’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29BDF8FB-22FA-0914-5EFA-C5E42757650A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DB039399-9DA7-6F62-43A8-5EC3A3D40E93}"/>
                </a:ext>
              </a:extLst>
            </p:cNvPr>
            <p:cNvSpPr/>
            <p:nvPr userDrawn="1"/>
          </p:nvSpPr>
          <p:spPr>
            <a:xfrm>
              <a:off x="-3319416" y="4226366"/>
              <a:ext cx="3008779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1677359D-D4DC-FD8F-8A48-190A232A3709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85B03380-D11E-70B7-1F36-AC0F7F399105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61" name="Rechthoek 60">
                <a:extLst>
                  <a:ext uri="{FF2B5EF4-FFF2-40B4-BE49-F238E27FC236}">
                    <a16:creationId xmlns:a16="http://schemas.microsoft.com/office/drawing/2014/main" id="{072DAE17-67DD-0E3B-E5D8-CB42F562C0A6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2" name="Rechthoek 61">
                <a:extLst>
                  <a:ext uri="{FF2B5EF4-FFF2-40B4-BE49-F238E27FC236}">
                    <a16:creationId xmlns:a16="http://schemas.microsoft.com/office/drawing/2014/main" id="{DC54B8E1-2105-E0DE-D7F0-270BB556C9F6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3" name="Groep 62">
                <a:extLst>
                  <a:ext uri="{FF2B5EF4-FFF2-40B4-BE49-F238E27FC236}">
                    <a16:creationId xmlns:a16="http://schemas.microsoft.com/office/drawing/2014/main" id="{8FFB3E0F-AC91-5A9B-6503-F65DB5A0D4C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6" name="Rechthoek: afgeronde hoeken 75">
                  <a:extLst>
                    <a:ext uri="{FF2B5EF4-FFF2-40B4-BE49-F238E27FC236}">
                      <a16:creationId xmlns:a16="http://schemas.microsoft.com/office/drawing/2014/main" id="{0C48AB68-201D-C680-64B9-0BF52AB6D323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7" name="Rechthoek 76">
                  <a:extLst>
                    <a:ext uri="{FF2B5EF4-FFF2-40B4-BE49-F238E27FC236}">
                      <a16:creationId xmlns:a16="http://schemas.microsoft.com/office/drawing/2014/main" id="{676C9F60-6E9C-ADB5-DA34-B93D48D0E2DC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8" name="Rechthoek 77">
                  <a:extLst>
                    <a:ext uri="{FF2B5EF4-FFF2-40B4-BE49-F238E27FC236}">
                      <a16:creationId xmlns:a16="http://schemas.microsoft.com/office/drawing/2014/main" id="{C8054474-9239-1AF5-F4D0-6D28EC84765A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9" name="Rechthoek 78">
                  <a:extLst>
                    <a:ext uri="{FF2B5EF4-FFF2-40B4-BE49-F238E27FC236}">
                      <a16:creationId xmlns:a16="http://schemas.microsoft.com/office/drawing/2014/main" id="{13615296-A3D3-7756-B5AF-0586C562E71C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0" name="Rechthoek 79">
                  <a:extLst>
                    <a:ext uri="{FF2B5EF4-FFF2-40B4-BE49-F238E27FC236}">
                      <a16:creationId xmlns:a16="http://schemas.microsoft.com/office/drawing/2014/main" id="{8759D589-EA0F-7E53-2580-90FE88C0F87B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088F8AD6-42FD-32AB-285D-7DB95187F77F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4" name="Groep 63">
                <a:extLst>
                  <a:ext uri="{FF2B5EF4-FFF2-40B4-BE49-F238E27FC236}">
                    <a16:creationId xmlns:a16="http://schemas.microsoft.com/office/drawing/2014/main" id="{89E91E26-EDD5-B8CC-D019-015F9E45EE5B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8" name="Groep 67">
                  <a:extLst>
                    <a:ext uri="{FF2B5EF4-FFF2-40B4-BE49-F238E27FC236}">
                      <a16:creationId xmlns:a16="http://schemas.microsoft.com/office/drawing/2014/main" id="{9D6C9097-76CB-5B46-E079-96B2EF038405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70" name="Rechthoek: afgeronde hoeken 69">
                    <a:extLst>
                      <a:ext uri="{FF2B5EF4-FFF2-40B4-BE49-F238E27FC236}">
                        <a16:creationId xmlns:a16="http://schemas.microsoft.com/office/drawing/2014/main" id="{9811F202-95B7-9450-9752-209E15DFCDA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nl-NL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F036610B-BAC2-8665-0297-587E3D357B8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1C7B5AC3-12F5-0141-764E-E6BA8415A01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" name="Rechthoek 72">
                    <a:extLst>
                      <a:ext uri="{FF2B5EF4-FFF2-40B4-BE49-F238E27FC236}">
                        <a16:creationId xmlns:a16="http://schemas.microsoft.com/office/drawing/2014/main" id="{9013CA99-6AA0-3FBA-F9C7-69A883C611E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4" name="Rechthoek 73">
                    <a:extLst>
                      <a:ext uri="{FF2B5EF4-FFF2-40B4-BE49-F238E27FC236}">
                        <a16:creationId xmlns:a16="http://schemas.microsoft.com/office/drawing/2014/main" id="{9C01039D-6FDC-527A-767F-42DFE636FF1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AB64399E-D72A-2336-105E-269D737FC4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9" name="Boog 68">
                  <a:extLst>
                    <a:ext uri="{FF2B5EF4-FFF2-40B4-BE49-F238E27FC236}">
                      <a16:creationId xmlns:a16="http://schemas.microsoft.com/office/drawing/2014/main" id="{ECADD67A-F97E-F37D-F278-044CF18490BE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5" name="Tekstvak 64">
                <a:extLst>
                  <a:ext uri="{FF2B5EF4-FFF2-40B4-BE49-F238E27FC236}">
                    <a16:creationId xmlns:a16="http://schemas.microsoft.com/office/drawing/2014/main" id="{4D53C89C-1440-2D73-5F71-C5CFE4F390AA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Indeling</a:t>
                </a:r>
              </a:p>
            </p:txBody>
          </p:sp>
          <p:sp>
            <p:nvSpPr>
              <p:cNvPr id="66" name="Tekstvak 65">
                <a:extLst>
                  <a:ext uri="{FF2B5EF4-FFF2-40B4-BE49-F238E27FC236}">
                    <a16:creationId xmlns:a16="http://schemas.microsoft.com/office/drawing/2014/main" id="{AB46EBE4-28DF-FFD5-DE69-8649524602DC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Dia Herstellen</a:t>
                </a:r>
              </a:p>
            </p:txBody>
          </p:sp>
          <p:sp>
            <p:nvSpPr>
              <p:cNvPr id="67" name="Vrije vorm: vorm 66">
                <a:extLst>
                  <a:ext uri="{FF2B5EF4-FFF2-40B4-BE49-F238E27FC236}">
                    <a16:creationId xmlns:a16="http://schemas.microsoft.com/office/drawing/2014/main" id="{F5CEA07E-EFF1-880F-FDC2-4C84A4EE5BA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83F20D8C-CD47-3910-9990-63D4174FC84C}"/>
                </a:ext>
              </a:extLst>
            </p:cNvPr>
            <p:cNvGrpSpPr/>
            <p:nvPr userDrawn="1"/>
          </p:nvGrpSpPr>
          <p:grpSpPr>
            <a:xfrm>
              <a:off x="-3786165" y="5728778"/>
              <a:ext cx="3693386" cy="959696"/>
              <a:chOff x="-3786437" y="6163468"/>
              <a:chExt cx="3693386" cy="959696"/>
            </a:xfrm>
          </p:grpSpPr>
          <p:sp>
            <p:nvSpPr>
              <p:cNvPr id="51" name="Rechthoek 50">
                <a:extLst>
                  <a:ext uri="{FF2B5EF4-FFF2-40B4-BE49-F238E27FC236}">
                    <a16:creationId xmlns:a16="http://schemas.microsoft.com/office/drawing/2014/main" id="{9083992A-2BD8-A1A6-14E4-5DA2F17D80EB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MEER WETEN?</a:t>
                </a:r>
                <a:b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Ga naar de tab</a:t>
                </a: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en klik</a:t>
                </a:r>
                <a:b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op de knop </a:t>
                </a: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‘Inspiratie'</a:t>
                </a:r>
              </a:p>
            </p:txBody>
          </p:sp>
          <p:grpSp>
            <p:nvGrpSpPr>
              <p:cNvPr id="52" name="ICOON_info">
                <a:extLst>
                  <a:ext uri="{FF2B5EF4-FFF2-40B4-BE49-F238E27FC236}">
                    <a16:creationId xmlns:a16="http://schemas.microsoft.com/office/drawing/2014/main" id="{21249B37-4F5D-574D-B4C4-DB54E6440F44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9" name="Ovaal 58">
                  <a:extLst>
                    <a:ext uri="{FF2B5EF4-FFF2-40B4-BE49-F238E27FC236}">
                      <a16:creationId xmlns:a16="http://schemas.microsoft.com/office/drawing/2014/main" id="{FB34D84E-50F6-5E82-7031-64C179F17295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0" name="Graphic 163" descr="Informatie">
                  <a:extLst>
                    <a:ext uri="{FF2B5EF4-FFF2-40B4-BE49-F238E27FC236}">
                      <a16:creationId xmlns:a16="http://schemas.microsoft.com/office/drawing/2014/main" id="{D0303688-7D6D-0DBB-7FC8-A8DE2A140F59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3" name="Groep 52">
                <a:extLst>
                  <a:ext uri="{FF2B5EF4-FFF2-40B4-BE49-F238E27FC236}">
                    <a16:creationId xmlns:a16="http://schemas.microsoft.com/office/drawing/2014/main" id="{D6BD2063-17F6-FF9E-869E-80502AB172B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4" name="Inspireren">
                  <a:extLst>
                    <a:ext uri="{FF2B5EF4-FFF2-40B4-BE49-F238E27FC236}">
                      <a16:creationId xmlns:a16="http://schemas.microsoft.com/office/drawing/2014/main" id="{561FAED9-441E-1A46-3D86-29E61AEF52A7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6" name="Freeform 12">
                    <a:extLst>
                      <a:ext uri="{FF2B5EF4-FFF2-40B4-BE49-F238E27FC236}">
                        <a16:creationId xmlns:a16="http://schemas.microsoft.com/office/drawing/2014/main" id="{895F6C36-52A3-29D3-B816-D58EAAFD545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7" name="Freeform 13">
                    <a:extLst>
                      <a:ext uri="{FF2B5EF4-FFF2-40B4-BE49-F238E27FC236}">
                        <a16:creationId xmlns:a16="http://schemas.microsoft.com/office/drawing/2014/main" id="{10BC5F88-9823-29C7-2658-DEEB94FA05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8" name="Freeform 14">
                    <a:extLst>
                      <a:ext uri="{FF2B5EF4-FFF2-40B4-BE49-F238E27FC236}">
                        <a16:creationId xmlns:a16="http://schemas.microsoft.com/office/drawing/2014/main" id="{F663BF03-6469-657E-5CB9-54A4E04850F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</a:endParaRPr>
                  </a:p>
                </p:txBody>
              </p:sp>
            </p:grpSp>
            <p:sp>
              <p:nvSpPr>
                <p:cNvPr id="55" name="Tekstvak 54">
                  <a:extLst>
                    <a:ext uri="{FF2B5EF4-FFF2-40B4-BE49-F238E27FC236}">
                      <a16:creationId xmlns:a16="http://schemas.microsoft.com/office/drawing/2014/main" id="{78C42259-AE38-F2E3-8B01-F62634B6B998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nl-NL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Inspiratie</a:t>
                  </a:r>
                </a:p>
              </p:txBody>
            </p:sp>
          </p:grpSp>
        </p:grp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8EFCF4EB-EF4E-EE47-1022-8332712A109C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F8B78BC7-7BFC-F1C6-8A68-8278ED9AEDAB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47" name="Vrije vorm: vorm 46">
                  <a:extLst>
                    <a:ext uri="{FF2B5EF4-FFF2-40B4-BE49-F238E27FC236}">
                      <a16:creationId xmlns:a16="http://schemas.microsoft.com/office/drawing/2014/main" id="{9910E9ED-35F1-F34F-BFE2-E04069C5F680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48" name="Groep 47">
                  <a:extLst>
                    <a:ext uri="{FF2B5EF4-FFF2-40B4-BE49-F238E27FC236}">
                      <a16:creationId xmlns:a16="http://schemas.microsoft.com/office/drawing/2014/main" id="{2DD1BB3D-EAC5-3987-2153-48CFED2A95CA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49" name="Vrije vorm: vorm 48">
                    <a:extLst>
                      <a:ext uri="{FF2B5EF4-FFF2-40B4-BE49-F238E27FC236}">
                        <a16:creationId xmlns:a16="http://schemas.microsoft.com/office/drawing/2014/main" id="{9DA3156B-0756-050E-14E2-5A414CDE97F0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0" name="Vrije vorm: vorm 49">
                    <a:extLst>
                      <a:ext uri="{FF2B5EF4-FFF2-40B4-BE49-F238E27FC236}">
                        <a16:creationId xmlns:a16="http://schemas.microsoft.com/office/drawing/2014/main" id="{5A697C5B-8DEA-F460-C26F-035C84C229D0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46" name="Tekstvak 45">
                <a:extLst>
                  <a:ext uri="{FF2B5EF4-FFF2-40B4-BE49-F238E27FC236}">
                    <a16:creationId xmlns:a16="http://schemas.microsoft.com/office/drawing/2014/main" id="{B72E430B-B814-FC24-E959-90AE37CA42BD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D8532EFC-155E-C0F3-16BB-A7FFFCEE8144}"/>
                </a:ext>
              </a:extLst>
            </p:cNvPr>
            <p:cNvGrpSpPr/>
            <p:nvPr userDrawn="1"/>
          </p:nvGrpSpPr>
          <p:grpSpPr>
            <a:xfrm>
              <a:off x="-3354295" y="5166361"/>
              <a:ext cx="514284" cy="506545"/>
              <a:chOff x="12617641" y="3403239"/>
              <a:chExt cx="752963" cy="741634"/>
            </a:xfrm>
          </p:grpSpPr>
          <p:grpSp>
            <p:nvGrpSpPr>
              <p:cNvPr id="29" name="Groep 28">
                <a:extLst>
                  <a:ext uri="{FF2B5EF4-FFF2-40B4-BE49-F238E27FC236}">
                    <a16:creationId xmlns:a16="http://schemas.microsoft.com/office/drawing/2014/main" id="{BF31D9A0-6B61-F3F8-028A-60A7059BA491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2" name="Groep 31">
                  <a:extLst>
                    <a:ext uri="{FF2B5EF4-FFF2-40B4-BE49-F238E27FC236}">
                      <a16:creationId xmlns:a16="http://schemas.microsoft.com/office/drawing/2014/main" id="{10E464EC-6A89-1F07-94EF-9295CC95F82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39" name="Groep 38">
                    <a:extLst>
                      <a:ext uri="{FF2B5EF4-FFF2-40B4-BE49-F238E27FC236}">
                        <a16:creationId xmlns:a16="http://schemas.microsoft.com/office/drawing/2014/main" id="{1524FB24-3128-414D-4D4F-07D6D507AE8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2" name="Rechthoek 41">
                      <a:extLst>
                        <a:ext uri="{FF2B5EF4-FFF2-40B4-BE49-F238E27FC236}">
                          <a16:creationId xmlns:a16="http://schemas.microsoft.com/office/drawing/2014/main" id="{0437D24F-5092-AEFD-6881-E82227E70B2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3" name="Rechthoek 42">
                      <a:extLst>
                        <a:ext uri="{FF2B5EF4-FFF2-40B4-BE49-F238E27FC236}">
                          <a16:creationId xmlns:a16="http://schemas.microsoft.com/office/drawing/2014/main" id="{941E733E-B504-A621-430B-4A7757BBB98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4" name="Ovaal 43">
                      <a:extLst>
                        <a:ext uri="{FF2B5EF4-FFF2-40B4-BE49-F238E27FC236}">
                          <a16:creationId xmlns:a16="http://schemas.microsoft.com/office/drawing/2014/main" id="{824D54AF-34A5-17A7-507A-9120638EECC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0" name="Afbeelding 39">
                    <a:extLst>
                      <a:ext uri="{FF2B5EF4-FFF2-40B4-BE49-F238E27FC236}">
                        <a16:creationId xmlns:a16="http://schemas.microsoft.com/office/drawing/2014/main" id="{770ABD8F-2F5F-975A-9368-0292B1AC5DC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1" name="Afbeelding 40">
                    <a:extLst>
                      <a:ext uri="{FF2B5EF4-FFF2-40B4-BE49-F238E27FC236}">
                        <a16:creationId xmlns:a16="http://schemas.microsoft.com/office/drawing/2014/main" id="{08DA4D9E-2874-F1DF-9B7C-C2BBEDDE967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27189B4A-E271-7843-6497-D6B10932027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7" name="Rechthoek 36">
                    <a:extLst>
                      <a:ext uri="{FF2B5EF4-FFF2-40B4-BE49-F238E27FC236}">
                        <a16:creationId xmlns:a16="http://schemas.microsoft.com/office/drawing/2014/main" id="{95727B9A-6FD1-EB1E-4F80-844E0623238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255BAF40-292B-D74C-F405-2AB541DF49C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FB31E02C-73BC-5EE4-A21B-1F383B43B878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5" name="Rechthoek 34">
                    <a:extLst>
                      <a:ext uri="{FF2B5EF4-FFF2-40B4-BE49-F238E27FC236}">
                        <a16:creationId xmlns:a16="http://schemas.microsoft.com/office/drawing/2014/main" id="{6D35ACEF-EBAA-98E0-464E-38CD2FD7B6C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6" name="Rechthoek 35">
                    <a:extLst>
                      <a:ext uri="{FF2B5EF4-FFF2-40B4-BE49-F238E27FC236}">
                        <a16:creationId xmlns:a16="http://schemas.microsoft.com/office/drawing/2014/main" id="{9454FE36-BF45-AE6E-C6DA-ECD9E86F72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900A1AB3-3F50-C7A9-D233-5041F7436E73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31" name="Gelijkbenige driehoek 30">
                <a:extLst>
                  <a:ext uri="{FF2B5EF4-FFF2-40B4-BE49-F238E27FC236}">
                    <a16:creationId xmlns:a16="http://schemas.microsoft.com/office/drawing/2014/main" id="{76BAD2D9-DECB-B92B-99A8-611630BF080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D4CB7C97-BB54-1F7C-53C0-43DFD09AD084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DBBED071-DCCE-B026-5495-3931AB4F061D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4A0726A1-FB51-9EF8-280C-05D503DE138C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</p:grpSp>
      <p:grpSp>
        <p:nvGrpSpPr>
          <p:cNvPr id="82" name="INSTRUCTIE">
            <a:extLst>
              <a:ext uri="{FF2B5EF4-FFF2-40B4-BE49-F238E27FC236}">
                <a16:creationId xmlns:a16="http://schemas.microsoft.com/office/drawing/2014/main" id="{669E1F52-4714-9F56-9E1B-619784ADDE3F}"/>
              </a:ext>
            </a:extLst>
          </p:cNvPr>
          <p:cNvGrpSpPr/>
          <p:nvPr userDrawn="1"/>
        </p:nvGrpSpPr>
        <p:grpSpPr>
          <a:xfrm>
            <a:off x="12274716" y="-1461517"/>
            <a:ext cx="3695970" cy="1277747"/>
            <a:chOff x="-3889316" y="-1461517"/>
            <a:chExt cx="3695970" cy="1277747"/>
          </a:xfrm>
        </p:grpSpPr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E504B72B-3BA8-0A3B-9215-A49A9AB7E02A}"/>
                </a:ext>
              </a:extLst>
            </p:cNvPr>
            <p:cNvSpPr/>
            <p:nvPr userDrawn="1"/>
          </p:nvSpPr>
          <p:spPr>
            <a:xfrm>
              <a:off x="-3786437" y="-1461517"/>
              <a:ext cx="3593091" cy="12777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</a:t>
              </a:r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F3820FBB-8CB8-FD54-A021-803936CB9B5A}"/>
                </a:ext>
              </a:extLst>
            </p:cNvPr>
            <p:cNvSpPr/>
            <p:nvPr userDrawn="1"/>
          </p:nvSpPr>
          <p:spPr>
            <a:xfrm>
              <a:off x="-3603859" y="-993610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het invoegkader van de afbeelding door op het lipje hiernaast te klikken.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‘Afbeeldingen’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selecteer de gewenste afbeelding 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5" name="Gelijkbenige driehoek 84">
              <a:extLst>
                <a:ext uri="{FF2B5EF4-FFF2-40B4-BE49-F238E27FC236}">
                  <a16:creationId xmlns:a16="http://schemas.microsoft.com/office/drawing/2014/main" id="{F60719B9-C6BE-F559-20B4-34996422E03F}"/>
                </a:ext>
              </a:extLst>
            </p:cNvPr>
            <p:cNvSpPr/>
            <p:nvPr userDrawn="1"/>
          </p:nvSpPr>
          <p:spPr>
            <a:xfrm rot="16200000" flipH="1">
              <a:off x="-3925504" y="-351896"/>
              <a:ext cx="175255" cy="102879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6" name="Rechthoek 85">
            <a:extLst>
              <a:ext uri="{FF2B5EF4-FFF2-40B4-BE49-F238E27FC236}">
                <a16:creationId xmlns:a16="http://schemas.microsoft.com/office/drawing/2014/main" id="{4395FC2E-5E05-532B-794A-13849DAAEF89}"/>
              </a:ext>
            </a:extLst>
          </p:cNvPr>
          <p:cNvSpPr/>
          <p:nvPr userDrawn="1"/>
        </p:nvSpPr>
        <p:spPr>
          <a:xfrm>
            <a:off x="0" y="-425941"/>
            <a:ext cx="165750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Afbeelding + boog</a:t>
            </a:r>
          </a:p>
        </p:txBody>
      </p:sp>
    </p:spTree>
    <p:extLst>
      <p:ext uri="{BB962C8B-B14F-4D97-AF65-F5344CB8AC3E}">
        <p14:creationId xmlns:p14="http://schemas.microsoft.com/office/powerpoint/2010/main" val="213819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1" y="584200"/>
            <a:ext cx="11018663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02858AA5-7096-21C5-6FD4-2FF2D772AD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03851" y="1592263"/>
            <a:ext cx="5400773" cy="1836737"/>
          </a:xfrm>
        </p:spPr>
        <p:txBody>
          <a:bodyPr/>
          <a:lstStyle>
            <a:lvl1pPr marL="0" indent="0">
              <a:buClr>
                <a:schemeClr val="tx1"/>
              </a:buClr>
              <a:buFont typeface="+mj-lt"/>
              <a:buNone/>
              <a:defRPr sz="2000"/>
            </a:lvl1pPr>
          </a:lstStyle>
          <a:p>
            <a:pPr marL="174625" marR="0" lvl="0" indent="-174625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55600" marR="0" lvl="1" indent="-1778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Sub-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#1</a:t>
            </a:r>
          </a:p>
          <a:p>
            <a:pPr marL="627063" marR="0" lvl="2" indent="-2667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Segoe UI Light" panose="020B0502040204020203" pitchFamily="34" charset="0"/>
              <a:buChar char="–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Sub-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#2</a:t>
            </a:r>
          </a:p>
          <a:p>
            <a:pPr marL="0" marR="0" lvl="3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Leestekst</a:t>
            </a:r>
          </a:p>
          <a:p>
            <a:pPr marL="0" marR="0" lvl="4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FF00C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Subtitel #1</a:t>
            </a:r>
          </a:p>
          <a:p>
            <a:pPr marL="0" marR="0" lvl="5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Alt. subtitel #2</a:t>
            </a:r>
          </a:p>
          <a:p>
            <a:pPr marL="268288" marR="0" lvl="6" indent="-268288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Numerieke 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536575" marR="0" lvl="7" indent="-268288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+mj-lt"/>
              <a:buAutoNum type="alphaLcPeriod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Alfabetische 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8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Bronvermelding</a:t>
            </a:r>
          </a:p>
          <a:p>
            <a:pPr lvl="0"/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753091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Tekst 2x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A88F8FC3-C0D0-5FFD-EA51-2796404BA6E2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158824FC-CD71-701E-9608-4DBCF5794E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3852" y="4093967"/>
            <a:ext cx="5400773" cy="1836737"/>
          </a:xfrm>
        </p:spPr>
        <p:txBody>
          <a:bodyPr/>
          <a:lstStyle>
            <a:lvl1pPr marL="0" indent="0">
              <a:buClr>
                <a:schemeClr val="tx1"/>
              </a:buClr>
              <a:buFont typeface="+mj-lt"/>
              <a:buNone/>
              <a:defRPr sz="2000"/>
            </a:lvl1pPr>
          </a:lstStyle>
          <a:p>
            <a:pPr marL="174625" marR="0" lvl="0" indent="-174625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55600" marR="0" lvl="1" indent="-1778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Sub-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#1</a:t>
            </a:r>
          </a:p>
          <a:p>
            <a:pPr marL="627063" marR="0" lvl="2" indent="-2667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Segoe UI Light" panose="020B0502040204020203" pitchFamily="34" charset="0"/>
              <a:buChar char="–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Sub-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#2</a:t>
            </a:r>
          </a:p>
          <a:p>
            <a:pPr marL="0" marR="0" lvl="3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Leestekst</a:t>
            </a:r>
          </a:p>
          <a:p>
            <a:pPr marL="0" marR="0" lvl="4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FF00C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Subtitel #1</a:t>
            </a:r>
          </a:p>
          <a:p>
            <a:pPr marL="0" marR="0" lvl="5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Alt. subtitel #2</a:t>
            </a:r>
          </a:p>
          <a:p>
            <a:pPr marL="268288" marR="0" lvl="6" indent="-268288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Numerieke 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536575" marR="0" lvl="7" indent="-268288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+mj-lt"/>
              <a:buAutoNum type="alphaLcPeriod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Alfabetische 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8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Bronvermelding</a:t>
            </a:r>
          </a:p>
          <a:p>
            <a:pPr lvl="0"/>
            <a:endParaRPr lang="en-GB"/>
          </a:p>
        </p:txBody>
      </p:sp>
      <p:sp>
        <p:nvSpPr>
          <p:cNvPr id="7" name="Tijdelijke aanduiding voor tekst 15">
            <a:extLst>
              <a:ext uri="{FF2B5EF4-FFF2-40B4-BE49-F238E27FC236}">
                <a16:creationId xmlns:a16="http://schemas.microsoft.com/office/drawing/2014/main" id="{6D9EC2D9-BC2D-8D22-05A0-785C975AE1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4" y="1584208"/>
            <a:ext cx="5029101" cy="676033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err="1"/>
              <a:t>Subkop</a:t>
            </a:r>
            <a:endParaRPr lang="en-GB"/>
          </a:p>
        </p:txBody>
      </p:sp>
      <p:sp>
        <p:nvSpPr>
          <p:cNvPr id="10" name="Tijdelijke aanduiding voor tekst 15">
            <a:extLst>
              <a:ext uri="{FF2B5EF4-FFF2-40B4-BE49-F238E27FC236}">
                <a16:creationId xmlns:a16="http://schemas.microsoft.com/office/drawing/2014/main" id="{7DC33CA8-4969-9C61-7087-E1466B8B3F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4093967"/>
            <a:ext cx="5029101" cy="676033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err="1"/>
              <a:t>Subkop</a:t>
            </a:r>
            <a:endParaRPr lang="en-GB"/>
          </a:p>
        </p:txBody>
      </p: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FC64B4B9-D152-356C-045D-0782B6171161}"/>
              </a:ext>
            </a:extLst>
          </p:cNvPr>
          <p:cNvCxnSpPr>
            <a:cxnSpLocks/>
          </p:cNvCxnSpPr>
          <p:nvPr userDrawn="1"/>
        </p:nvCxnSpPr>
        <p:spPr>
          <a:xfrm>
            <a:off x="585960" y="3725365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217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blok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tekst 10">
            <a:extLst>
              <a:ext uri="{FF2B5EF4-FFF2-40B4-BE49-F238E27FC236}">
                <a16:creationId xmlns:a16="http://schemas.microsoft.com/office/drawing/2014/main" id="{863637EC-A748-D83F-9757-7124981411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961" y="1592262"/>
            <a:ext cx="11018664" cy="2067837"/>
          </a:xfrm>
          <a:solidFill>
            <a:schemeClr val="accent1"/>
          </a:solidFill>
        </p:spPr>
        <p:txBody>
          <a:bodyPr lIns="216000" tIns="108000" rIns="216000" bIns="108000"/>
          <a:lstStyle>
            <a:lvl1pPr marL="185738" indent="-1857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bg1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1" y="584200"/>
            <a:ext cx="11018663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1185902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Tekst blok 2x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A88F8FC3-C0D0-5FFD-EA51-2796404BA6E2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jdelijke aanduiding voor tekst 10">
            <a:extLst>
              <a:ext uri="{FF2B5EF4-FFF2-40B4-BE49-F238E27FC236}">
                <a16:creationId xmlns:a16="http://schemas.microsoft.com/office/drawing/2014/main" id="{9009368C-72C4-F2E4-6167-F3103D2298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960" y="3753694"/>
            <a:ext cx="11018664" cy="172794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216000" tIns="108000" rIns="216000" bIns="108000"/>
          <a:lstStyle>
            <a:lvl1pPr marL="261938" indent="-2619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4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grpSp>
        <p:nvGrpSpPr>
          <p:cNvPr id="89" name="INSTRUCTIE">
            <a:extLst>
              <a:ext uri="{FF2B5EF4-FFF2-40B4-BE49-F238E27FC236}">
                <a16:creationId xmlns:a16="http://schemas.microsoft.com/office/drawing/2014/main" id="{FDE2563A-D7C2-889F-B71D-D878E7902CAF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30E54D63-AF0F-1C78-241B-53BB92A290AD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91" name="Ovaal 90">
              <a:extLst>
                <a:ext uri="{FF2B5EF4-FFF2-40B4-BE49-F238E27FC236}">
                  <a16:creationId xmlns:a16="http://schemas.microsoft.com/office/drawing/2014/main" id="{FF196AEB-1ECC-4F5F-74AC-971EA6CFFDCB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6F044DC4-E50F-B761-A5CE-BD8BBCE23D4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" name="Ovaal 92">
              <a:extLst>
                <a:ext uri="{FF2B5EF4-FFF2-40B4-BE49-F238E27FC236}">
                  <a16:creationId xmlns:a16="http://schemas.microsoft.com/office/drawing/2014/main" id="{25E82C77-A2C1-4D97-D4A2-20458FF68C54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1FF1623C-48FD-47CD-2D02-537D692F297A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B86EFCD8-9E78-9375-7829-6CEB45F57785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96" name="Ovaal 95">
              <a:extLst>
                <a:ext uri="{FF2B5EF4-FFF2-40B4-BE49-F238E27FC236}">
                  <a16:creationId xmlns:a16="http://schemas.microsoft.com/office/drawing/2014/main" id="{03F03D20-DACD-D58F-9019-CF83B98A9FF3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D7DE9C1C-BBE9-6E41-F326-96FF16F72D15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98" name="Ovaal 97">
              <a:extLst>
                <a:ext uri="{FF2B5EF4-FFF2-40B4-BE49-F238E27FC236}">
                  <a16:creationId xmlns:a16="http://schemas.microsoft.com/office/drawing/2014/main" id="{AF6F846A-4C93-0B11-ABF1-9A190D269755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2F5122C9-2199-4D5D-19F5-4F887AA38123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00" name="Ovaal 99">
              <a:extLst>
                <a:ext uri="{FF2B5EF4-FFF2-40B4-BE49-F238E27FC236}">
                  <a16:creationId xmlns:a16="http://schemas.microsoft.com/office/drawing/2014/main" id="{3AE22B43-E782-A525-890E-3365F42A19FC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01" name="Rechthoek 100">
              <a:extLst>
                <a:ext uri="{FF2B5EF4-FFF2-40B4-BE49-F238E27FC236}">
                  <a16:creationId xmlns:a16="http://schemas.microsoft.com/office/drawing/2014/main" id="{CA84F7AE-BB1C-4085-D956-EF24A6BE75AA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102" name="Ovaal 101">
              <a:extLst>
                <a:ext uri="{FF2B5EF4-FFF2-40B4-BE49-F238E27FC236}">
                  <a16:creationId xmlns:a16="http://schemas.microsoft.com/office/drawing/2014/main" id="{DF591B3B-5249-A557-E4CF-BF3EE3566251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03" name="Rechthoek 102">
              <a:extLst>
                <a:ext uri="{FF2B5EF4-FFF2-40B4-BE49-F238E27FC236}">
                  <a16:creationId xmlns:a16="http://schemas.microsoft.com/office/drawing/2014/main" id="{79BC140D-0D9D-17B4-EABA-FA30879767C2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" name="Ovaal 103">
              <a:extLst>
                <a:ext uri="{FF2B5EF4-FFF2-40B4-BE49-F238E27FC236}">
                  <a16:creationId xmlns:a16="http://schemas.microsoft.com/office/drawing/2014/main" id="{6410C6D6-0E7D-E1A1-0865-887D02206623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05" name="Rechthoek 104">
              <a:extLst>
                <a:ext uri="{FF2B5EF4-FFF2-40B4-BE49-F238E27FC236}">
                  <a16:creationId xmlns:a16="http://schemas.microsoft.com/office/drawing/2014/main" id="{50EBD3A3-2589-EABE-B091-3403C3C1ACF2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" name="Ovaal 105">
              <a:extLst>
                <a:ext uri="{FF2B5EF4-FFF2-40B4-BE49-F238E27FC236}">
                  <a16:creationId xmlns:a16="http://schemas.microsoft.com/office/drawing/2014/main" id="{95A5C106-9777-4267-18C4-89CBAE6FD5F7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9F067A76-78D9-E940-60C6-BE05449A9233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08" name="Ovaal 107">
              <a:extLst>
                <a:ext uri="{FF2B5EF4-FFF2-40B4-BE49-F238E27FC236}">
                  <a16:creationId xmlns:a16="http://schemas.microsoft.com/office/drawing/2014/main" id="{12CB61B0-E36E-EC99-4138-34C985772386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09" name="Rechthoek 108">
              <a:extLst>
                <a:ext uri="{FF2B5EF4-FFF2-40B4-BE49-F238E27FC236}">
                  <a16:creationId xmlns:a16="http://schemas.microsoft.com/office/drawing/2014/main" id="{9FC08BF0-52C0-2362-E58B-5F4D0DA2B52A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772CCEB2-2812-B2EF-7E0E-63710EBC9127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11" name="ICOON_info">
              <a:extLst>
                <a:ext uri="{FF2B5EF4-FFF2-40B4-BE49-F238E27FC236}">
                  <a16:creationId xmlns:a16="http://schemas.microsoft.com/office/drawing/2014/main" id="{CFE0D24E-F0EA-1CDF-3218-5962F075606C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59" name="Ovaal 158">
                <a:extLst>
                  <a:ext uri="{FF2B5EF4-FFF2-40B4-BE49-F238E27FC236}">
                    <a16:creationId xmlns:a16="http://schemas.microsoft.com/office/drawing/2014/main" id="{3B6BA5BB-BC2A-B174-73B7-307E53A65F8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0" name="Graphic 163" descr="Informatie">
                <a:extLst>
                  <a:ext uri="{FF2B5EF4-FFF2-40B4-BE49-F238E27FC236}">
                    <a16:creationId xmlns:a16="http://schemas.microsoft.com/office/drawing/2014/main" id="{A9B39C41-9CDD-9744-BA57-3B1F7B05353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2" name="VOORBEELD">
              <a:extLst>
                <a:ext uri="{FF2B5EF4-FFF2-40B4-BE49-F238E27FC236}">
                  <a16:creationId xmlns:a16="http://schemas.microsoft.com/office/drawing/2014/main" id="{D0417044-12E9-F7E6-4499-22B0956E149E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19" name="Rechthoek 118">
                <a:extLst>
                  <a:ext uri="{FF2B5EF4-FFF2-40B4-BE49-F238E27FC236}">
                    <a16:creationId xmlns:a16="http://schemas.microsoft.com/office/drawing/2014/main" id="{93EAE9F2-8A76-EBCD-718A-829686D5B9BD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DFD712EE-67F7-015F-A5D3-12AF8134C86A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21" name="Groep 120">
                <a:extLst>
                  <a:ext uri="{FF2B5EF4-FFF2-40B4-BE49-F238E27FC236}">
                    <a16:creationId xmlns:a16="http://schemas.microsoft.com/office/drawing/2014/main" id="{E966111F-68DE-6815-D12E-C653EE60200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52" name="Groep 151">
                  <a:extLst>
                    <a:ext uri="{FF2B5EF4-FFF2-40B4-BE49-F238E27FC236}">
                      <a16:creationId xmlns:a16="http://schemas.microsoft.com/office/drawing/2014/main" id="{116F117D-2681-3C1A-B988-A4D72CE362D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5A3AF0AF-4E1D-4EB5-9B3A-EC58BC33B4E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368C4676-9A9C-4F4E-599C-990852F28B7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6" name="Rechte verbindingslijn 155">
                    <a:extLst>
                      <a:ext uri="{FF2B5EF4-FFF2-40B4-BE49-F238E27FC236}">
                        <a16:creationId xmlns:a16="http://schemas.microsoft.com/office/drawing/2014/main" id="{A3836DF8-EE49-EA91-1E80-8D98620D392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7" name="Rechte verbindingslijn 156">
                    <a:extLst>
                      <a:ext uri="{FF2B5EF4-FFF2-40B4-BE49-F238E27FC236}">
                        <a16:creationId xmlns:a16="http://schemas.microsoft.com/office/drawing/2014/main" id="{0A83D39B-541E-60EB-A823-508FE900BB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8" name="Rechte verbindingslijn 157">
                    <a:extLst>
                      <a:ext uri="{FF2B5EF4-FFF2-40B4-BE49-F238E27FC236}">
                        <a16:creationId xmlns:a16="http://schemas.microsoft.com/office/drawing/2014/main" id="{42D9CA13-0C15-4187-AD83-8F0BDBDE54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3" name="Pijl: rechts 152">
                  <a:extLst>
                    <a:ext uri="{FF2B5EF4-FFF2-40B4-BE49-F238E27FC236}">
                      <a16:creationId xmlns:a16="http://schemas.microsoft.com/office/drawing/2014/main" id="{3E01B0AC-94DC-B7D1-9338-F4C96C18FA6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47726F91-14D6-1315-138C-E5BC41D90F04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45" name="Groep 144">
                  <a:extLst>
                    <a:ext uri="{FF2B5EF4-FFF2-40B4-BE49-F238E27FC236}">
                      <a16:creationId xmlns:a16="http://schemas.microsoft.com/office/drawing/2014/main" id="{D5CE8871-DBFE-2A88-5CD2-3BC77D0FE02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47" name="Rechte verbindingslijn 146">
                    <a:extLst>
                      <a:ext uri="{FF2B5EF4-FFF2-40B4-BE49-F238E27FC236}">
                        <a16:creationId xmlns:a16="http://schemas.microsoft.com/office/drawing/2014/main" id="{97930A31-721E-6640-1A3C-7C84416B078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6CFF1997-AE20-868C-42B7-F00F63EB084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9" name="Rechte verbindingslijn 148">
                    <a:extLst>
                      <a:ext uri="{FF2B5EF4-FFF2-40B4-BE49-F238E27FC236}">
                        <a16:creationId xmlns:a16="http://schemas.microsoft.com/office/drawing/2014/main" id="{6A04B3D7-1ECB-27F4-2A3D-C2504406598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0" name="Rechte verbindingslijn 149">
                    <a:extLst>
                      <a:ext uri="{FF2B5EF4-FFF2-40B4-BE49-F238E27FC236}">
                        <a16:creationId xmlns:a16="http://schemas.microsoft.com/office/drawing/2014/main" id="{5DCD6F8C-77D8-5940-82B9-47E3C8DD83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1" name="Rechte verbindingslijn 150">
                    <a:extLst>
                      <a:ext uri="{FF2B5EF4-FFF2-40B4-BE49-F238E27FC236}">
                        <a16:creationId xmlns:a16="http://schemas.microsoft.com/office/drawing/2014/main" id="{000D3AB1-30ED-19EA-9FB8-BDA5B02FB9C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6" name="Pijl: rechts 145">
                  <a:extLst>
                    <a:ext uri="{FF2B5EF4-FFF2-40B4-BE49-F238E27FC236}">
                      <a16:creationId xmlns:a16="http://schemas.microsoft.com/office/drawing/2014/main" id="{62FEC1BA-04CE-B06D-1171-D8D8BD27856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23" name="Rechte verbindingslijn 122">
                <a:extLst>
                  <a:ext uri="{FF2B5EF4-FFF2-40B4-BE49-F238E27FC236}">
                    <a16:creationId xmlns:a16="http://schemas.microsoft.com/office/drawing/2014/main" id="{1BA03B6B-4E31-0D8D-779B-EFA770E858D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24" name="Rechte verbindingslijn 123">
                <a:extLst>
                  <a:ext uri="{FF2B5EF4-FFF2-40B4-BE49-F238E27FC236}">
                    <a16:creationId xmlns:a16="http://schemas.microsoft.com/office/drawing/2014/main" id="{1B1B2A12-B500-18E8-576F-D8403C6EE53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25" name="Rechthoek 124">
                <a:extLst>
                  <a:ext uri="{FF2B5EF4-FFF2-40B4-BE49-F238E27FC236}">
                    <a16:creationId xmlns:a16="http://schemas.microsoft.com/office/drawing/2014/main" id="{3E864450-69CD-9620-66B9-F71090E46C9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26" name="Rechthoek 125">
                <a:extLst>
                  <a:ext uri="{FF2B5EF4-FFF2-40B4-BE49-F238E27FC236}">
                    <a16:creationId xmlns:a16="http://schemas.microsoft.com/office/drawing/2014/main" id="{BD8EF6E6-462B-D683-21CB-CC5EBA09AD8B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27" name="Groep 126">
                <a:extLst>
                  <a:ext uri="{FF2B5EF4-FFF2-40B4-BE49-F238E27FC236}">
                    <a16:creationId xmlns:a16="http://schemas.microsoft.com/office/drawing/2014/main" id="{8A5B3EDF-10CE-E215-8712-518307DA3F29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37" name="Rechthoek 136">
                  <a:extLst>
                    <a:ext uri="{FF2B5EF4-FFF2-40B4-BE49-F238E27FC236}">
                      <a16:creationId xmlns:a16="http://schemas.microsoft.com/office/drawing/2014/main" id="{2CFD0B01-6BDC-A633-2816-B373CACAC79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49D0B27A-206C-0031-D7CB-593BD9F24B2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40" name="Rechte verbindingslijn 139">
                    <a:extLst>
                      <a:ext uri="{FF2B5EF4-FFF2-40B4-BE49-F238E27FC236}">
                        <a16:creationId xmlns:a16="http://schemas.microsoft.com/office/drawing/2014/main" id="{149DC028-4E7E-BD27-841E-A041BC966ED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1" name="Rechte verbindingslijn 140">
                    <a:extLst>
                      <a:ext uri="{FF2B5EF4-FFF2-40B4-BE49-F238E27FC236}">
                        <a16:creationId xmlns:a16="http://schemas.microsoft.com/office/drawing/2014/main" id="{DBF9A0E9-A094-2B7C-B70D-16DE8DAA1C1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2" name="Rechte verbindingslijn 141">
                    <a:extLst>
                      <a:ext uri="{FF2B5EF4-FFF2-40B4-BE49-F238E27FC236}">
                        <a16:creationId xmlns:a16="http://schemas.microsoft.com/office/drawing/2014/main" id="{222C644F-9701-AB85-22ED-F23A7C71665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3" name="Rechte verbindingslijn 142">
                    <a:extLst>
                      <a:ext uri="{FF2B5EF4-FFF2-40B4-BE49-F238E27FC236}">
                        <a16:creationId xmlns:a16="http://schemas.microsoft.com/office/drawing/2014/main" id="{708E101F-EC51-01AE-5BF4-6C0BE8F3104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4" name="Rechte verbindingslijn 143">
                    <a:extLst>
                      <a:ext uri="{FF2B5EF4-FFF2-40B4-BE49-F238E27FC236}">
                        <a16:creationId xmlns:a16="http://schemas.microsoft.com/office/drawing/2014/main" id="{282BEB93-EDCB-8706-D85B-3169C24146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9" name="Pijl: rechts 138">
                  <a:extLst>
                    <a:ext uri="{FF2B5EF4-FFF2-40B4-BE49-F238E27FC236}">
                      <a16:creationId xmlns:a16="http://schemas.microsoft.com/office/drawing/2014/main" id="{E0FAF452-5374-6557-269F-1A4E82A2C12F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8" name="Groep 127">
                <a:extLst>
                  <a:ext uri="{FF2B5EF4-FFF2-40B4-BE49-F238E27FC236}">
                    <a16:creationId xmlns:a16="http://schemas.microsoft.com/office/drawing/2014/main" id="{896C6088-DD7C-616B-C383-30A44540A83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4669EB88-403B-0CB9-3A59-C1D82A8C9E0F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30" name="Groep 129">
                  <a:extLst>
                    <a:ext uri="{FF2B5EF4-FFF2-40B4-BE49-F238E27FC236}">
                      <a16:creationId xmlns:a16="http://schemas.microsoft.com/office/drawing/2014/main" id="{8F074E62-2458-9B6C-BB59-5CD41D348DB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32" name="Rechte verbindingslijn 131">
                    <a:extLst>
                      <a:ext uri="{FF2B5EF4-FFF2-40B4-BE49-F238E27FC236}">
                        <a16:creationId xmlns:a16="http://schemas.microsoft.com/office/drawing/2014/main" id="{F31C9D7F-C6B6-3AD4-FD7D-E3A5B325B67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3" name="Rechte verbindingslijn 132">
                    <a:extLst>
                      <a:ext uri="{FF2B5EF4-FFF2-40B4-BE49-F238E27FC236}">
                        <a16:creationId xmlns:a16="http://schemas.microsoft.com/office/drawing/2014/main" id="{E652DF3F-946E-EF8F-51C3-D0BD0898DEA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4" name="Rechte verbindingslijn 133">
                    <a:extLst>
                      <a:ext uri="{FF2B5EF4-FFF2-40B4-BE49-F238E27FC236}">
                        <a16:creationId xmlns:a16="http://schemas.microsoft.com/office/drawing/2014/main" id="{5C06C62B-BDCE-C02B-1D07-9A9E79515A6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5" name="Rechte verbindingslijn 134">
                    <a:extLst>
                      <a:ext uri="{FF2B5EF4-FFF2-40B4-BE49-F238E27FC236}">
                        <a16:creationId xmlns:a16="http://schemas.microsoft.com/office/drawing/2014/main" id="{56833608-73C5-B199-14D7-94A624A46C0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6" name="Rechte verbindingslijn 135">
                    <a:extLst>
                      <a:ext uri="{FF2B5EF4-FFF2-40B4-BE49-F238E27FC236}">
                        <a16:creationId xmlns:a16="http://schemas.microsoft.com/office/drawing/2014/main" id="{D054D317-523A-2EA4-52F6-A6A9C0C90A4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1" name="Pijl: rechts 130">
                  <a:extLst>
                    <a:ext uri="{FF2B5EF4-FFF2-40B4-BE49-F238E27FC236}">
                      <a16:creationId xmlns:a16="http://schemas.microsoft.com/office/drawing/2014/main" id="{AF2DC910-2319-7A9E-A7A1-B99A57D4139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13" name="Groep 112">
              <a:extLst>
                <a:ext uri="{FF2B5EF4-FFF2-40B4-BE49-F238E27FC236}">
                  <a16:creationId xmlns:a16="http://schemas.microsoft.com/office/drawing/2014/main" id="{E24D316E-65FC-AD7E-B7C1-A12CB9F39BA9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14" name="Inspireren">
                <a:extLst>
                  <a:ext uri="{FF2B5EF4-FFF2-40B4-BE49-F238E27FC236}">
                    <a16:creationId xmlns:a16="http://schemas.microsoft.com/office/drawing/2014/main" id="{4C93CFE4-86DA-EBBC-D30A-14FB0C96ACD0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16" name="Freeform 12">
                  <a:extLst>
                    <a:ext uri="{FF2B5EF4-FFF2-40B4-BE49-F238E27FC236}">
                      <a16:creationId xmlns:a16="http://schemas.microsoft.com/office/drawing/2014/main" id="{BCABB1A1-BFD3-4358-003F-C2C21B9F07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17" name="Freeform 13">
                  <a:extLst>
                    <a:ext uri="{FF2B5EF4-FFF2-40B4-BE49-F238E27FC236}">
                      <a16:creationId xmlns:a16="http://schemas.microsoft.com/office/drawing/2014/main" id="{5AE0217C-832E-E84F-8EF8-4F5B510701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18" name="Freeform 14">
                  <a:extLst>
                    <a:ext uri="{FF2B5EF4-FFF2-40B4-BE49-F238E27FC236}">
                      <a16:creationId xmlns:a16="http://schemas.microsoft.com/office/drawing/2014/main" id="{935E8A96-A65C-D44A-CF95-D3A6D012B99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15" name="Tekstvak 114">
                <a:extLst>
                  <a:ext uri="{FF2B5EF4-FFF2-40B4-BE49-F238E27FC236}">
                    <a16:creationId xmlns:a16="http://schemas.microsoft.com/office/drawing/2014/main" id="{1025FFCD-BC06-1F1A-8303-E7B65F0A9E08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838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blok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tekst 10">
            <a:extLst>
              <a:ext uri="{FF2B5EF4-FFF2-40B4-BE49-F238E27FC236}">
                <a16:creationId xmlns:a16="http://schemas.microsoft.com/office/drawing/2014/main" id="{863637EC-A748-D83F-9757-7124981411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6" y="1592262"/>
            <a:ext cx="5457600" cy="2067833"/>
          </a:xfrm>
          <a:solidFill>
            <a:schemeClr val="accent1"/>
          </a:solidFill>
        </p:spPr>
        <p:txBody>
          <a:bodyPr lIns="216000" tIns="108000" rIns="216000" bIns="108000"/>
          <a:lstStyle>
            <a:lvl1pPr marL="185738" indent="-1857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bg1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1" y="584200"/>
            <a:ext cx="11018663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1185902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kern="1200" cap="none" baseline="0" noProof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Tekst blok 4x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A88F8FC3-C0D0-5FFD-EA51-2796404BA6E2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jdelijke aanduiding voor tekst 10">
            <a:extLst>
              <a:ext uri="{FF2B5EF4-FFF2-40B4-BE49-F238E27FC236}">
                <a16:creationId xmlns:a16="http://schemas.microsoft.com/office/drawing/2014/main" id="{9009368C-72C4-F2E4-6167-F3103D2298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5" y="3753693"/>
            <a:ext cx="5457600" cy="1727945"/>
          </a:xfrm>
          <a:solidFill>
            <a:schemeClr val="accent1">
              <a:lumMod val="20000"/>
              <a:lumOff val="80000"/>
            </a:schemeClr>
          </a:solidFill>
        </p:spPr>
        <p:txBody>
          <a:bodyPr lIns="216000" tIns="108000" rIns="216000" bIns="108000"/>
          <a:lstStyle>
            <a:lvl1pPr marL="261938" indent="-2619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4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31AC8176-EE56-9393-C41B-26EDB8665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48441" y="1592262"/>
            <a:ext cx="5457600" cy="2067833"/>
          </a:xfrm>
          <a:solidFill>
            <a:schemeClr val="tx2"/>
          </a:solidFill>
        </p:spPr>
        <p:txBody>
          <a:bodyPr lIns="216000" tIns="108000" rIns="216000" bIns="108000"/>
          <a:lstStyle>
            <a:lvl1pPr marL="185738" indent="-1857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bg1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7" name="Tijdelijke aanduiding voor tekst 10">
            <a:extLst>
              <a:ext uri="{FF2B5EF4-FFF2-40B4-BE49-F238E27FC236}">
                <a16:creationId xmlns:a16="http://schemas.microsoft.com/office/drawing/2014/main" id="{EB88787B-6C9F-3855-FE38-0FDFF6A420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48440" y="3753693"/>
            <a:ext cx="5457600" cy="1727945"/>
          </a:xfrm>
          <a:solidFill>
            <a:schemeClr val="bg1">
              <a:lumMod val="75000"/>
            </a:schemeClr>
          </a:solidFill>
        </p:spPr>
        <p:txBody>
          <a:bodyPr lIns="216000" tIns="108000" rIns="216000" bIns="108000"/>
          <a:lstStyle>
            <a:lvl1pPr marL="261938" indent="-2619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4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grpSp>
        <p:nvGrpSpPr>
          <p:cNvPr id="89" name="INSTRUCTIE">
            <a:extLst>
              <a:ext uri="{FF2B5EF4-FFF2-40B4-BE49-F238E27FC236}">
                <a16:creationId xmlns:a16="http://schemas.microsoft.com/office/drawing/2014/main" id="{A36EC675-201B-67BD-A7A3-30353FDE9EE8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4C2D73A2-8A37-788A-FF2E-0E575138F90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91" name="Ovaal 90">
              <a:extLst>
                <a:ext uri="{FF2B5EF4-FFF2-40B4-BE49-F238E27FC236}">
                  <a16:creationId xmlns:a16="http://schemas.microsoft.com/office/drawing/2014/main" id="{B4CB1B59-5703-EA4C-8EAE-352CD78EF73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A7B12E0-80C4-46FF-E863-A78E65C2FBC3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" name="Ovaal 92">
              <a:extLst>
                <a:ext uri="{FF2B5EF4-FFF2-40B4-BE49-F238E27FC236}">
                  <a16:creationId xmlns:a16="http://schemas.microsoft.com/office/drawing/2014/main" id="{1A2E703D-3E79-2AB0-8F45-F148E2CD488C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B8D411C0-D22B-38E0-55DA-465D2232C357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93C44D93-B16D-DF93-E1A1-2E8E5C2154D2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96" name="Ovaal 95">
              <a:extLst>
                <a:ext uri="{FF2B5EF4-FFF2-40B4-BE49-F238E27FC236}">
                  <a16:creationId xmlns:a16="http://schemas.microsoft.com/office/drawing/2014/main" id="{BA2AEDB4-2184-F5A9-B94B-1ADB8B4A375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2285A5BD-9DC8-FE01-9D2B-67F7E3C5E00D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98" name="Ovaal 97">
              <a:extLst>
                <a:ext uri="{FF2B5EF4-FFF2-40B4-BE49-F238E27FC236}">
                  <a16:creationId xmlns:a16="http://schemas.microsoft.com/office/drawing/2014/main" id="{58A44A61-FDB8-2C9D-2152-84EC4379A18B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061EFE8D-37FA-5695-1D77-C753B0023B0C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00" name="Ovaal 99">
              <a:extLst>
                <a:ext uri="{FF2B5EF4-FFF2-40B4-BE49-F238E27FC236}">
                  <a16:creationId xmlns:a16="http://schemas.microsoft.com/office/drawing/2014/main" id="{7B36DDD5-364E-2BD3-C039-C7EBAF797B3E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01" name="Rechthoek 100">
              <a:extLst>
                <a:ext uri="{FF2B5EF4-FFF2-40B4-BE49-F238E27FC236}">
                  <a16:creationId xmlns:a16="http://schemas.microsoft.com/office/drawing/2014/main" id="{D15D3671-3909-E9EF-0E8F-E5FD12AC863C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102" name="Ovaal 101">
              <a:extLst>
                <a:ext uri="{FF2B5EF4-FFF2-40B4-BE49-F238E27FC236}">
                  <a16:creationId xmlns:a16="http://schemas.microsoft.com/office/drawing/2014/main" id="{6CD39245-C893-26D6-87CD-2DB49651D9D0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03" name="Rechthoek 102">
              <a:extLst>
                <a:ext uri="{FF2B5EF4-FFF2-40B4-BE49-F238E27FC236}">
                  <a16:creationId xmlns:a16="http://schemas.microsoft.com/office/drawing/2014/main" id="{2CDF8C8D-37A9-86B7-ED50-4B106887FDE5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" name="Ovaal 103">
              <a:extLst>
                <a:ext uri="{FF2B5EF4-FFF2-40B4-BE49-F238E27FC236}">
                  <a16:creationId xmlns:a16="http://schemas.microsoft.com/office/drawing/2014/main" id="{49EF14BE-0918-7530-4934-E57D1095A6F1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05" name="Rechthoek 104">
              <a:extLst>
                <a:ext uri="{FF2B5EF4-FFF2-40B4-BE49-F238E27FC236}">
                  <a16:creationId xmlns:a16="http://schemas.microsoft.com/office/drawing/2014/main" id="{852D6CEA-CD85-47AD-8BC7-3C313FBF79F7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" name="Ovaal 105">
              <a:extLst>
                <a:ext uri="{FF2B5EF4-FFF2-40B4-BE49-F238E27FC236}">
                  <a16:creationId xmlns:a16="http://schemas.microsoft.com/office/drawing/2014/main" id="{57DF64E4-5ACB-6A6C-F025-E4FAE256A9D6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C205ACCF-D93A-BA62-7DCD-5C797D1AD9DB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08" name="Ovaal 107">
              <a:extLst>
                <a:ext uri="{FF2B5EF4-FFF2-40B4-BE49-F238E27FC236}">
                  <a16:creationId xmlns:a16="http://schemas.microsoft.com/office/drawing/2014/main" id="{3B2BB80D-D0EC-15E7-A1BF-FC6EB4EF253D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09" name="Rechthoek 108">
              <a:extLst>
                <a:ext uri="{FF2B5EF4-FFF2-40B4-BE49-F238E27FC236}">
                  <a16:creationId xmlns:a16="http://schemas.microsoft.com/office/drawing/2014/main" id="{8F4EA534-B08E-D70C-BD3C-C9DF5F0F05C5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C97478E4-EC05-4F90-7A7A-D02B3C0AF11C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11" name="ICOON_info">
              <a:extLst>
                <a:ext uri="{FF2B5EF4-FFF2-40B4-BE49-F238E27FC236}">
                  <a16:creationId xmlns:a16="http://schemas.microsoft.com/office/drawing/2014/main" id="{2646C8E6-635E-271F-0BBA-A58D7EB4E751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59" name="Ovaal 158">
                <a:extLst>
                  <a:ext uri="{FF2B5EF4-FFF2-40B4-BE49-F238E27FC236}">
                    <a16:creationId xmlns:a16="http://schemas.microsoft.com/office/drawing/2014/main" id="{A369BA35-7242-18EF-6308-BDC9DAA32F38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0" name="Graphic 163" descr="Informatie">
                <a:extLst>
                  <a:ext uri="{FF2B5EF4-FFF2-40B4-BE49-F238E27FC236}">
                    <a16:creationId xmlns:a16="http://schemas.microsoft.com/office/drawing/2014/main" id="{F77DBD1E-F369-1550-AC11-D7B28960F68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2" name="VOORBEELD">
              <a:extLst>
                <a:ext uri="{FF2B5EF4-FFF2-40B4-BE49-F238E27FC236}">
                  <a16:creationId xmlns:a16="http://schemas.microsoft.com/office/drawing/2014/main" id="{3AC7EE72-6ED8-707E-7F33-E0CBF067A634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19" name="Rechthoek 118">
                <a:extLst>
                  <a:ext uri="{FF2B5EF4-FFF2-40B4-BE49-F238E27FC236}">
                    <a16:creationId xmlns:a16="http://schemas.microsoft.com/office/drawing/2014/main" id="{44234780-1284-5E18-5A4D-CE79FA399E45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85F54F44-5D57-3E14-42DD-AE05223956FB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21" name="Groep 120">
                <a:extLst>
                  <a:ext uri="{FF2B5EF4-FFF2-40B4-BE49-F238E27FC236}">
                    <a16:creationId xmlns:a16="http://schemas.microsoft.com/office/drawing/2014/main" id="{0DCA1CEA-11F1-27C5-9D85-77C112616492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52" name="Groep 151">
                  <a:extLst>
                    <a:ext uri="{FF2B5EF4-FFF2-40B4-BE49-F238E27FC236}">
                      <a16:creationId xmlns:a16="http://schemas.microsoft.com/office/drawing/2014/main" id="{F215AAF8-ADF6-B2BF-BF7E-D190A265DDF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3E7BA01A-4176-6FDD-BF28-3D453E995E6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176F7B52-0D08-AC40-B228-EBC2F2EF908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6" name="Rechte verbindingslijn 155">
                    <a:extLst>
                      <a:ext uri="{FF2B5EF4-FFF2-40B4-BE49-F238E27FC236}">
                        <a16:creationId xmlns:a16="http://schemas.microsoft.com/office/drawing/2014/main" id="{E7280C52-7F48-B20A-DF91-7B62B25E245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7" name="Rechte verbindingslijn 156">
                    <a:extLst>
                      <a:ext uri="{FF2B5EF4-FFF2-40B4-BE49-F238E27FC236}">
                        <a16:creationId xmlns:a16="http://schemas.microsoft.com/office/drawing/2014/main" id="{55A9A6DB-D11B-9675-A42D-3C9B613B38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8" name="Rechte verbindingslijn 157">
                    <a:extLst>
                      <a:ext uri="{FF2B5EF4-FFF2-40B4-BE49-F238E27FC236}">
                        <a16:creationId xmlns:a16="http://schemas.microsoft.com/office/drawing/2014/main" id="{9E0A2182-29D7-3848-EFAA-DBE9B74BE98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3" name="Pijl: rechts 152">
                  <a:extLst>
                    <a:ext uri="{FF2B5EF4-FFF2-40B4-BE49-F238E27FC236}">
                      <a16:creationId xmlns:a16="http://schemas.microsoft.com/office/drawing/2014/main" id="{8BAA2A5F-3A0F-89B5-03EB-40F454B2157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1C3422E6-3E07-69EC-B408-91EE11139664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45" name="Groep 144">
                  <a:extLst>
                    <a:ext uri="{FF2B5EF4-FFF2-40B4-BE49-F238E27FC236}">
                      <a16:creationId xmlns:a16="http://schemas.microsoft.com/office/drawing/2014/main" id="{0F240DBC-021F-715C-510D-880D9A1BD81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47" name="Rechte verbindingslijn 146">
                    <a:extLst>
                      <a:ext uri="{FF2B5EF4-FFF2-40B4-BE49-F238E27FC236}">
                        <a16:creationId xmlns:a16="http://schemas.microsoft.com/office/drawing/2014/main" id="{C6CB4AD7-D9AF-BC73-84C4-6A70B99A4D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F6E9FEE1-A0CD-BF94-050C-1AD8DB8D996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9" name="Rechte verbindingslijn 148">
                    <a:extLst>
                      <a:ext uri="{FF2B5EF4-FFF2-40B4-BE49-F238E27FC236}">
                        <a16:creationId xmlns:a16="http://schemas.microsoft.com/office/drawing/2014/main" id="{62B8CBB4-0C5B-3EF6-4B02-47533E0A03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0" name="Rechte verbindingslijn 149">
                    <a:extLst>
                      <a:ext uri="{FF2B5EF4-FFF2-40B4-BE49-F238E27FC236}">
                        <a16:creationId xmlns:a16="http://schemas.microsoft.com/office/drawing/2014/main" id="{52FE6D8C-6410-7702-FA2E-093C3212DB2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1" name="Rechte verbindingslijn 150">
                    <a:extLst>
                      <a:ext uri="{FF2B5EF4-FFF2-40B4-BE49-F238E27FC236}">
                        <a16:creationId xmlns:a16="http://schemas.microsoft.com/office/drawing/2014/main" id="{44BD5312-BD2C-095E-243C-C3EBC62AEA3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6" name="Pijl: rechts 145">
                  <a:extLst>
                    <a:ext uri="{FF2B5EF4-FFF2-40B4-BE49-F238E27FC236}">
                      <a16:creationId xmlns:a16="http://schemas.microsoft.com/office/drawing/2014/main" id="{8024D2C2-A800-C7F8-781B-15EE88E5715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23" name="Rechte verbindingslijn 122">
                <a:extLst>
                  <a:ext uri="{FF2B5EF4-FFF2-40B4-BE49-F238E27FC236}">
                    <a16:creationId xmlns:a16="http://schemas.microsoft.com/office/drawing/2014/main" id="{F9AE9EDA-129A-4036-9BE8-9993D26DD0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24" name="Rechte verbindingslijn 123">
                <a:extLst>
                  <a:ext uri="{FF2B5EF4-FFF2-40B4-BE49-F238E27FC236}">
                    <a16:creationId xmlns:a16="http://schemas.microsoft.com/office/drawing/2014/main" id="{F9AD6CED-58B5-F73F-11F5-3C565EFFFB1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25" name="Rechthoek 124">
                <a:extLst>
                  <a:ext uri="{FF2B5EF4-FFF2-40B4-BE49-F238E27FC236}">
                    <a16:creationId xmlns:a16="http://schemas.microsoft.com/office/drawing/2014/main" id="{C8D39485-7809-E394-F0B0-EB6AF972A6BE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26" name="Rechthoek 125">
                <a:extLst>
                  <a:ext uri="{FF2B5EF4-FFF2-40B4-BE49-F238E27FC236}">
                    <a16:creationId xmlns:a16="http://schemas.microsoft.com/office/drawing/2014/main" id="{487CCDF3-5CA5-84D2-5C3C-BC4866DE39FF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27" name="Groep 126">
                <a:extLst>
                  <a:ext uri="{FF2B5EF4-FFF2-40B4-BE49-F238E27FC236}">
                    <a16:creationId xmlns:a16="http://schemas.microsoft.com/office/drawing/2014/main" id="{89860E7C-980A-9C65-0310-C333CBC44563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37" name="Rechthoek 136">
                  <a:extLst>
                    <a:ext uri="{FF2B5EF4-FFF2-40B4-BE49-F238E27FC236}">
                      <a16:creationId xmlns:a16="http://schemas.microsoft.com/office/drawing/2014/main" id="{EED94485-932F-C7C4-31AE-2E9EDAA60F7D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FA6439B2-863A-90A9-4E2D-9E2904EC070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40" name="Rechte verbindingslijn 139">
                    <a:extLst>
                      <a:ext uri="{FF2B5EF4-FFF2-40B4-BE49-F238E27FC236}">
                        <a16:creationId xmlns:a16="http://schemas.microsoft.com/office/drawing/2014/main" id="{BAB62829-3B11-AFEF-F6B0-8AB219886F3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1" name="Rechte verbindingslijn 140">
                    <a:extLst>
                      <a:ext uri="{FF2B5EF4-FFF2-40B4-BE49-F238E27FC236}">
                        <a16:creationId xmlns:a16="http://schemas.microsoft.com/office/drawing/2014/main" id="{30B7026C-EA94-2BC4-D1C4-99BF9B59A78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2" name="Rechte verbindingslijn 141">
                    <a:extLst>
                      <a:ext uri="{FF2B5EF4-FFF2-40B4-BE49-F238E27FC236}">
                        <a16:creationId xmlns:a16="http://schemas.microsoft.com/office/drawing/2014/main" id="{9AB4B262-1859-C44D-69BF-892D0DADC08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3" name="Rechte verbindingslijn 142">
                    <a:extLst>
                      <a:ext uri="{FF2B5EF4-FFF2-40B4-BE49-F238E27FC236}">
                        <a16:creationId xmlns:a16="http://schemas.microsoft.com/office/drawing/2014/main" id="{E52211C1-9F63-E787-84D3-BF414E93798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4" name="Rechte verbindingslijn 143">
                    <a:extLst>
                      <a:ext uri="{FF2B5EF4-FFF2-40B4-BE49-F238E27FC236}">
                        <a16:creationId xmlns:a16="http://schemas.microsoft.com/office/drawing/2014/main" id="{0E55120B-B61F-7C66-4FDD-B885D90FE35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9" name="Pijl: rechts 138">
                  <a:extLst>
                    <a:ext uri="{FF2B5EF4-FFF2-40B4-BE49-F238E27FC236}">
                      <a16:creationId xmlns:a16="http://schemas.microsoft.com/office/drawing/2014/main" id="{193733B5-BF28-4290-E081-9CDDFD748C6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8" name="Groep 127">
                <a:extLst>
                  <a:ext uri="{FF2B5EF4-FFF2-40B4-BE49-F238E27FC236}">
                    <a16:creationId xmlns:a16="http://schemas.microsoft.com/office/drawing/2014/main" id="{26EA7E0C-90DD-F5A2-8CD5-D031F97F4CCC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F7E18A3E-535A-CB5F-8379-3F5E3C7603EA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30" name="Groep 129">
                  <a:extLst>
                    <a:ext uri="{FF2B5EF4-FFF2-40B4-BE49-F238E27FC236}">
                      <a16:creationId xmlns:a16="http://schemas.microsoft.com/office/drawing/2014/main" id="{F8A45062-67FF-446A-4F0C-56C35F639C8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32" name="Rechte verbindingslijn 131">
                    <a:extLst>
                      <a:ext uri="{FF2B5EF4-FFF2-40B4-BE49-F238E27FC236}">
                        <a16:creationId xmlns:a16="http://schemas.microsoft.com/office/drawing/2014/main" id="{52908FC1-5069-9A4B-9263-2B89BB29BEB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3" name="Rechte verbindingslijn 132">
                    <a:extLst>
                      <a:ext uri="{FF2B5EF4-FFF2-40B4-BE49-F238E27FC236}">
                        <a16:creationId xmlns:a16="http://schemas.microsoft.com/office/drawing/2014/main" id="{F8391704-5BA2-7B6B-CE73-A5DB21AE4B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4" name="Rechte verbindingslijn 133">
                    <a:extLst>
                      <a:ext uri="{FF2B5EF4-FFF2-40B4-BE49-F238E27FC236}">
                        <a16:creationId xmlns:a16="http://schemas.microsoft.com/office/drawing/2014/main" id="{92104485-8714-761D-0925-9ACD8AE246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5" name="Rechte verbindingslijn 134">
                    <a:extLst>
                      <a:ext uri="{FF2B5EF4-FFF2-40B4-BE49-F238E27FC236}">
                        <a16:creationId xmlns:a16="http://schemas.microsoft.com/office/drawing/2014/main" id="{332FAE76-574E-335C-0E40-37D2DA1841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6" name="Rechte verbindingslijn 135">
                    <a:extLst>
                      <a:ext uri="{FF2B5EF4-FFF2-40B4-BE49-F238E27FC236}">
                        <a16:creationId xmlns:a16="http://schemas.microsoft.com/office/drawing/2014/main" id="{CB66390A-16A9-5142-D8B0-C1D376A4DD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1" name="Pijl: rechts 130">
                  <a:extLst>
                    <a:ext uri="{FF2B5EF4-FFF2-40B4-BE49-F238E27FC236}">
                      <a16:creationId xmlns:a16="http://schemas.microsoft.com/office/drawing/2014/main" id="{443E00E9-587A-32C7-CE26-C6FF951AD25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13" name="Groep 112">
              <a:extLst>
                <a:ext uri="{FF2B5EF4-FFF2-40B4-BE49-F238E27FC236}">
                  <a16:creationId xmlns:a16="http://schemas.microsoft.com/office/drawing/2014/main" id="{C0D87378-8C90-B755-D93D-E496221C117F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14" name="Inspireren">
                <a:extLst>
                  <a:ext uri="{FF2B5EF4-FFF2-40B4-BE49-F238E27FC236}">
                    <a16:creationId xmlns:a16="http://schemas.microsoft.com/office/drawing/2014/main" id="{E45D81A8-5897-F097-F2DD-9D803469D119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16" name="Freeform 12">
                  <a:extLst>
                    <a:ext uri="{FF2B5EF4-FFF2-40B4-BE49-F238E27FC236}">
                      <a16:creationId xmlns:a16="http://schemas.microsoft.com/office/drawing/2014/main" id="{3791A7F6-0AFA-79B8-7F2A-869960F632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17" name="Freeform 13">
                  <a:extLst>
                    <a:ext uri="{FF2B5EF4-FFF2-40B4-BE49-F238E27FC236}">
                      <a16:creationId xmlns:a16="http://schemas.microsoft.com/office/drawing/2014/main" id="{1D225083-9476-B38E-7C8A-814516CE6E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18" name="Freeform 14">
                  <a:extLst>
                    <a:ext uri="{FF2B5EF4-FFF2-40B4-BE49-F238E27FC236}">
                      <a16:creationId xmlns:a16="http://schemas.microsoft.com/office/drawing/2014/main" id="{8381E65F-E0FB-2CC3-B398-ACF4CF54EA4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15" name="Tekstvak 114">
                <a:extLst>
                  <a:ext uri="{FF2B5EF4-FFF2-40B4-BE49-F238E27FC236}">
                    <a16:creationId xmlns:a16="http://schemas.microsoft.com/office/drawing/2014/main" id="{9C32123E-E484-61DA-A771-594111DDD75F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48929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blok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tekst 10">
            <a:extLst>
              <a:ext uri="{FF2B5EF4-FFF2-40B4-BE49-F238E27FC236}">
                <a16:creationId xmlns:a16="http://schemas.microsoft.com/office/drawing/2014/main" id="{863637EC-A748-D83F-9757-7124981411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961" y="1592262"/>
            <a:ext cx="11018663" cy="3889375"/>
          </a:xfrm>
          <a:solidFill>
            <a:schemeClr val="accent1">
              <a:lumMod val="20000"/>
              <a:lumOff val="80000"/>
            </a:schemeClr>
          </a:solidFill>
        </p:spPr>
        <p:txBody>
          <a:bodyPr lIns="216000" tIns="108000" rIns="216000" bIns="108000"/>
          <a:lstStyle>
            <a:lvl1pPr marL="185738" indent="-1857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4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1" y="584200"/>
            <a:ext cx="11018663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1185902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kern="1200" cap="none" baseline="0" noProof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Tekst blok 1x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A88F8FC3-C0D0-5FFD-EA51-2796404BA6E2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INSTRUCTIE">
            <a:extLst>
              <a:ext uri="{FF2B5EF4-FFF2-40B4-BE49-F238E27FC236}">
                <a16:creationId xmlns:a16="http://schemas.microsoft.com/office/drawing/2014/main" id="{F3CD7FEE-F0CD-99E7-D82F-78792ADE8B71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878E5E03-B2E4-E79C-447B-4E9093EEAE36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83" name="Ovaal 82">
              <a:extLst>
                <a:ext uri="{FF2B5EF4-FFF2-40B4-BE49-F238E27FC236}">
                  <a16:creationId xmlns:a16="http://schemas.microsoft.com/office/drawing/2014/main" id="{6BE416A2-B103-F701-BBC7-4DCC5576233A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5F880BD4-152D-0C32-5691-61606877C8C6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28E7E538-9755-C40F-FCDD-2DE58F2CAD7A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666D3AB2-0E6F-886B-5067-3A4D6D5D4AB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E4F824DE-7067-BBB9-81B6-AF9656B6572A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4A91E430-B5E0-375E-5BFE-F1CB106413E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367562A1-5B99-36EE-55ED-967CE8AEBB62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90" name="Ovaal 89">
              <a:extLst>
                <a:ext uri="{FF2B5EF4-FFF2-40B4-BE49-F238E27FC236}">
                  <a16:creationId xmlns:a16="http://schemas.microsoft.com/office/drawing/2014/main" id="{B5212814-B919-BD35-77D2-97004EDFE625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DEF52D37-4312-F6DB-24FC-92885E2D1BB6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92" name="Ovaal 91">
              <a:extLst>
                <a:ext uri="{FF2B5EF4-FFF2-40B4-BE49-F238E27FC236}">
                  <a16:creationId xmlns:a16="http://schemas.microsoft.com/office/drawing/2014/main" id="{8CA3252C-17BC-4915-25C0-A5320B6B9EBC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FA072369-E655-8983-EB2A-4B6D7A4A94F9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87ED4D3E-3D0F-C6D5-46F9-9A6A542C492F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F06FA8F0-8CD7-4DC2-D9A7-3DF4FB454396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" name="Ovaal 95">
              <a:extLst>
                <a:ext uri="{FF2B5EF4-FFF2-40B4-BE49-F238E27FC236}">
                  <a16:creationId xmlns:a16="http://schemas.microsoft.com/office/drawing/2014/main" id="{8BC38FE4-7EE9-100B-045C-7AC849E923D4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EE0B34AA-CEBF-C884-8158-EB63F32424DD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" name="Ovaal 97">
              <a:extLst>
                <a:ext uri="{FF2B5EF4-FFF2-40B4-BE49-F238E27FC236}">
                  <a16:creationId xmlns:a16="http://schemas.microsoft.com/office/drawing/2014/main" id="{95A99CC4-62E0-8F4D-DD28-891EF62BEA4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C82C1E64-5B58-9740-06E5-C672613CBE0A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00" name="Ovaal 99">
              <a:extLst>
                <a:ext uri="{FF2B5EF4-FFF2-40B4-BE49-F238E27FC236}">
                  <a16:creationId xmlns:a16="http://schemas.microsoft.com/office/drawing/2014/main" id="{97BE09C5-7674-0D35-E114-7BDB2AF9555B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01" name="Rechthoek 100">
              <a:extLst>
                <a:ext uri="{FF2B5EF4-FFF2-40B4-BE49-F238E27FC236}">
                  <a16:creationId xmlns:a16="http://schemas.microsoft.com/office/drawing/2014/main" id="{11565DE3-59CB-2112-79EA-82D334365F8E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02" name="Rechthoek 101">
              <a:extLst>
                <a:ext uri="{FF2B5EF4-FFF2-40B4-BE49-F238E27FC236}">
                  <a16:creationId xmlns:a16="http://schemas.microsoft.com/office/drawing/2014/main" id="{AE72C61B-C6A9-4261-96FA-B5766A3C35A4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03" name="ICOON_info">
              <a:extLst>
                <a:ext uri="{FF2B5EF4-FFF2-40B4-BE49-F238E27FC236}">
                  <a16:creationId xmlns:a16="http://schemas.microsoft.com/office/drawing/2014/main" id="{7D7005A8-3521-4C8E-65E6-3A9F79F4276C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51" name="Ovaal 150">
                <a:extLst>
                  <a:ext uri="{FF2B5EF4-FFF2-40B4-BE49-F238E27FC236}">
                    <a16:creationId xmlns:a16="http://schemas.microsoft.com/office/drawing/2014/main" id="{27CC394B-3586-F22A-1991-17F2751119A7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2" name="Graphic 163" descr="Informatie">
                <a:extLst>
                  <a:ext uri="{FF2B5EF4-FFF2-40B4-BE49-F238E27FC236}">
                    <a16:creationId xmlns:a16="http://schemas.microsoft.com/office/drawing/2014/main" id="{FFFB00C7-60C4-7F45-DD87-D3A70B6259A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04" name="VOORBEELD">
              <a:extLst>
                <a:ext uri="{FF2B5EF4-FFF2-40B4-BE49-F238E27FC236}">
                  <a16:creationId xmlns:a16="http://schemas.microsoft.com/office/drawing/2014/main" id="{7F26E10E-6F1B-1A7E-B46B-2C627B1A0EE6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11" name="Rechthoek 110">
                <a:extLst>
                  <a:ext uri="{FF2B5EF4-FFF2-40B4-BE49-F238E27FC236}">
                    <a16:creationId xmlns:a16="http://schemas.microsoft.com/office/drawing/2014/main" id="{F76B408C-3E4F-DB28-9BFA-BE7EDFDF032B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4E6903D9-108E-6D11-FA92-74C5D97894B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13" name="Groep 112">
                <a:extLst>
                  <a:ext uri="{FF2B5EF4-FFF2-40B4-BE49-F238E27FC236}">
                    <a16:creationId xmlns:a16="http://schemas.microsoft.com/office/drawing/2014/main" id="{EA1D3AB5-5A95-1ECF-12F6-6E82A4DCCE76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44" name="Groep 143">
                  <a:extLst>
                    <a:ext uri="{FF2B5EF4-FFF2-40B4-BE49-F238E27FC236}">
                      <a16:creationId xmlns:a16="http://schemas.microsoft.com/office/drawing/2014/main" id="{1FD9B091-7CD6-6F87-0581-85B9DB210D5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46" name="Rechte verbindingslijn 145">
                    <a:extLst>
                      <a:ext uri="{FF2B5EF4-FFF2-40B4-BE49-F238E27FC236}">
                        <a16:creationId xmlns:a16="http://schemas.microsoft.com/office/drawing/2014/main" id="{D5CA0D58-BD11-39CF-4191-A56C43EC78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7" name="Rechte verbindingslijn 146">
                    <a:extLst>
                      <a:ext uri="{FF2B5EF4-FFF2-40B4-BE49-F238E27FC236}">
                        <a16:creationId xmlns:a16="http://schemas.microsoft.com/office/drawing/2014/main" id="{411F54C7-8E7B-D29C-2AFE-C22366544C0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705D8A87-2592-A59B-A02D-A104730350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9" name="Rechte verbindingslijn 148">
                    <a:extLst>
                      <a:ext uri="{FF2B5EF4-FFF2-40B4-BE49-F238E27FC236}">
                        <a16:creationId xmlns:a16="http://schemas.microsoft.com/office/drawing/2014/main" id="{F9EE1CCC-F41E-A025-4F77-EF49DC44199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0" name="Rechte verbindingslijn 149">
                    <a:extLst>
                      <a:ext uri="{FF2B5EF4-FFF2-40B4-BE49-F238E27FC236}">
                        <a16:creationId xmlns:a16="http://schemas.microsoft.com/office/drawing/2014/main" id="{0F91AC63-778B-C97E-3FFF-3EF0F6C32BC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5" name="Pijl: rechts 144">
                  <a:extLst>
                    <a:ext uri="{FF2B5EF4-FFF2-40B4-BE49-F238E27FC236}">
                      <a16:creationId xmlns:a16="http://schemas.microsoft.com/office/drawing/2014/main" id="{E4F24EA1-F094-F33A-BCCF-62C1C3B9B1C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14" name="Groep 113">
                <a:extLst>
                  <a:ext uri="{FF2B5EF4-FFF2-40B4-BE49-F238E27FC236}">
                    <a16:creationId xmlns:a16="http://schemas.microsoft.com/office/drawing/2014/main" id="{7BB98A68-B4C9-2CAE-4208-831E4CB1E76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37" name="Groep 136">
                  <a:extLst>
                    <a:ext uri="{FF2B5EF4-FFF2-40B4-BE49-F238E27FC236}">
                      <a16:creationId xmlns:a16="http://schemas.microsoft.com/office/drawing/2014/main" id="{5221F349-891C-825D-5677-50A70FB5823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39" name="Rechte verbindingslijn 138">
                    <a:extLst>
                      <a:ext uri="{FF2B5EF4-FFF2-40B4-BE49-F238E27FC236}">
                        <a16:creationId xmlns:a16="http://schemas.microsoft.com/office/drawing/2014/main" id="{0D375539-8741-FCA6-2CB0-61BCF60DA7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0" name="Rechte verbindingslijn 139">
                    <a:extLst>
                      <a:ext uri="{FF2B5EF4-FFF2-40B4-BE49-F238E27FC236}">
                        <a16:creationId xmlns:a16="http://schemas.microsoft.com/office/drawing/2014/main" id="{7718C081-9DBF-C2E6-7DF4-C7E3E33DB6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1" name="Rechte verbindingslijn 140">
                    <a:extLst>
                      <a:ext uri="{FF2B5EF4-FFF2-40B4-BE49-F238E27FC236}">
                        <a16:creationId xmlns:a16="http://schemas.microsoft.com/office/drawing/2014/main" id="{E1A85944-BAFE-8690-7B51-28BC6920FEF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2" name="Rechte verbindingslijn 141">
                    <a:extLst>
                      <a:ext uri="{FF2B5EF4-FFF2-40B4-BE49-F238E27FC236}">
                        <a16:creationId xmlns:a16="http://schemas.microsoft.com/office/drawing/2014/main" id="{A7EE46DA-064A-C212-5198-59A6B713A6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3" name="Rechte verbindingslijn 142">
                    <a:extLst>
                      <a:ext uri="{FF2B5EF4-FFF2-40B4-BE49-F238E27FC236}">
                        <a16:creationId xmlns:a16="http://schemas.microsoft.com/office/drawing/2014/main" id="{93339486-FD8E-8767-4476-2A79EDD1156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8" name="Pijl: rechts 137">
                  <a:extLst>
                    <a:ext uri="{FF2B5EF4-FFF2-40B4-BE49-F238E27FC236}">
                      <a16:creationId xmlns:a16="http://schemas.microsoft.com/office/drawing/2014/main" id="{889AEA9F-D016-DD10-82C5-177649A618F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15" name="Rechte verbindingslijn 114">
                <a:extLst>
                  <a:ext uri="{FF2B5EF4-FFF2-40B4-BE49-F238E27FC236}">
                    <a16:creationId xmlns:a16="http://schemas.microsoft.com/office/drawing/2014/main" id="{AAA9B4A8-F859-D7AA-9922-C5B639B8AFE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16" name="Rechte verbindingslijn 115">
                <a:extLst>
                  <a:ext uri="{FF2B5EF4-FFF2-40B4-BE49-F238E27FC236}">
                    <a16:creationId xmlns:a16="http://schemas.microsoft.com/office/drawing/2014/main" id="{57522280-F094-D6B7-9F8F-A31A7B1E967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17" name="Rechthoek 116">
                <a:extLst>
                  <a:ext uri="{FF2B5EF4-FFF2-40B4-BE49-F238E27FC236}">
                    <a16:creationId xmlns:a16="http://schemas.microsoft.com/office/drawing/2014/main" id="{37BD590F-B05B-2FB9-AFCF-5C82044C35EB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18" name="Rechthoek 117">
                <a:extLst>
                  <a:ext uri="{FF2B5EF4-FFF2-40B4-BE49-F238E27FC236}">
                    <a16:creationId xmlns:a16="http://schemas.microsoft.com/office/drawing/2014/main" id="{41A2887F-2316-EAF2-4917-351F6A5432E7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19" name="Groep 118">
                <a:extLst>
                  <a:ext uri="{FF2B5EF4-FFF2-40B4-BE49-F238E27FC236}">
                    <a16:creationId xmlns:a16="http://schemas.microsoft.com/office/drawing/2014/main" id="{04E1B0FF-1ABD-DFF0-B6DA-8991B9D2AD51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5A1D06D4-5D33-1369-B953-BF17153C1E2C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30" name="Groep 129">
                  <a:extLst>
                    <a:ext uri="{FF2B5EF4-FFF2-40B4-BE49-F238E27FC236}">
                      <a16:creationId xmlns:a16="http://schemas.microsoft.com/office/drawing/2014/main" id="{AEBB223D-3617-35F0-9E01-3F4464FA5EE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32" name="Rechte verbindingslijn 131">
                    <a:extLst>
                      <a:ext uri="{FF2B5EF4-FFF2-40B4-BE49-F238E27FC236}">
                        <a16:creationId xmlns:a16="http://schemas.microsoft.com/office/drawing/2014/main" id="{5131DA37-61D0-9250-612D-05F2D4EBF8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3" name="Rechte verbindingslijn 132">
                    <a:extLst>
                      <a:ext uri="{FF2B5EF4-FFF2-40B4-BE49-F238E27FC236}">
                        <a16:creationId xmlns:a16="http://schemas.microsoft.com/office/drawing/2014/main" id="{91D406DE-3824-1626-0E96-815A6F91C7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4" name="Rechte verbindingslijn 133">
                    <a:extLst>
                      <a:ext uri="{FF2B5EF4-FFF2-40B4-BE49-F238E27FC236}">
                        <a16:creationId xmlns:a16="http://schemas.microsoft.com/office/drawing/2014/main" id="{5C562D0C-D52D-03CC-A029-949949982C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5" name="Rechte verbindingslijn 134">
                    <a:extLst>
                      <a:ext uri="{FF2B5EF4-FFF2-40B4-BE49-F238E27FC236}">
                        <a16:creationId xmlns:a16="http://schemas.microsoft.com/office/drawing/2014/main" id="{616B4BD6-9D9F-EC53-71EE-FD56E25F3DF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6" name="Rechte verbindingslijn 135">
                    <a:extLst>
                      <a:ext uri="{FF2B5EF4-FFF2-40B4-BE49-F238E27FC236}">
                        <a16:creationId xmlns:a16="http://schemas.microsoft.com/office/drawing/2014/main" id="{2FCEE8D1-44E3-F0DC-A5B4-9CF60D3734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1" name="Pijl: rechts 130">
                  <a:extLst>
                    <a:ext uri="{FF2B5EF4-FFF2-40B4-BE49-F238E27FC236}">
                      <a16:creationId xmlns:a16="http://schemas.microsoft.com/office/drawing/2014/main" id="{A022F7F8-2881-C0F5-B074-417095D4B07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0" name="Groep 119">
                <a:extLst>
                  <a:ext uri="{FF2B5EF4-FFF2-40B4-BE49-F238E27FC236}">
                    <a16:creationId xmlns:a16="http://schemas.microsoft.com/office/drawing/2014/main" id="{33B64DA9-B8CC-C7D8-ACAC-F50BAA5AB347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21" name="Rechthoek 120">
                  <a:extLst>
                    <a:ext uri="{FF2B5EF4-FFF2-40B4-BE49-F238E27FC236}">
                      <a16:creationId xmlns:a16="http://schemas.microsoft.com/office/drawing/2014/main" id="{E061ADD2-FE65-F225-0A4E-7E5AE5C5377F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22" name="Groep 121">
                  <a:extLst>
                    <a:ext uri="{FF2B5EF4-FFF2-40B4-BE49-F238E27FC236}">
                      <a16:creationId xmlns:a16="http://schemas.microsoft.com/office/drawing/2014/main" id="{9AAD8699-AECB-2436-664B-2F7D550EC22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24" name="Rechte verbindingslijn 123">
                    <a:extLst>
                      <a:ext uri="{FF2B5EF4-FFF2-40B4-BE49-F238E27FC236}">
                        <a16:creationId xmlns:a16="http://schemas.microsoft.com/office/drawing/2014/main" id="{6D0E8D8A-C13E-7CD1-EC7D-80BAFABDA9B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5" name="Rechte verbindingslijn 124">
                    <a:extLst>
                      <a:ext uri="{FF2B5EF4-FFF2-40B4-BE49-F238E27FC236}">
                        <a16:creationId xmlns:a16="http://schemas.microsoft.com/office/drawing/2014/main" id="{4A91249C-39F3-4C62-9E95-FF64E8319D6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6" name="Rechte verbindingslijn 125">
                    <a:extLst>
                      <a:ext uri="{FF2B5EF4-FFF2-40B4-BE49-F238E27FC236}">
                        <a16:creationId xmlns:a16="http://schemas.microsoft.com/office/drawing/2014/main" id="{4AB8A956-4E02-5AC7-D10B-E86A0AFA171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7" name="Rechte verbindingslijn 126">
                    <a:extLst>
                      <a:ext uri="{FF2B5EF4-FFF2-40B4-BE49-F238E27FC236}">
                        <a16:creationId xmlns:a16="http://schemas.microsoft.com/office/drawing/2014/main" id="{8724AF60-C709-8CFF-72BE-CB6367DDC07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8" name="Rechte verbindingslijn 127">
                    <a:extLst>
                      <a:ext uri="{FF2B5EF4-FFF2-40B4-BE49-F238E27FC236}">
                        <a16:creationId xmlns:a16="http://schemas.microsoft.com/office/drawing/2014/main" id="{F5EC0D1D-EA3F-0D8C-A434-5C2CFD89C4A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3" name="Pijl: rechts 122">
                  <a:extLst>
                    <a:ext uri="{FF2B5EF4-FFF2-40B4-BE49-F238E27FC236}">
                      <a16:creationId xmlns:a16="http://schemas.microsoft.com/office/drawing/2014/main" id="{0DD2E25C-1DFB-4AB1-A02C-642D7C76902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05" name="Groep 104">
              <a:extLst>
                <a:ext uri="{FF2B5EF4-FFF2-40B4-BE49-F238E27FC236}">
                  <a16:creationId xmlns:a16="http://schemas.microsoft.com/office/drawing/2014/main" id="{B4C39908-510B-A5FD-D05C-92CB57AA4A3F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06" name="Inspireren">
                <a:extLst>
                  <a:ext uri="{FF2B5EF4-FFF2-40B4-BE49-F238E27FC236}">
                    <a16:creationId xmlns:a16="http://schemas.microsoft.com/office/drawing/2014/main" id="{B621E1FB-9D52-F306-B246-0FC8941FDAAB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08" name="Freeform 12">
                  <a:extLst>
                    <a:ext uri="{FF2B5EF4-FFF2-40B4-BE49-F238E27FC236}">
                      <a16:creationId xmlns:a16="http://schemas.microsoft.com/office/drawing/2014/main" id="{8BA7334A-0724-55B3-9451-39DADCFEF7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09" name="Freeform 13">
                  <a:extLst>
                    <a:ext uri="{FF2B5EF4-FFF2-40B4-BE49-F238E27FC236}">
                      <a16:creationId xmlns:a16="http://schemas.microsoft.com/office/drawing/2014/main" id="{C8EAF8D2-9F50-1C8E-559D-03449903FA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10" name="Freeform 14">
                  <a:extLst>
                    <a:ext uri="{FF2B5EF4-FFF2-40B4-BE49-F238E27FC236}">
                      <a16:creationId xmlns:a16="http://schemas.microsoft.com/office/drawing/2014/main" id="{77F2071A-C2A1-F6F7-8F01-2A1DD2BAF80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07" name="Tekstvak 106">
                <a:extLst>
                  <a:ext uri="{FF2B5EF4-FFF2-40B4-BE49-F238E27FC236}">
                    <a16:creationId xmlns:a16="http://schemas.microsoft.com/office/drawing/2014/main" id="{F744D934-2274-1343-D6B2-F3C3DA1E997F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5234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blok 6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1185902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b="0" kern="1200" cap="none" baseline="0" noProof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Tekst blok 6x</a:t>
            </a:r>
          </a:p>
        </p:txBody>
      </p:sp>
      <p:sp>
        <p:nvSpPr>
          <p:cNvPr id="4" name="Tijdelijke aanduiding voor tekst 10">
            <a:extLst>
              <a:ext uri="{FF2B5EF4-FFF2-40B4-BE49-F238E27FC236}">
                <a16:creationId xmlns:a16="http://schemas.microsoft.com/office/drawing/2014/main" id="{355841A1-B583-CED6-12A6-614A2C1E8B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3" y="584201"/>
            <a:ext cx="5457600" cy="1702782"/>
          </a:xfrm>
          <a:solidFill>
            <a:schemeClr val="accent1">
              <a:lumMod val="20000"/>
              <a:lumOff val="80000"/>
            </a:schemeClr>
          </a:solidFill>
        </p:spPr>
        <p:txBody>
          <a:bodyPr lIns="216000" tIns="108000" rIns="216000" bIns="108000"/>
          <a:lstStyle>
            <a:lvl1pPr marL="261938" indent="-2619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5" name="Tijdelijke aanduiding voor tekst 10">
            <a:extLst>
              <a:ext uri="{FF2B5EF4-FFF2-40B4-BE49-F238E27FC236}">
                <a16:creationId xmlns:a16="http://schemas.microsoft.com/office/drawing/2014/main" id="{6CAB3941-3618-22D5-9B91-3503E097B0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3765188"/>
            <a:ext cx="5457600" cy="171645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216000" tIns="108000" rIns="216000" bIns="108000"/>
          <a:lstStyle>
            <a:lvl1pPr marL="261938" indent="-2619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E339205A-C25E-6819-29CF-5DEACE9799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2380581"/>
            <a:ext cx="5457600" cy="1265846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lIns="216000" tIns="108000" rIns="216000" bIns="108000"/>
          <a:lstStyle>
            <a:lvl1pPr marL="261938" indent="-2619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10" name="Tijdelijke aanduiding voor tekst 10">
            <a:extLst>
              <a:ext uri="{FF2B5EF4-FFF2-40B4-BE49-F238E27FC236}">
                <a16:creationId xmlns:a16="http://schemas.microsoft.com/office/drawing/2014/main" id="{F133A80D-2500-452D-87DF-B0A8A26F45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7027" y="584201"/>
            <a:ext cx="5457600" cy="1702782"/>
          </a:xfrm>
          <a:solidFill>
            <a:schemeClr val="bg1">
              <a:lumMod val="75000"/>
            </a:schemeClr>
          </a:solidFill>
        </p:spPr>
        <p:txBody>
          <a:bodyPr lIns="216000" tIns="108000" rIns="216000" bIns="108000"/>
          <a:lstStyle>
            <a:lvl1pPr marL="261938" indent="-2619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93AE9AF0-BCC2-5184-3A2D-62BAC5CAE1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7027" y="3765188"/>
            <a:ext cx="5457600" cy="1716450"/>
          </a:xfrm>
          <a:solidFill>
            <a:schemeClr val="bg1">
              <a:lumMod val="75000"/>
            </a:schemeClr>
          </a:solidFill>
        </p:spPr>
        <p:txBody>
          <a:bodyPr lIns="216000" tIns="108000" rIns="216000" bIns="108000"/>
          <a:lstStyle>
            <a:lvl1pPr marL="261938" indent="-2619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13" name="Tijdelijke aanduiding voor tekst 10">
            <a:extLst>
              <a:ext uri="{FF2B5EF4-FFF2-40B4-BE49-F238E27FC236}">
                <a16:creationId xmlns:a16="http://schemas.microsoft.com/office/drawing/2014/main" id="{C0766393-90D0-A04E-542F-96E4AD9AC3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47027" y="2380581"/>
            <a:ext cx="5457600" cy="1279514"/>
          </a:xfrm>
          <a:solidFill>
            <a:srgbClr val="8C8C8C"/>
          </a:solidFill>
        </p:spPr>
        <p:txBody>
          <a:bodyPr lIns="216000" tIns="108000" rIns="216000" bIns="108000"/>
          <a:lstStyle>
            <a:lvl1pPr marL="261938" indent="-2619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grpSp>
        <p:nvGrpSpPr>
          <p:cNvPr id="86" name="INSTRUCTIE">
            <a:extLst>
              <a:ext uri="{FF2B5EF4-FFF2-40B4-BE49-F238E27FC236}">
                <a16:creationId xmlns:a16="http://schemas.microsoft.com/office/drawing/2014/main" id="{CD39AE81-B931-37CA-2595-4B2C33571709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92D793F5-24CD-0F29-7427-140AB74B005B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F4919A71-1607-0C16-9F64-4CBC5BCC02C7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A414B9C0-9DD8-9AA8-5D92-1EDCD47335F6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" name="Ovaal 89">
              <a:extLst>
                <a:ext uri="{FF2B5EF4-FFF2-40B4-BE49-F238E27FC236}">
                  <a16:creationId xmlns:a16="http://schemas.microsoft.com/office/drawing/2014/main" id="{044A9A83-B2A6-985B-EC45-8FD9F8E5627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0BF08BE8-6617-02DF-6733-7241DE8A04A5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BCDDF6DD-CAA4-280D-6838-D87A79733C99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93" name="Ovaal 92">
              <a:extLst>
                <a:ext uri="{FF2B5EF4-FFF2-40B4-BE49-F238E27FC236}">
                  <a16:creationId xmlns:a16="http://schemas.microsoft.com/office/drawing/2014/main" id="{DEBD7223-398C-C85C-3FFF-9B45A4E322CA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0C5395B1-0463-BCDC-4011-DEC5C1DD76D4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270E1E2A-FC77-F42C-00B4-A51A15F5868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A9A2980E-7AC3-CF96-C160-0A464744227C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7209D09-B621-B52F-F0ED-0E58AD32D3F5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98" name="Rechthoek 97">
              <a:extLst>
                <a:ext uri="{FF2B5EF4-FFF2-40B4-BE49-F238E27FC236}">
                  <a16:creationId xmlns:a16="http://schemas.microsoft.com/office/drawing/2014/main" id="{B428CB2D-9F35-E5C1-5D1F-920610CD12EC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99" name="Ovaal 98">
              <a:extLst>
                <a:ext uri="{FF2B5EF4-FFF2-40B4-BE49-F238E27FC236}">
                  <a16:creationId xmlns:a16="http://schemas.microsoft.com/office/drawing/2014/main" id="{8CECB778-F92E-5D04-E93B-C96004A8E3C9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00" name="Rechthoek 99">
              <a:extLst>
                <a:ext uri="{FF2B5EF4-FFF2-40B4-BE49-F238E27FC236}">
                  <a16:creationId xmlns:a16="http://schemas.microsoft.com/office/drawing/2014/main" id="{98CB6D9E-EA89-FB79-0A76-85A9383AA272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" name="Ovaal 100">
              <a:extLst>
                <a:ext uri="{FF2B5EF4-FFF2-40B4-BE49-F238E27FC236}">
                  <a16:creationId xmlns:a16="http://schemas.microsoft.com/office/drawing/2014/main" id="{B815E84D-7D2A-7537-F0CD-E833A2011F26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02" name="Rechthoek 101">
              <a:extLst>
                <a:ext uri="{FF2B5EF4-FFF2-40B4-BE49-F238E27FC236}">
                  <a16:creationId xmlns:a16="http://schemas.microsoft.com/office/drawing/2014/main" id="{65B25C9D-8C33-4674-2CF1-054F16380058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" name="Ovaal 102">
              <a:extLst>
                <a:ext uri="{FF2B5EF4-FFF2-40B4-BE49-F238E27FC236}">
                  <a16:creationId xmlns:a16="http://schemas.microsoft.com/office/drawing/2014/main" id="{3E15BF95-D779-7D7E-8BAF-2B36B1CE8DF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5A130C46-E492-B21A-7049-C7C23A3BDBF0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05" name="Ovaal 104">
              <a:extLst>
                <a:ext uri="{FF2B5EF4-FFF2-40B4-BE49-F238E27FC236}">
                  <a16:creationId xmlns:a16="http://schemas.microsoft.com/office/drawing/2014/main" id="{3F558441-F3B6-DFD7-D5F8-6DBB06978751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06" name="Rechthoek 105">
              <a:extLst>
                <a:ext uri="{FF2B5EF4-FFF2-40B4-BE49-F238E27FC236}">
                  <a16:creationId xmlns:a16="http://schemas.microsoft.com/office/drawing/2014/main" id="{2B51534C-09C0-29B2-E2E6-8307DDC76404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A5460849-6E1A-5067-A725-1E4F3DA51DC6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08" name="ICOON_info">
              <a:extLst>
                <a:ext uri="{FF2B5EF4-FFF2-40B4-BE49-F238E27FC236}">
                  <a16:creationId xmlns:a16="http://schemas.microsoft.com/office/drawing/2014/main" id="{A98A1EA7-0E3A-1E03-4F3F-2C8D87829252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56" name="Ovaal 155">
                <a:extLst>
                  <a:ext uri="{FF2B5EF4-FFF2-40B4-BE49-F238E27FC236}">
                    <a16:creationId xmlns:a16="http://schemas.microsoft.com/office/drawing/2014/main" id="{57E11BED-B7B0-5962-74CB-503ACEA4472A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7" name="Graphic 163" descr="Informatie">
                <a:extLst>
                  <a:ext uri="{FF2B5EF4-FFF2-40B4-BE49-F238E27FC236}">
                    <a16:creationId xmlns:a16="http://schemas.microsoft.com/office/drawing/2014/main" id="{DC23ABD2-0D89-D665-1A16-89AC821B8A2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09" name="VOORBEELD">
              <a:extLst>
                <a:ext uri="{FF2B5EF4-FFF2-40B4-BE49-F238E27FC236}">
                  <a16:creationId xmlns:a16="http://schemas.microsoft.com/office/drawing/2014/main" id="{9F1C0B18-C914-F339-DDD8-06F5C620474F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16" name="Rechthoek 115">
                <a:extLst>
                  <a:ext uri="{FF2B5EF4-FFF2-40B4-BE49-F238E27FC236}">
                    <a16:creationId xmlns:a16="http://schemas.microsoft.com/office/drawing/2014/main" id="{9B70ADF2-216E-7080-AB69-73766712EC5B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17" name="Rechthoek 116">
                <a:extLst>
                  <a:ext uri="{FF2B5EF4-FFF2-40B4-BE49-F238E27FC236}">
                    <a16:creationId xmlns:a16="http://schemas.microsoft.com/office/drawing/2014/main" id="{34566216-E031-BCC0-1C41-ECD247342000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18" name="Groep 117">
                <a:extLst>
                  <a:ext uri="{FF2B5EF4-FFF2-40B4-BE49-F238E27FC236}">
                    <a16:creationId xmlns:a16="http://schemas.microsoft.com/office/drawing/2014/main" id="{5D4DA190-3F9B-DBB5-9FFF-809394D4DD1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49" name="Groep 148">
                  <a:extLst>
                    <a:ext uri="{FF2B5EF4-FFF2-40B4-BE49-F238E27FC236}">
                      <a16:creationId xmlns:a16="http://schemas.microsoft.com/office/drawing/2014/main" id="{BA63D0AD-74DB-0427-4C0B-BBAD939C4ED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51" name="Rechte verbindingslijn 150">
                    <a:extLst>
                      <a:ext uri="{FF2B5EF4-FFF2-40B4-BE49-F238E27FC236}">
                        <a16:creationId xmlns:a16="http://schemas.microsoft.com/office/drawing/2014/main" id="{010B8D89-CFEC-9AAC-0940-FBFF3C1874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2" name="Rechte verbindingslijn 151">
                    <a:extLst>
                      <a:ext uri="{FF2B5EF4-FFF2-40B4-BE49-F238E27FC236}">
                        <a16:creationId xmlns:a16="http://schemas.microsoft.com/office/drawing/2014/main" id="{C389683D-BE89-C86D-1525-CA939B64E0D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3" name="Rechte verbindingslijn 152">
                    <a:extLst>
                      <a:ext uri="{FF2B5EF4-FFF2-40B4-BE49-F238E27FC236}">
                        <a16:creationId xmlns:a16="http://schemas.microsoft.com/office/drawing/2014/main" id="{F4D58429-E8AB-B325-87E7-166F0DABDAF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3329198E-7C01-3E6C-EB55-4083DEBBB5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B4A13586-4E10-3F58-3061-D76797C518E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0" name="Pijl: rechts 149">
                  <a:extLst>
                    <a:ext uri="{FF2B5EF4-FFF2-40B4-BE49-F238E27FC236}">
                      <a16:creationId xmlns:a16="http://schemas.microsoft.com/office/drawing/2014/main" id="{8583BDB4-26B2-60FA-D988-DF691C30D97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19" name="Groep 118">
                <a:extLst>
                  <a:ext uri="{FF2B5EF4-FFF2-40B4-BE49-F238E27FC236}">
                    <a16:creationId xmlns:a16="http://schemas.microsoft.com/office/drawing/2014/main" id="{3519C6B5-9361-A306-CF11-35D05102683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42" name="Groep 141">
                  <a:extLst>
                    <a:ext uri="{FF2B5EF4-FFF2-40B4-BE49-F238E27FC236}">
                      <a16:creationId xmlns:a16="http://schemas.microsoft.com/office/drawing/2014/main" id="{0AED4DAC-0069-CC92-8FA7-2AA6F6A254B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44" name="Rechte verbindingslijn 143">
                    <a:extLst>
                      <a:ext uri="{FF2B5EF4-FFF2-40B4-BE49-F238E27FC236}">
                        <a16:creationId xmlns:a16="http://schemas.microsoft.com/office/drawing/2014/main" id="{98961CCB-B2F1-F87E-E775-B55BE61742C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5" name="Rechte verbindingslijn 144">
                    <a:extLst>
                      <a:ext uri="{FF2B5EF4-FFF2-40B4-BE49-F238E27FC236}">
                        <a16:creationId xmlns:a16="http://schemas.microsoft.com/office/drawing/2014/main" id="{063F5F4A-346F-D90F-F8B2-3E2FACA37B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6" name="Rechte verbindingslijn 145">
                    <a:extLst>
                      <a:ext uri="{FF2B5EF4-FFF2-40B4-BE49-F238E27FC236}">
                        <a16:creationId xmlns:a16="http://schemas.microsoft.com/office/drawing/2014/main" id="{68AD27FC-4915-56A7-412F-C0E6CE48460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7" name="Rechte verbindingslijn 146">
                    <a:extLst>
                      <a:ext uri="{FF2B5EF4-FFF2-40B4-BE49-F238E27FC236}">
                        <a16:creationId xmlns:a16="http://schemas.microsoft.com/office/drawing/2014/main" id="{22782D8D-C83B-91DD-53D6-86F2EEDFF29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BAD9F68F-4A8B-5ED3-66B6-A72C4DC390E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3" name="Pijl: rechts 142">
                  <a:extLst>
                    <a:ext uri="{FF2B5EF4-FFF2-40B4-BE49-F238E27FC236}">
                      <a16:creationId xmlns:a16="http://schemas.microsoft.com/office/drawing/2014/main" id="{06AA3080-B8AC-8D09-FC6A-DD6B3E6135F9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20" name="Rechte verbindingslijn 119">
                <a:extLst>
                  <a:ext uri="{FF2B5EF4-FFF2-40B4-BE49-F238E27FC236}">
                    <a16:creationId xmlns:a16="http://schemas.microsoft.com/office/drawing/2014/main" id="{810B0CC2-8870-629F-A552-01497C36918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21" name="Rechte verbindingslijn 120">
                <a:extLst>
                  <a:ext uri="{FF2B5EF4-FFF2-40B4-BE49-F238E27FC236}">
                    <a16:creationId xmlns:a16="http://schemas.microsoft.com/office/drawing/2014/main" id="{04689E17-D6F0-E290-4F72-D23E1807B31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22" name="Rechthoek 121">
                <a:extLst>
                  <a:ext uri="{FF2B5EF4-FFF2-40B4-BE49-F238E27FC236}">
                    <a16:creationId xmlns:a16="http://schemas.microsoft.com/office/drawing/2014/main" id="{17F8E1DE-5827-5F6F-BEC9-A4A100D0355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23" name="Rechthoek 122">
                <a:extLst>
                  <a:ext uri="{FF2B5EF4-FFF2-40B4-BE49-F238E27FC236}">
                    <a16:creationId xmlns:a16="http://schemas.microsoft.com/office/drawing/2014/main" id="{E1FBD6A6-47F9-56DE-B677-6636B89A440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24" name="Groep 123">
                <a:extLst>
                  <a:ext uri="{FF2B5EF4-FFF2-40B4-BE49-F238E27FC236}">
                    <a16:creationId xmlns:a16="http://schemas.microsoft.com/office/drawing/2014/main" id="{B6825635-767D-F512-DCCF-907104DA5EA5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34" name="Rechthoek 133">
                  <a:extLst>
                    <a:ext uri="{FF2B5EF4-FFF2-40B4-BE49-F238E27FC236}">
                      <a16:creationId xmlns:a16="http://schemas.microsoft.com/office/drawing/2014/main" id="{52346360-962E-E2CC-909B-BAF38DF8190F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35" name="Groep 134">
                  <a:extLst>
                    <a:ext uri="{FF2B5EF4-FFF2-40B4-BE49-F238E27FC236}">
                      <a16:creationId xmlns:a16="http://schemas.microsoft.com/office/drawing/2014/main" id="{11FE6049-3281-9563-54F4-EE1639DB437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37" name="Rechte verbindingslijn 136">
                    <a:extLst>
                      <a:ext uri="{FF2B5EF4-FFF2-40B4-BE49-F238E27FC236}">
                        <a16:creationId xmlns:a16="http://schemas.microsoft.com/office/drawing/2014/main" id="{760CB167-8B5C-B592-863B-8FED8EEC85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8" name="Rechte verbindingslijn 137">
                    <a:extLst>
                      <a:ext uri="{FF2B5EF4-FFF2-40B4-BE49-F238E27FC236}">
                        <a16:creationId xmlns:a16="http://schemas.microsoft.com/office/drawing/2014/main" id="{DD93C91A-BF3B-BFE3-B67A-E7FC4D1EA63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9" name="Rechte verbindingslijn 138">
                    <a:extLst>
                      <a:ext uri="{FF2B5EF4-FFF2-40B4-BE49-F238E27FC236}">
                        <a16:creationId xmlns:a16="http://schemas.microsoft.com/office/drawing/2014/main" id="{555829B9-5C91-4046-D0DA-515131920C4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0" name="Rechte verbindingslijn 139">
                    <a:extLst>
                      <a:ext uri="{FF2B5EF4-FFF2-40B4-BE49-F238E27FC236}">
                        <a16:creationId xmlns:a16="http://schemas.microsoft.com/office/drawing/2014/main" id="{EB4953DD-CD3D-12A2-6C96-C55B996F442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1" name="Rechte verbindingslijn 140">
                    <a:extLst>
                      <a:ext uri="{FF2B5EF4-FFF2-40B4-BE49-F238E27FC236}">
                        <a16:creationId xmlns:a16="http://schemas.microsoft.com/office/drawing/2014/main" id="{FC56F36F-F01E-9A8B-1408-CACF57C4461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6" name="Pijl: rechts 135">
                  <a:extLst>
                    <a:ext uri="{FF2B5EF4-FFF2-40B4-BE49-F238E27FC236}">
                      <a16:creationId xmlns:a16="http://schemas.microsoft.com/office/drawing/2014/main" id="{0CEA4E34-AB66-E2A0-7376-7227E7E2954D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5" name="Groep 124">
                <a:extLst>
                  <a:ext uri="{FF2B5EF4-FFF2-40B4-BE49-F238E27FC236}">
                    <a16:creationId xmlns:a16="http://schemas.microsoft.com/office/drawing/2014/main" id="{FA9558DF-7EE7-B5C9-7DF8-DDC5DA0071D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26" name="Rechthoek 125">
                  <a:extLst>
                    <a:ext uri="{FF2B5EF4-FFF2-40B4-BE49-F238E27FC236}">
                      <a16:creationId xmlns:a16="http://schemas.microsoft.com/office/drawing/2014/main" id="{0B0FD8B5-FA29-BE1B-717B-759DAAC9CC2A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27" name="Groep 126">
                  <a:extLst>
                    <a:ext uri="{FF2B5EF4-FFF2-40B4-BE49-F238E27FC236}">
                      <a16:creationId xmlns:a16="http://schemas.microsoft.com/office/drawing/2014/main" id="{FFB9314B-6B2D-C2F7-8EDB-4F8F41F5A91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29" name="Rechte verbindingslijn 128">
                    <a:extLst>
                      <a:ext uri="{FF2B5EF4-FFF2-40B4-BE49-F238E27FC236}">
                        <a16:creationId xmlns:a16="http://schemas.microsoft.com/office/drawing/2014/main" id="{29BC38C3-1BD4-1A8A-0D5D-CC8947F8926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0" name="Rechte verbindingslijn 129">
                    <a:extLst>
                      <a:ext uri="{FF2B5EF4-FFF2-40B4-BE49-F238E27FC236}">
                        <a16:creationId xmlns:a16="http://schemas.microsoft.com/office/drawing/2014/main" id="{30FC78EB-0267-763C-F9C8-7B3D68BF519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1" name="Rechte verbindingslijn 130">
                    <a:extLst>
                      <a:ext uri="{FF2B5EF4-FFF2-40B4-BE49-F238E27FC236}">
                        <a16:creationId xmlns:a16="http://schemas.microsoft.com/office/drawing/2014/main" id="{2B3CDE9D-A2AE-CF99-6460-6A1DBD23B26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2" name="Rechte verbindingslijn 131">
                    <a:extLst>
                      <a:ext uri="{FF2B5EF4-FFF2-40B4-BE49-F238E27FC236}">
                        <a16:creationId xmlns:a16="http://schemas.microsoft.com/office/drawing/2014/main" id="{92EF29A1-8BFD-666A-6681-290494B71D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3" name="Rechte verbindingslijn 132">
                    <a:extLst>
                      <a:ext uri="{FF2B5EF4-FFF2-40B4-BE49-F238E27FC236}">
                        <a16:creationId xmlns:a16="http://schemas.microsoft.com/office/drawing/2014/main" id="{0FC44201-DAF8-3E55-FEFB-6A9745B3E0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8" name="Pijl: rechts 127">
                  <a:extLst>
                    <a:ext uri="{FF2B5EF4-FFF2-40B4-BE49-F238E27FC236}">
                      <a16:creationId xmlns:a16="http://schemas.microsoft.com/office/drawing/2014/main" id="{A62ED7A4-9987-95E3-FA17-A1A0D340834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10" name="Groep 109">
              <a:extLst>
                <a:ext uri="{FF2B5EF4-FFF2-40B4-BE49-F238E27FC236}">
                  <a16:creationId xmlns:a16="http://schemas.microsoft.com/office/drawing/2014/main" id="{C4900E31-8C16-2AD3-854C-F875BE047BBC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11" name="Inspireren">
                <a:extLst>
                  <a:ext uri="{FF2B5EF4-FFF2-40B4-BE49-F238E27FC236}">
                    <a16:creationId xmlns:a16="http://schemas.microsoft.com/office/drawing/2014/main" id="{B009337F-6DFE-E2C7-CBE6-964802C565FF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13" name="Freeform 12">
                  <a:extLst>
                    <a:ext uri="{FF2B5EF4-FFF2-40B4-BE49-F238E27FC236}">
                      <a16:creationId xmlns:a16="http://schemas.microsoft.com/office/drawing/2014/main" id="{9B31235A-51F0-1B0B-AB05-C5EF3C1421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14" name="Freeform 13">
                  <a:extLst>
                    <a:ext uri="{FF2B5EF4-FFF2-40B4-BE49-F238E27FC236}">
                      <a16:creationId xmlns:a16="http://schemas.microsoft.com/office/drawing/2014/main" id="{D8B1861C-428E-B51C-4349-358C54A61E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15" name="Freeform 14">
                  <a:extLst>
                    <a:ext uri="{FF2B5EF4-FFF2-40B4-BE49-F238E27FC236}">
                      <a16:creationId xmlns:a16="http://schemas.microsoft.com/office/drawing/2014/main" id="{AAE95AB8-79D5-D7EC-4E85-AB50ED404C1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12" name="Tekstvak 111">
                <a:extLst>
                  <a:ext uri="{FF2B5EF4-FFF2-40B4-BE49-F238E27FC236}">
                    <a16:creationId xmlns:a16="http://schemas.microsoft.com/office/drawing/2014/main" id="{20B91BDA-27E4-A10F-C66B-DD31294E8BCA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294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1" y="584200"/>
            <a:ext cx="11018663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4. Koptekst</a:t>
            </a:r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94416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Alleen titel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A88F8FC3-C0D0-5FFD-EA51-2796404BA6E2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hthoek 3">
            <a:extLst>
              <a:ext uri="{FF2B5EF4-FFF2-40B4-BE49-F238E27FC236}">
                <a16:creationId xmlns:a16="http://schemas.microsoft.com/office/drawing/2014/main" id="{16EC0969-CC8E-1EF2-27D2-CD90B0C2658C}"/>
              </a:ext>
            </a:extLst>
          </p:cNvPr>
          <p:cNvSpPr/>
          <p:nvPr userDrawn="1"/>
        </p:nvSpPr>
        <p:spPr>
          <a:xfrm>
            <a:off x="295835" y="5664820"/>
            <a:ext cx="3227294" cy="897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</p:spTree>
    <p:extLst>
      <p:ext uri="{BB962C8B-B14F-4D97-AF65-F5344CB8AC3E}">
        <p14:creationId xmlns:p14="http://schemas.microsoft.com/office/powerpoint/2010/main" val="7381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55944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Quote</a:t>
            </a: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16EC0969-CC8E-1EF2-27D2-CD90B0C2658C}"/>
              </a:ext>
            </a:extLst>
          </p:cNvPr>
          <p:cNvSpPr/>
          <p:nvPr userDrawn="1"/>
        </p:nvSpPr>
        <p:spPr>
          <a:xfrm>
            <a:off x="295835" y="5664820"/>
            <a:ext cx="3227294" cy="897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30D423D-A94B-6A7F-DEA1-D4AFEFBDE7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781" t="32769" r="18741" b="32032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1B6C386-761F-7371-9514-A68CD1ADF59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7375" y="5775695"/>
            <a:ext cx="2364831" cy="648139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A856167F-823F-DDBE-F780-6B40748470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5205" y="2648297"/>
            <a:ext cx="3517901" cy="156140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60CC2BF3-A675-B856-FE47-79A8EDDE7130}"/>
              </a:ext>
            </a:extLst>
          </p:cNvPr>
          <p:cNvSpPr/>
          <p:nvPr/>
        </p:nvSpPr>
        <p:spPr>
          <a:xfrm>
            <a:off x="3022282" y="1104900"/>
            <a:ext cx="6145530" cy="4651057"/>
          </a:xfrm>
          <a:custGeom>
            <a:avLst/>
            <a:gdLst>
              <a:gd name="connsiteX0" fmla="*/ 6145530 w 6145530"/>
              <a:gd name="connsiteY0" fmla="*/ 2326005 h 4651057"/>
              <a:gd name="connsiteX1" fmla="*/ 4403408 w 6145530"/>
              <a:gd name="connsiteY1" fmla="*/ 411480 h 4651057"/>
              <a:gd name="connsiteX2" fmla="*/ 4109085 w 6145530"/>
              <a:gd name="connsiteY2" fmla="*/ 240983 h 4651057"/>
              <a:gd name="connsiteX3" fmla="*/ 3998595 w 6145530"/>
              <a:gd name="connsiteY3" fmla="*/ 187643 h 4651057"/>
              <a:gd name="connsiteX4" fmla="*/ 3077528 w 6145530"/>
              <a:gd name="connsiteY4" fmla="*/ 0 h 4651057"/>
              <a:gd name="connsiteX5" fmla="*/ 2146935 w 6145530"/>
              <a:gd name="connsiteY5" fmla="*/ 193358 h 4651057"/>
              <a:gd name="connsiteX6" fmla="*/ 2146935 w 6145530"/>
              <a:gd name="connsiteY6" fmla="*/ 188595 h 4651057"/>
              <a:gd name="connsiteX7" fmla="*/ 0 w 6145530"/>
              <a:gd name="connsiteY7" fmla="*/ 2326005 h 4651057"/>
              <a:gd name="connsiteX8" fmla="*/ 2146935 w 6145530"/>
              <a:gd name="connsiteY8" fmla="*/ 4463415 h 4651057"/>
              <a:gd name="connsiteX9" fmla="*/ 2146935 w 6145530"/>
              <a:gd name="connsiteY9" fmla="*/ 4457700 h 4651057"/>
              <a:gd name="connsiteX10" fmla="*/ 3077528 w 6145530"/>
              <a:gd name="connsiteY10" fmla="*/ 4651058 h 4651057"/>
              <a:gd name="connsiteX11" fmla="*/ 3998595 w 6145530"/>
              <a:gd name="connsiteY11" fmla="*/ 4462463 h 4651057"/>
              <a:gd name="connsiteX12" fmla="*/ 3998595 w 6145530"/>
              <a:gd name="connsiteY12" fmla="*/ 4462463 h 4651057"/>
              <a:gd name="connsiteX13" fmla="*/ 4110038 w 6145530"/>
              <a:gd name="connsiteY13" fmla="*/ 4409123 h 4651057"/>
              <a:gd name="connsiteX14" fmla="*/ 4402455 w 6145530"/>
              <a:gd name="connsiteY14" fmla="*/ 4239578 h 4651057"/>
              <a:gd name="connsiteX15" fmla="*/ 6145530 w 6145530"/>
              <a:gd name="connsiteY15" fmla="*/ 2326005 h 465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45530" h="4651057">
                <a:moveTo>
                  <a:pt x="6145530" y="2326005"/>
                </a:moveTo>
                <a:cubicBezTo>
                  <a:pt x="5514023" y="1313498"/>
                  <a:pt x="4908233" y="738188"/>
                  <a:pt x="4403408" y="411480"/>
                </a:cubicBezTo>
                <a:cubicBezTo>
                  <a:pt x="4310063" y="347663"/>
                  <a:pt x="4211955" y="291465"/>
                  <a:pt x="4109085" y="240983"/>
                </a:cubicBezTo>
                <a:cubicBezTo>
                  <a:pt x="4071938" y="221933"/>
                  <a:pt x="4034790" y="204788"/>
                  <a:pt x="3998595" y="187643"/>
                </a:cubicBezTo>
                <a:cubicBezTo>
                  <a:pt x="3715703" y="67628"/>
                  <a:pt x="3405188" y="0"/>
                  <a:pt x="3077528" y="0"/>
                </a:cubicBezTo>
                <a:cubicBezTo>
                  <a:pt x="2747010" y="0"/>
                  <a:pt x="2432685" y="69533"/>
                  <a:pt x="2146935" y="193358"/>
                </a:cubicBezTo>
                <a:lnTo>
                  <a:pt x="2146935" y="188595"/>
                </a:lnTo>
                <a:cubicBezTo>
                  <a:pt x="1580198" y="444818"/>
                  <a:pt x="810578" y="1026795"/>
                  <a:pt x="0" y="2326005"/>
                </a:cubicBezTo>
                <a:cubicBezTo>
                  <a:pt x="810578" y="3625215"/>
                  <a:pt x="1580198" y="4206240"/>
                  <a:pt x="2146935" y="4463415"/>
                </a:cubicBezTo>
                <a:lnTo>
                  <a:pt x="2146935" y="4457700"/>
                </a:lnTo>
                <a:cubicBezTo>
                  <a:pt x="2431733" y="4581525"/>
                  <a:pt x="2746058" y="4651058"/>
                  <a:pt x="3077528" y="4651058"/>
                </a:cubicBezTo>
                <a:cubicBezTo>
                  <a:pt x="3404235" y="4651058"/>
                  <a:pt x="3715703" y="4583430"/>
                  <a:pt x="3998595" y="4462463"/>
                </a:cubicBezTo>
                <a:lnTo>
                  <a:pt x="3998595" y="4462463"/>
                </a:lnTo>
                <a:cubicBezTo>
                  <a:pt x="4034790" y="4446270"/>
                  <a:pt x="4071938" y="4428173"/>
                  <a:pt x="4110038" y="4409123"/>
                </a:cubicBezTo>
                <a:cubicBezTo>
                  <a:pt x="4211955" y="4358640"/>
                  <a:pt x="4310063" y="4303395"/>
                  <a:pt x="4402455" y="4239578"/>
                </a:cubicBezTo>
                <a:cubicBezTo>
                  <a:pt x="4907280" y="3912870"/>
                  <a:pt x="5514023" y="3337560"/>
                  <a:pt x="6145530" y="2326005"/>
                </a:cubicBezTo>
                <a:close/>
              </a:path>
            </a:pathLst>
          </a:custGeom>
          <a:noFill/>
          <a:ln w="3810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9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k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62677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 err="1">
                <a:solidFill>
                  <a:schemeClr val="accent1"/>
                </a:solidFill>
                <a:latin typeface="+mj-lt"/>
              </a:rPr>
              <a:t>Circkel</a:t>
            </a:r>
            <a:endParaRPr lang="nl-NL" sz="1600" b="0" cap="none" baseline="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16EC0969-CC8E-1EF2-27D2-CD90B0C2658C}"/>
              </a:ext>
            </a:extLst>
          </p:cNvPr>
          <p:cNvSpPr/>
          <p:nvPr userDrawn="1"/>
        </p:nvSpPr>
        <p:spPr>
          <a:xfrm>
            <a:off x="295835" y="5664820"/>
            <a:ext cx="3227294" cy="897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1B6C386-761F-7371-9514-A68CD1ADF5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5" y="5775695"/>
            <a:ext cx="2364831" cy="648139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A856167F-823F-DDBE-F780-6B40748470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5205" y="2648297"/>
            <a:ext cx="3517901" cy="156140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60CC2BF3-A675-B856-FE47-79A8EDDE7130}"/>
              </a:ext>
            </a:extLst>
          </p:cNvPr>
          <p:cNvSpPr/>
          <p:nvPr/>
        </p:nvSpPr>
        <p:spPr>
          <a:xfrm>
            <a:off x="3022282" y="1104900"/>
            <a:ext cx="6145530" cy="4651057"/>
          </a:xfrm>
          <a:custGeom>
            <a:avLst/>
            <a:gdLst>
              <a:gd name="connsiteX0" fmla="*/ 6145530 w 6145530"/>
              <a:gd name="connsiteY0" fmla="*/ 2326005 h 4651057"/>
              <a:gd name="connsiteX1" fmla="*/ 4403408 w 6145530"/>
              <a:gd name="connsiteY1" fmla="*/ 411480 h 4651057"/>
              <a:gd name="connsiteX2" fmla="*/ 4109085 w 6145530"/>
              <a:gd name="connsiteY2" fmla="*/ 240983 h 4651057"/>
              <a:gd name="connsiteX3" fmla="*/ 3998595 w 6145530"/>
              <a:gd name="connsiteY3" fmla="*/ 187643 h 4651057"/>
              <a:gd name="connsiteX4" fmla="*/ 3077528 w 6145530"/>
              <a:gd name="connsiteY4" fmla="*/ 0 h 4651057"/>
              <a:gd name="connsiteX5" fmla="*/ 2146935 w 6145530"/>
              <a:gd name="connsiteY5" fmla="*/ 193358 h 4651057"/>
              <a:gd name="connsiteX6" fmla="*/ 2146935 w 6145530"/>
              <a:gd name="connsiteY6" fmla="*/ 188595 h 4651057"/>
              <a:gd name="connsiteX7" fmla="*/ 0 w 6145530"/>
              <a:gd name="connsiteY7" fmla="*/ 2326005 h 4651057"/>
              <a:gd name="connsiteX8" fmla="*/ 2146935 w 6145530"/>
              <a:gd name="connsiteY8" fmla="*/ 4463415 h 4651057"/>
              <a:gd name="connsiteX9" fmla="*/ 2146935 w 6145530"/>
              <a:gd name="connsiteY9" fmla="*/ 4457700 h 4651057"/>
              <a:gd name="connsiteX10" fmla="*/ 3077528 w 6145530"/>
              <a:gd name="connsiteY10" fmla="*/ 4651058 h 4651057"/>
              <a:gd name="connsiteX11" fmla="*/ 3998595 w 6145530"/>
              <a:gd name="connsiteY11" fmla="*/ 4462463 h 4651057"/>
              <a:gd name="connsiteX12" fmla="*/ 3998595 w 6145530"/>
              <a:gd name="connsiteY12" fmla="*/ 4462463 h 4651057"/>
              <a:gd name="connsiteX13" fmla="*/ 4110038 w 6145530"/>
              <a:gd name="connsiteY13" fmla="*/ 4409123 h 4651057"/>
              <a:gd name="connsiteX14" fmla="*/ 4402455 w 6145530"/>
              <a:gd name="connsiteY14" fmla="*/ 4239578 h 4651057"/>
              <a:gd name="connsiteX15" fmla="*/ 6145530 w 6145530"/>
              <a:gd name="connsiteY15" fmla="*/ 2326005 h 465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45530" h="4651057">
                <a:moveTo>
                  <a:pt x="6145530" y="2326005"/>
                </a:moveTo>
                <a:cubicBezTo>
                  <a:pt x="5514023" y="1313498"/>
                  <a:pt x="4908233" y="738188"/>
                  <a:pt x="4403408" y="411480"/>
                </a:cubicBezTo>
                <a:cubicBezTo>
                  <a:pt x="4310063" y="347663"/>
                  <a:pt x="4211955" y="291465"/>
                  <a:pt x="4109085" y="240983"/>
                </a:cubicBezTo>
                <a:cubicBezTo>
                  <a:pt x="4071938" y="221933"/>
                  <a:pt x="4034790" y="204788"/>
                  <a:pt x="3998595" y="187643"/>
                </a:cubicBezTo>
                <a:cubicBezTo>
                  <a:pt x="3715703" y="67628"/>
                  <a:pt x="3405188" y="0"/>
                  <a:pt x="3077528" y="0"/>
                </a:cubicBezTo>
                <a:cubicBezTo>
                  <a:pt x="2747010" y="0"/>
                  <a:pt x="2432685" y="69533"/>
                  <a:pt x="2146935" y="193358"/>
                </a:cubicBezTo>
                <a:lnTo>
                  <a:pt x="2146935" y="188595"/>
                </a:lnTo>
                <a:cubicBezTo>
                  <a:pt x="1580198" y="444818"/>
                  <a:pt x="810578" y="1026795"/>
                  <a:pt x="0" y="2326005"/>
                </a:cubicBezTo>
                <a:cubicBezTo>
                  <a:pt x="810578" y="3625215"/>
                  <a:pt x="1580198" y="4206240"/>
                  <a:pt x="2146935" y="4463415"/>
                </a:cubicBezTo>
                <a:lnTo>
                  <a:pt x="2146935" y="4457700"/>
                </a:lnTo>
                <a:cubicBezTo>
                  <a:pt x="2431733" y="4581525"/>
                  <a:pt x="2746058" y="4651058"/>
                  <a:pt x="3077528" y="4651058"/>
                </a:cubicBezTo>
                <a:cubicBezTo>
                  <a:pt x="3404235" y="4651058"/>
                  <a:pt x="3715703" y="4583430"/>
                  <a:pt x="3998595" y="4462463"/>
                </a:cubicBezTo>
                <a:lnTo>
                  <a:pt x="3998595" y="4462463"/>
                </a:lnTo>
                <a:cubicBezTo>
                  <a:pt x="4034790" y="4446270"/>
                  <a:pt x="4071938" y="4428173"/>
                  <a:pt x="4110038" y="4409123"/>
                </a:cubicBezTo>
                <a:cubicBezTo>
                  <a:pt x="4211955" y="4358640"/>
                  <a:pt x="4310063" y="4303395"/>
                  <a:pt x="4402455" y="4239578"/>
                </a:cubicBezTo>
                <a:cubicBezTo>
                  <a:pt x="4907280" y="3912870"/>
                  <a:pt x="5514023" y="3337560"/>
                  <a:pt x="6145530" y="2326005"/>
                </a:cubicBezTo>
                <a:close/>
              </a:path>
            </a:pathLst>
          </a:custGeom>
          <a:noFill/>
          <a:ln w="3810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6988D5A-E51E-857C-3EA2-EE54B77175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3750" y="666750"/>
            <a:ext cx="5524500" cy="55245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9EED0F9-51EC-A7EF-81FB-71CC6A624F3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3643" y="5775337"/>
            <a:ext cx="2368563" cy="64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5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iehoe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62677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 err="1">
                <a:solidFill>
                  <a:schemeClr val="accent1"/>
                </a:solidFill>
                <a:latin typeface="+mj-lt"/>
              </a:rPr>
              <a:t>Circkel</a:t>
            </a:r>
            <a:endParaRPr lang="nl-NL" sz="1600" b="0" cap="none" baseline="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16EC0969-CC8E-1EF2-27D2-CD90B0C2658C}"/>
              </a:ext>
            </a:extLst>
          </p:cNvPr>
          <p:cNvSpPr/>
          <p:nvPr userDrawn="1"/>
        </p:nvSpPr>
        <p:spPr>
          <a:xfrm>
            <a:off x="295835" y="5664820"/>
            <a:ext cx="3227294" cy="8973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1B6C386-761F-7371-9514-A68CD1ADF5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5" y="5775695"/>
            <a:ext cx="2364831" cy="648139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A856167F-823F-DDBE-F780-6B40748470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5205" y="2648297"/>
            <a:ext cx="3517901" cy="156140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1" name="Tijdelijke aanduiding voor tekst 13">
            <a:extLst>
              <a:ext uri="{FF2B5EF4-FFF2-40B4-BE49-F238E27FC236}">
                <a16:creationId xmlns:a16="http://schemas.microsoft.com/office/drawing/2014/main" id="{F7666EAC-27FF-B6AE-8B1D-048CFD26D554}"/>
              </a:ext>
            </a:extLst>
          </p:cNvPr>
          <p:cNvSpPr txBox="1">
            <a:spLocks/>
          </p:cNvSpPr>
          <p:nvPr userDrawn="1"/>
        </p:nvSpPr>
        <p:spPr>
          <a:xfrm>
            <a:off x="3062238" y="666750"/>
            <a:ext cx="6063834" cy="5524500"/>
          </a:xfrm>
          <a:custGeom>
            <a:avLst/>
            <a:gdLst>
              <a:gd name="connsiteX0" fmla="*/ 3031855 w 6063834"/>
              <a:gd name="connsiteY0" fmla="*/ 36195 h 5524500"/>
              <a:gd name="connsiteX1" fmla="*/ 1944100 w 6063834"/>
              <a:gd name="connsiteY1" fmla="*/ 656273 h 5524500"/>
              <a:gd name="connsiteX2" fmla="*/ 212455 w 6063834"/>
              <a:gd name="connsiteY2" fmla="*/ 3579495 h 5524500"/>
              <a:gd name="connsiteX3" fmla="*/ 201977 w 6063834"/>
              <a:gd name="connsiteY3" fmla="*/ 4850130 h 5524500"/>
              <a:gd name="connsiteX4" fmla="*/ 1300210 w 6063834"/>
              <a:gd name="connsiteY4" fmla="*/ 5488305 h 5524500"/>
              <a:gd name="connsiteX5" fmla="*/ 4764453 w 6063834"/>
              <a:gd name="connsiteY5" fmla="*/ 5488305 h 5524500"/>
              <a:gd name="connsiteX6" fmla="*/ 5862685 w 6063834"/>
              <a:gd name="connsiteY6" fmla="*/ 4850130 h 5524500"/>
              <a:gd name="connsiteX7" fmla="*/ 5852208 w 6063834"/>
              <a:gd name="connsiteY7" fmla="*/ 3579495 h 5524500"/>
              <a:gd name="connsiteX8" fmla="*/ 4119610 w 6063834"/>
              <a:gd name="connsiteY8" fmla="*/ 656273 h 5524500"/>
              <a:gd name="connsiteX9" fmla="*/ 3031855 w 6063834"/>
              <a:gd name="connsiteY9" fmla="*/ 36195 h 5524500"/>
              <a:gd name="connsiteX10" fmla="*/ 3031855 w 6063834"/>
              <a:gd name="connsiteY10" fmla="*/ 0 h 5524500"/>
              <a:gd name="connsiteX11" fmla="*/ 4151042 w 6063834"/>
              <a:gd name="connsiteY11" fmla="*/ 637223 h 5524500"/>
              <a:gd name="connsiteX12" fmla="*/ 5882687 w 6063834"/>
              <a:gd name="connsiteY12" fmla="*/ 3560445 h 5524500"/>
              <a:gd name="connsiteX13" fmla="*/ 5894118 w 6063834"/>
              <a:gd name="connsiteY13" fmla="*/ 4867275 h 5524500"/>
              <a:gd name="connsiteX14" fmla="*/ 4764453 w 6063834"/>
              <a:gd name="connsiteY14" fmla="*/ 5524500 h 5524500"/>
              <a:gd name="connsiteX15" fmla="*/ 1300210 w 6063834"/>
              <a:gd name="connsiteY15" fmla="*/ 5524500 h 5524500"/>
              <a:gd name="connsiteX16" fmla="*/ 170545 w 6063834"/>
              <a:gd name="connsiteY16" fmla="*/ 4868228 h 5524500"/>
              <a:gd name="connsiteX17" fmla="*/ 181022 w 6063834"/>
              <a:gd name="connsiteY17" fmla="*/ 3561398 h 5524500"/>
              <a:gd name="connsiteX18" fmla="*/ 1913620 w 6063834"/>
              <a:gd name="connsiteY18" fmla="*/ 637223 h 5524500"/>
              <a:gd name="connsiteX19" fmla="*/ 3031855 w 6063834"/>
              <a:gd name="connsiteY19" fmla="*/ 0 h 552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63834" h="5524500">
                <a:moveTo>
                  <a:pt x="3031855" y="36195"/>
                </a:moveTo>
                <a:cubicBezTo>
                  <a:pt x="2587038" y="36195"/>
                  <a:pt x="2170795" y="273368"/>
                  <a:pt x="1944100" y="656273"/>
                </a:cubicBezTo>
                <a:lnTo>
                  <a:pt x="212455" y="3579495"/>
                </a:lnTo>
                <a:cubicBezTo>
                  <a:pt x="-19003" y="3969068"/>
                  <a:pt x="-22813" y="4455795"/>
                  <a:pt x="201977" y="4850130"/>
                </a:cubicBezTo>
                <a:cubicBezTo>
                  <a:pt x="426767" y="5243513"/>
                  <a:pt x="846820" y="5488305"/>
                  <a:pt x="1300210" y="5488305"/>
                </a:cubicBezTo>
                <a:lnTo>
                  <a:pt x="4764453" y="5488305"/>
                </a:lnTo>
                <a:cubicBezTo>
                  <a:pt x="5217843" y="5488305"/>
                  <a:pt x="5638848" y="5243513"/>
                  <a:pt x="5862685" y="4850130"/>
                </a:cubicBezTo>
                <a:cubicBezTo>
                  <a:pt x="6087475" y="4456748"/>
                  <a:pt x="6082712" y="3970020"/>
                  <a:pt x="5852208" y="3579495"/>
                </a:cubicBezTo>
                <a:lnTo>
                  <a:pt x="4119610" y="656273"/>
                </a:lnTo>
                <a:cubicBezTo>
                  <a:pt x="3893867" y="273368"/>
                  <a:pt x="3476673" y="36195"/>
                  <a:pt x="3031855" y="36195"/>
                </a:cubicBezTo>
                <a:close/>
                <a:moveTo>
                  <a:pt x="3031855" y="0"/>
                </a:moveTo>
                <a:cubicBezTo>
                  <a:pt x="3489055" y="0"/>
                  <a:pt x="3917680" y="244793"/>
                  <a:pt x="4151042" y="637223"/>
                </a:cubicBezTo>
                <a:lnTo>
                  <a:pt x="5882687" y="3560445"/>
                </a:lnTo>
                <a:cubicBezTo>
                  <a:pt x="6119860" y="3961448"/>
                  <a:pt x="6124623" y="4462463"/>
                  <a:pt x="5894118" y="4867275"/>
                </a:cubicBezTo>
                <a:cubicBezTo>
                  <a:pt x="5663612" y="5273040"/>
                  <a:pt x="5230225" y="5524500"/>
                  <a:pt x="4764453" y="5524500"/>
                </a:cubicBezTo>
                <a:lnTo>
                  <a:pt x="1300210" y="5524500"/>
                </a:lnTo>
                <a:cubicBezTo>
                  <a:pt x="834437" y="5524500"/>
                  <a:pt x="401050" y="5273040"/>
                  <a:pt x="170545" y="4868228"/>
                </a:cubicBezTo>
                <a:cubicBezTo>
                  <a:pt x="-60913" y="4462463"/>
                  <a:pt x="-56150" y="3962400"/>
                  <a:pt x="181022" y="3561398"/>
                </a:cubicBezTo>
                <a:lnTo>
                  <a:pt x="1913620" y="637223"/>
                </a:lnTo>
                <a:cubicBezTo>
                  <a:pt x="2146030" y="244793"/>
                  <a:pt x="2574655" y="0"/>
                  <a:pt x="3031855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7063" indent="-26670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Segoe UI Light" panose="020B050204020402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268288" indent="-268288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531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962" y="584200"/>
            <a:ext cx="11018972" cy="32853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nl-NL" noProof="0"/>
              <a:t>Plaats titel hier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4" y="1593843"/>
            <a:ext cx="11017251" cy="38925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0" y="-621351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l"/>
            <a:r>
              <a:rPr lang="nl-NL" sz="1000" b="0" cap="all" baseline="0" noProof="0">
                <a:solidFill>
                  <a:srgbClr val="BFBFBF"/>
                </a:solidFill>
                <a:latin typeface="+mn-lt"/>
              </a:rPr>
              <a:t>INDELING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07518E2-B6FF-0437-2DF9-4BB8C42D09EE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83643" y="5775337"/>
            <a:ext cx="2368563" cy="64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3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21" r:id="rId2"/>
    <p:sldLayoutId id="2147483707" r:id="rId3"/>
    <p:sldLayoutId id="2147483722" r:id="rId4"/>
    <p:sldLayoutId id="2147483708" r:id="rId5"/>
    <p:sldLayoutId id="2147483723" r:id="rId6"/>
    <p:sldLayoutId id="2147483709" r:id="rId7"/>
    <p:sldLayoutId id="2147483728" r:id="rId8"/>
    <p:sldLayoutId id="2147483729" r:id="rId9"/>
    <p:sldLayoutId id="2147483725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7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4625" indent="-174625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27063" indent="-266700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Clr>
          <a:schemeClr val="accent1"/>
        </a:buClr>
        <a:buFont typeface="Segoe UI Light" panose="020B050204020402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2000" b="1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268288" indent="-268288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Clr>
          <a:schemeClr val="tx1"/>
        </a:buClr>
        <a:buFont typeface="+mj-lt"/>
        <a:buAutoNum type="arabicPeriod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536575" indent="-268288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Clr>
          <a:schemeClr val="tx2"/>
        </a:buClr>
        <a:buFont typeface="+mj-lt"/>
        <a:buAutoNum type="alphaL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370" userDrawn="1">
          <p15:clr>
            <a:srgbClr val="A4A3A4"/>
          </p15:clr>
        </p15:guide>
        <p15:guide id="3" orient="horz" pos="3634" userDrawn="1">
          <p15:clr>
            <a:srgbClr val="A4A3A4"/>
          </p15:clr>
        </p15:guide>
        <p15:guide id="6" pos="7514" userDrawn="1">
          <p15:clr>
            <a:srgbClr val="A4A3A4"/>
          </p15:clr>
        </p15:guide>
        <p15:guide id="9" orient="horz" pos="368" userDrawn="1">
          <p15:clr>
            <a:srgbClr val="A4A3A4"/>
          </p15:clr>
        </p15:guide>
        <p15:guide id="10" orient="horz" pos="572" userDrawn="1">
          <p15:clr>
            <a:srgbClr val="A4A3A4"/>
          </p15:clr>
        </p15:guide>
        <p15:guide id="13" pos="7680" userDrawn="1">
          <p15:clr>
            <a:srgbClr val="F26B43"/>
          </p15:clr>
        </p15:guide>
        <p15:guide id="14" orient="horz" pos="4320" userDrawn="1">
          <p15:clr>
            <a:srgbClr val="F26B43"/>
          </p15:clr>
        </p15:guide>
        <p15:guide id="15" orient="horz" pos="4042" userDrawn="1">
          <p15:clr>
            <a:srgbClr val="A4A3A4"/>
          </p15:clr>
        </p15:guide>
        <p15:guide id="16" userDrawn="1">
          <p15:clr>
            <a:srgbClr val="F26B43"/>
          </p15:clr>
        </p15:guide>
        <p15:guide id="17" orient="horz" userDrawn="1">
          <p15:clr>
            <a:srgbClr val="F26B43"/>
          </p15:clr>
        </p15:guide>
        <p15:guide id="19" orient="horz" pos="3453" userDrawn="1">
          <p15:clr>
            <a:srgbClr val="A4A3A4"/>
          </p15:clr>
        </p15:guide>
        <p15:guide id="20" pos="7310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96F254C2-46D5-976A-4CF5-4B52734F5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SD – M7PROG – Les 5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A722F1A9-F9AD-C346-DA63-B1C43C6A5E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Laravel - Database</a:t>
            </a:r>
          </a:p>
        </p:txBody>
      </p:sp>
    </p:spTree>
    <p:extLst>
      <p:ext uri="{BB962C8B-B14F-4D97-AF65-F5344CB8AC3E}">
        <p14:creationId xmlns:p14="http://schemas.microsoft.com/office/powerpoint/2010/main" val="376844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78D6E7-A52E-60A7-939B-D0276644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558468F-DF51-4E76-39C7-4E4004E4D8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6"/>
            <a:r>
              <a:rPr lang="en-GB" dirty="0"/>
              <a:t>Intro</a:t>
            </a:r>
          </a:p>
          <a:p>
            <a:pPr lvl="6"/>
            <a:r>
              <a:rPr lang="en-GB" dirty="0"/>
              <a:t>Planning</a:t>
            </a:r>
          </a:p>
          <a:p>
            <a:pPr lvl="6"/>
            <a:r>
              <a:rPr lang="en-GB" dirty="0" err="1"/>
              <a:t>Drie</a:t>
            </a:r>
            <a:r>
              <a:rPr lang="en-GB" dirty="0"/>
              <a:t> </a:t>
            </a:r>
            <a:r>
              <a:rPr lang="en-GB" dirty="0" err="1"/>
              <a:t>vragen</a:t>
            </a:r>
            <a:endParaRPr lang="en-GB" dirty="0"/>
          </a:p>
          <a:p>
            <a:pPr lvl="6"/>
            <a:r>
              <a:rPr lang="en-GB" dirty="0"/>
              <a:t>Database Laravel</a:t>
            </a:r>
          </a:p>
          <a:p>
            <a:pPr lvl="6"/>
            <a:endParaRPr lang="en-GB" dirty="0"/>
          </a:p>
          <a:p>
            <a:pPr marL="0" lvl="6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43500-B303-BA74-7163-1949F1D532B6}"/>
              </a:ext>
            </a:extLst>
          </p:cNvPr>
          <p:cNvSpPr txBox="1"/>
          <p:nvPr/>
        </p:nvSpPr>
        <p:spPr>
          <a:xfrm>
            <a:off x="2332653" y="22673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sz="1600" err="1"/>
          </a:p>
        </p:txBody>
      </p:sp>
    </p:spTree>
    <p:extLst>
      <p:ext uri="{BB962C8B-B14F-4D97-AF65-F5344CB8AC3E}">
        <p14:creationId xmlns:p14="http://schemas.microsoft.com/office/powerpoint/2010/main" val="279166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8C86535-0285-5C84-20D0-C07E0ACC5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lage of sheep&#10;&#10;AI-generated content may be incorrect.">
            <a:extLst>
              <a:ext uri="{FF2B5EF4-FFF2-40B4-BE49-F238E27FC236}">
                <a16:creationId xmlns:a16="http://schemas.microsoft.com/office/drawing/2014/main" id="{24B1B1BA-9D42-03FC-FE8A-E3F974EE95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50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78D6E7-A52E-60A7-939B-D0276644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Planning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275391-2A8D-BE3D-155D-6E2EAC07C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62" y="1276024"/>
            <a:ext cx="8665614" cy="438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874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7408D-12E0-656E-61CF-D5683F610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13D91E-0C24-4DB9-B1C2-4F44F9B61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Vraag</a:t>
            </a:r>
            <a:r>
              <a:rPr lang="en-GB" dirty="0"/>
              <a:t> 1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5228296-2AC5-F674-3E55-35554E68CC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787" y="1592263"/>
            <a:ext cx="10523647" cy="3889375"/>
          </a:xfrm>
        </p:spPr>
        <p:txBody>
          <a:bodyPr/>
          <a:lstStyle/>
          <a:p>
            <a:pPr lvl="3"/>
            <a:r>
              <a:rPr lang="en-GB" sz="1600" dirty="0"/>
              <a:t>Zou </a:t>
            </a:r>
            <a:r>
              <a:rPr lang="en-GB" sz="1600" dirty="0" err="1"/>
              <a:t>deze</a:t>
            </a:r>
            <a:r>
              <a:rPr lang="en-GB" sz="1600" dirty="0"/>
              <a:t> code </a:t>
            </a:r>
            <a:r>
              <a:rPr lang="en-GB" sz="1600" dirty="0" err="1"/>
              <a:t>kunnen</a:t>
            </a:r>
            <a:r>
              <a:rPr lang="en-GB" sz="1600" dirty="0"/>
              <a:t> </a:t>
            </a:r>
            <a:r>
              <a:rPr lang="en-GB" sz="1600" dirty="0" err="1"/>
              <a:t>werken</a:t>
            </a:r>
            <a:r>
              <a:rPr lang="en-GB" sz="1600" dirty="0"/>
              <a:t>?</a:t>
            </a:r>
          </a:p>
          <a:p>
            <a:pPr lvl="3"/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&lt;?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/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var FRUIT = "peer"</a:t>
            </a:r>
          </a:p>
          <a:p>
            <a:pPr lvl="3"/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echo 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mijn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gekozen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fruit is: $fruit';</a:t>
            </a:r>
          </a:p>
          <a:p>
            <a:pPr lvl="3"/>
            <a:endParaRPr lang="en-GB" sz="1600" dirty="0"/>
          </a:p>
          <a:p>
            <a:pPr lvl="3"/>
            <a:endParaRPr lang="en-GB" sz="1600" dirty="0"/>
          </a:p>
          <a:p>
            <a:pPr lvl="3"/>
            <a:endParaRPr lang="en-GB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974EEF-405F-F764-8B4B-60446FC28862}"/>
              </a:ext>
            </a:extLst>
          </p:cNvPr>
          <p:cNvSpPr txBox="1"/>
          <p:nvPr/>
        </p:nvSpPr>
        <p:spPr>
          <a:xfrm>
            <a:off x="494270" y="44484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sz="1600" err="1"/>
          </a:p>
        </p:txBody>
      </p:sp>
    </p:spTree>
    <p:extLst>
      <p:ext uri="{BB962C8B-B14F-4D97-AF65-F5344CB8AC3E}">
        <p14:creationId xmlns:p14="http://schemas.microsoft.com/office/powerpoint/2010/main" val="3906522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38FF2-99C2-D80B-A6B0-8D4FDC5FA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1F1BA3-36EB-FF9A-B617-C710B5BBA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Vraag</a:t>
            </a:r>
            <a:r>
              <a:rPr lang="en-GB" dirty="0"/>
              <a:t> 2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637592C-B3D7-851C-78A2-6DE5605A60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787" y="2365040"/>
            <a:ext cx="6057059" cy="4183678"/>
          </a:xfrm>
          <a:solidFill>
            <a:schemeClr val="bg1"/>
          </a:solidFill>
        </p:spPr>
        <p:txBody>
          <a:bodyPr/>
          <a:lstStyle/>
          <a:p>
            <a:pPr lvl="3"/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Migration:</a:t>
            </a:r>
          </a:p>
          <a:p>
            <a:pPr lvl="3"/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solidFill>
                  <a:srgbClr val="597CC2"/>
                </a:solidFill>
                <a:effectLst/>
              </a:rPr>
              <a:t>public function </a:t>
            </a:r>
            <a:r>
              <a:rPr lang="en-GB" sz="1400" dirty="0">
                <a:solidFill>
                  <a:srgbClr val="D9AF6C"/>
                </a:solidFill>
                <a:effectLst/>
              </a:rPr>
              <a:t>up</a:t>
            </a:r>
            <a:r>
              <a:rPr lang="en-GB" sz="1400" dirty="0">
                <a:solidFill>
                  <a:srgbClr val="BCBEC4"/>
                </a:solidFill>
                <a:effectLst/>
              </a:rPr>
              <a:t>(): </a:t>
            </a:r>
            <a:r>
              <a:rPr lang="en-GB" sz="1400" dirty="0">
                <a:solidFill>
                  <a:srgbClr val="597CC2"/>
                </a:solidFill>
                <a:effectLst/>
              </a:rPr>
              <a:t>void </a:t>
            </a:r>
            <a:r>
              <a:rPr lang="en-GB" sz="1400" dirty="0">
                <a:solidFill>
                  <a:srgbClr val="BCBEC4"/>
                </a:solidFill>
                <a:effectLst/>
              </a:rPr>
              <a:t>{</a:t>
            </a:r>
            <a:br>
              <a:rPr lang="en-GB" sz="1400" dirty="0">
                <a:solidFill>
                  <a:srgbClr val="BCBEC4"/>
                </a:solidFill>
                <a:effectLst/>
              </a:rPr>
            </a:br>
            <a:r>
              <a:rPr lang="en-GB" sz="1400" dirty="0">
                <a:solidFill>
                  <a:srgbClr val="BCBEC4"/>
                </a:solidFill>
                <a:effectLst/>
              </a:rPr>
              <a:t>    Schema::</a:t>
            </a:r>
            <a:r>
              <a:rPr lang="en-GB" sz="1400" dirty="0">
                <a:solidFill>
                  <a:srgbClr val="597CC2"/>
                </a:solidFill>
                <a:effectLst/>
              </a:rPr>
              <a:t>create</a:t>
            </a:r>
            <a:r>
              <a:rPr lang="en-GB" sz="1400" dirty="0">
                <a:solidFill>
                  <a:srgbClr val="BCBEC4"/>
                </a:solidFill>
                <a:effectLst/>
              </a:rPr>
              <a:t>(</a:t>
            </a:r>
            <a:r>
              <a:rPr lang="en-GB" sz="1400" b="1" dirty="0">
                <a:solidFill>
                  <a:srgbClr val="94907F"/>
                </a:solidFill>
                <a:effectLst/>
              </a:rPr>
              <a:t>'projects'</a:t>
            </a:r>
            <a:r>
              <a:rPr lang="en-GB" sz="1400" dirty="0">
                <a:solidFill>
                  <a:srgbClr val="BCBEC4"/>
                </a:solidFill>
                <a:effectLst/>
              </a:rPr>
              <a:t>, </a:t>
            </a:r>
            <a:r>
              <a:rPr lang="en-GB" sz="1400" dirty="0">
                <a:solidFill>
                  <a:srgbClr val="597CC2"/>
                </a:solidFill>
                <a:effectLst/>
              </a:rPr>
              <a:t>function </a:t>
            </a:r>
            <a:r>
              <a:rPr lang="en-GB" sz="1400" dirty="0">
                <a:solidFill>
                  <a:srgbClr val="BCBEC4"/>
                </a:solidFill>
                <a:effectLst/>
              </a:rPr>
              <a:t>(Blueprint </a:t>
            </a:r>
            <a:r>
              <a:rPr lang="en-GB" sz="1400" dirty="0">
                <a:solidFill>
                  <a:srgbClr val="9876AA"/>
                </a:solidFill>
                <a:effectLst/>
              </a:rPr>
              <a:t>$table</a:t>
            </a:r>
            <a:r>
              <a:rPr lang="en-GB" sz="1400" dirty="0">
                <a:solidFill>
                  <a:srgbClr val="BCBEC4"/>
                </a:solidFill>
                <a:effectLst/>
              </a:rPr>
              <a:t>) {</a:t>
            </a:r>
            <a:br>
              <a:rPr lang="en-GB" sz="1400" dirty="0">
                <a:solidFill>
                  <a:srgbClr val="BCBEC4"/>
                </a:solidFill>
                <a:effectLst/>
              </a:rPr>
            </a:br>
            <a:r>
              <a:rPr lang="en-GB" sz="1400" dirty="0">
                <a:solidFill>
                  <a:srgbClr val="BCBEC4"/>
                </a:solidFill>
                <a:effectLst/>
              </a:rPr>
              <a:t>        </a:t>
            </a:r>
            <a:r>
              <a:rPr lang="en-GB" sz="1400" dirty="0">
                <a:solidFill>
                  <a:srgbClr val="9876AA"/>
                </a:solidFill>
                <a:effectLst/>
              </a:rPr>
              <a:t>$table</a:t>
            </a:r>
            <a:r>
              <a:rPr lang="en-GB" sz="1400" dirty="0">
                <a:solidFill>
                  <a:srgbClr val="BCBEC4"/>
                </a:solidFill>
                <a:effectLst/>
              </a:rPr>
              <a:t>-&gt;</a:t>
            </a:r>
            <a:r>
              <a:rPr lang="en-GB" sz="1400" dirty="0">
                <a:solidFill>
                  <a:srgbClr val="FFC66D"/>
                </a:solidFill>
                <a:effectLst/>
              </a:rPr>
              <a:t>id</a:t>
            </a:r>
            <a:r>
              <a:rPr lang="en-GB" sz="1400" dirty="0">
                <a:solidFill>
                  <a:srgbClr val="BCBEC4"/>
                </a:solidFill>
                <a:effectLst/>
              </a:rPr>
              <a:t>();</a:t>
            </a:r>
            <a:br>
              <a:rPr lang="en-GB" sz="1400" dirty="0">
                <a:solidFill>
                  <a:srgbClr val="BCBEC4"/>
                </a:solidFill>
                <a:effectLst/>
              </a:rPr>
            </a:br>
            <a:r>
              <a:rPr lang="en-GB" sz="1400" dirty="0">
                <a:solidFill>
                  <a:srgbClr val="BCBEC4"/>
                </a:solidFill>
                <a:effectLst/>
              </a:rPr>
              <a:t>        </a:t>
            </a:r>
            <a:r>
              <a:rPr lang="en-GB" sz="1400" dirty="0">
                <a:solidFill>
                  <a:srgbClr val="9876AA"/>
                </a:solidFill>
                <a:effectLst/>
              </a:rPr>
              <a:t>$table</a:t>
            </a:r>
            <a:r>
              <a:rPr lang="en-GB" sz="1400" dirty="0">
                <a:solidFill>
                  <a:srgbClr val="BCBEC4"/>
                </a:solidFill>
                <a:effectLst/>
              </a:rPr>
              <a:t>-&gt;</a:t>
            </a:r>
            <a:r>
              <a:rPr lang="en-GB" sz="1400" dirty="0">
                <a:solidFill>
                  <a:srgbClr val="FFC66D"/>
                </a:solidFill>
                <a:effectLst/>
              </a:rPr>
              <a:t>string</a:t>
            </a:r>
            <a:r>
              <a:rPr lang="en-GB" sz="1400" dirty="0">
                <a:solidFill>
                  <a:srgbClr val="BCBEC4"/>
                </a:solidFill>
                <a:effectLst/>
              </a:rPr>
              <a:t>(</a:t>
            </a:r>
            <a:r>
              <a:rPr lang="en-GB" sz="1400" b="1" dirty="0">
                <a:solidFill>
                  <a:srgbClr val="94907F"/>
                </a:solidFill>
                <a:effectLst/>
              </a:rPr>
              <a:t>'title'</a:t>
            </a:r>
            <a:r>
              <a:rPr lang="en-GB" sz="1400" dirty="0">
                <a:solidFill>
                  <a:srgbClr val="BCBEC4"/>
                </a:solidFill>
                <a:effectLst/>
              </a:rPr>
              <a:t>);</a:t>
            </a:r>
            <a:br>
              <a:rPr lang="en-GB" sz="1400" dirty="0">
                <a:solidFill>
                  <a:srgbClr val="BCBEC4"/>
                </a:solidFill>
                <a:effectLst/>
              </a:rPr>
            </a:br>
            <a:r>
              <a:rPr lang="en-GB" sz="1400" dirty="0">
                <a:solidFill>
                  <a:srgbClr val="BCBEC4"/>
                </a:solidFill>
                <a:effectLst/>
              </a:rPr>
              <a:t>        </a:t>
            </a:r>
            <a:r>
              <a:rPr lang="en-GB" sz="1400" dirty="0">
                <a:solidFill>
                  <a:srgbClr val="9876AA"/>
                </a:solidFill>
                <a:effectLst/>
              </a:rPr>
              <a:t>$table</a:t>
            </a:r>
            <a:r>
              <a:rPr lang="en-GB" sz="1400" dirty="0">
                <a:solidFill>
                  <a:srgbClr val="BCBEC4"/>
                </a:solidFill>
                <a:effectLst/>
              </a:rPr>
              <a:t>-&gt;</a:t>
            </a:r>
            <a:r>
              <a:rPr lang="en-GB" sz="1400" dirty="0">
                <a:solidFill>
                  <a:srgbClr val="FFC66D"/>
                </a:solidFill>
                <a:effectLst/>
              </a:rPr>
              <a:t>text</a:t>
            </a:r>
            <a:r>
              <a:rPr lang="en-GB" sz="1400" dirty="0">
                <a:solidFill>
                  <a:srgbClr val="BCBEC4"/>
                </a:solidFill>
                <a:effectLst/>
              </a:rPr>
              <a:t>(</a:t>
            </a:r>
            <a:r>
              <a:rPr lang="en-GB" sz="1400" b="1" dirty="0">
                <a:solidFill>
                  <a:srgbClr val="94907F"/>
                </a:solidFill>
                <a:effectLst/>
              </a:rPr>
              <a:t>'description'</a:t>
            </a:r>
            <a:r>
              <a:rPr lang="en-GB" sz="1400" dirty="0">
                <a:solidFill>
                  <a:srgbClr val="BCBEC4"/>
                </a:solidFill>
                <a:effectLst/>
              </a:rPr>
              <a:t>)-&gt;</a:t>
            </a:r>
            <a:r>
              <a:rPr lang="en-GB" sz="1400" dirty="0">
                <a:solidFill>
                  <a:srgbClr val="597CC2"/>
                </a:solidFill>
                <a:effectLst/>
              </a:rPr>
              <a:t>nullable</a:t>
            </a:r>
            <a:r>
              <a:rPr lang="en-GB" sz="1400" dirty="0">
                <a:solidFill>
                  <a:srgbClr val="BCBEC4"/>
                </a:solidFill>
                <a:effectLst/>
              </a:rPr>
              <a:t>();</a:t>
            </a:r>
            <a:br>
              <a:rPr lang="en-GB" sz="1400" dirty="0">
                <a:solidFill>
                  <a:srgbClr val="BCBEC4"/>
                </a:solidFill>
                <a:effectLst/>
              </a:rPr>
            </a:br>
            <a:r>
              <a:rPr lang="en-GB" sz="1400" dirty="0">
                <a:solidFill>
                  <a:srgbClr val="BCBEC4"/>
                </a:solidFill>
                <a:effectLst/>
              </a:rPr>
              <a:t>        </a:t>
            </a:r>
            <a:r>
              <a:rPr lang="en-GB" sz="1400" dirty="0">
                <a:solidFill>
                  <a:srgbClr val="9876AA"/>
                </a:solidFill>
                <a:effectLst/>
              </a:rPr>
              <a:t>$table</a:t>
            </a:r>
            <a:r>
              <a:rPr lang="en-GB" sz="1400" dirty="0">
                <a:solidFill>
                  <a:srgbClr val="BCBEC4"/>
                </a:solidFill>
                <a:effectLst/>
              </a:rPr>
              <a:t>-&gt;</a:t>
            </a:r>
            <a:r>
              <a:rPr lang="en-GB" sz="1400" dirty="0">
                <a:solidFill>
                  <a:srgbClr val="FFC66D"/>
                </a:solidFill>
                <a:effectLst/>
              </a:rPr>
              <a:t>timestamps</a:t>
            </a:r>
            <a:r>
              <a:rPr lang="en-GB" sz="1400" dirty="0">
                <a:solidFill>
                  <a:srgbClr val="BCBEC4"/>
                </a:solidFill>
                <a:effectLst/>
              </a:rPr>
              <a:t>();</a:t>
            </a:r>
            <a:br>
              <a:rPr lang="en-GB" sz="1400" dirty="0">
                <a:solidFill>
                  <a:srgbClr val="BCBEC4"/>
                </a:solidFill>
                <a:effectLst/>
              </a:rPr>
            </a:br>
            <a:r>
              <a:rPr lang="en-GB" sz="1400" dirty="0">
                <a:solidFill>
                  <a:srgbClr val="BCBEC4"/>
                </a:solidFill>
                <a:effectLst/>
              </a:rPr>
              <a:t>    });</a:t>
            </a:r>
            <a:br>
              <a:rPr lang="en-GB" sz="1400" dirty="0">
                <a:solidFill>
                  <a:srgbClr val="BCBEC4"/>
                </a:solidFill>
                <a:effectLst/>
              </a:rPr>
            </a:br>
            <a:r>
              <a:rPr lang="en-GB" sz="1400" dirty="0">
                <a:solidFill>
                  <a:srgbClr val="BCBEC4"/>
                </a:solidFill>
                <a:effectLst/>
              </a:rPr>
              <a:t>}</a:t>
            </a:r>
          </a:p>
          <a:p>
            <a:pPr lvl="3"/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/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64F1CD-7F66-9759-9EDB-59468B84E03A}"/>
              </a:ext>
            </a:extLst>
          </p:cNvPr>
          <p:cNvSpPr txBox="1"/>
          <p:nvPr/>
        </p:nvSpPr>
        <p:spPr>
          <a:xfrm>
            <a:off x="494270" y="44484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sz="1600" err="1"/>
          </a:p>
        </p:txBody>
      </p:sp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05F074AE-7910-F931-5073-E6481B8ACAB6}"/>
              </a:ext>
            </a:extLst>
          </p:cNvPr>
          <p:cNvSpPr txBox="1">
            <a:spLocks/>
          </p:cNvSpPr>
          <p:nvPr/>
        </p:nvSpPr>
        <p:spPr>
          <a:xfrm>
            <a:off x="585787" y="1538475"/>
            <a:ext cx="8733024" cy="4636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7063" indent="-26670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Segoe UI Light" panose="020B050204020402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268288" indent="-268288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r>
              <a:rPr lang="en-GB" sz="1600" dirty="0"/>
              <a:t>Welke </a:t>
            </a:r>
            <a:r>
              <a:rPr lang="en-GB" sz="1600" dirty="0" err="1"/>
              <a:t>velden</a:t>
            </a:r>
            <a:r>
              <a:rPr lang="en-GB" sz="1600" dirty="0"/>
              <a:t> mis </a:t>
            </a:r>
            <a:r>
              <a:rPr lang="en-GB" sz="1600" dirty="0" err="1"/>
              <a:t>ik</a:t>
            </a:r>
            <a:r>
              <a:rPr lang="en-GB" sz="1600" dirty="0"/>
              <a:t> in de database </a:t>
            </a:r>
            <a:r>
              <a:rPr lang="en-GB" sz="1600" dirty="0" err="1"/>
              <a:t>na</a:t>
            </a:r>
            <a:r>
              <a:rPr lang="en-GB" sz="1600" dirty="0"/>
              <a:t> de </a:t>
            </a:r>
            <a:r>
              <a:rPr lang="en-GB" sz="1600" dirty="0" err="1"/>
              <a:t>migratie</a:t>
            </a:r>
            <a:r>
              <a:rPr lang="en-GB" sz="1600" dirty="0"/>
              <a:t>?</a:t>
            </a:r>
          </a:p>
          <a:p>
            <a:pPr lvl="3"/>
            <a:endParaRPr lang="en-GB" sz="1600" dirty="0"/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5D966D8E-38B4-E3C8-CC1D-8CD825C6747F}"/>
              </a:ext>
            </a:extLst>
          </p:cNvPr>
          <p:cNvSpPr txBox="1">
            <a:spLocks/>
          </p:cNvSpPr>
          <p:nvPr/>
        </p:nvSpPr>
        <p:spPr>
          <a:xfrm>
            <a:off x="6843153" y="2365040"/>
            <a:ext cx="5348848" cy="449296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7063" indent="-26670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Segoe UI Light" panose="020B050204020402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268288" indent="-268288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Seeder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3"/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solidFill>
                  <a:srgbClr val="BCBEC4"/>
                </a:solidFill>
                <a:effectLst/>
              </a:rPr>
              <a:t>DB::</a:t>
            </a:r>
            <a:r>
              <a:rPr lang="en-GB" sz="1400" dirty="0">
                <a:solidFill>
                  <a:srgbClr val="597CC2"/>
                </a:solidFill>
                <a:effectLst/>
              </a:rPr>
              <a:t>table</a:t>
            </a:r>
            <a:r>
              <a:rPr lang="en-GB" sz="1400" dirty="0">
                <a:solidFill>
                  <a:srgbClr val="BCBEC4"/>
                </a:solidFill>
                <a:effectLst/>
              </a:rPr>
              <a:t>(</a:t>
            </a:r>
            <a:r>
              <a:rPr lang="en-GB" sz="1400" b="1" dirty="0">
                <a:solidFill>
                  <a:srgbClr val="94907F"/>
                </a:solidFill>
                <a:effectLst/>
              </a:rPr>
              <a:t>'projects'</a:t>
            </a:r>
            <a:r>
              <a:rPr lang="en-GB" sz="1400" dirty="0">
                <a:solidFill>
                  <a:srgbClr val="BCBEC4"/>
                </a:solidFill>
                <a:effectLst/>
              </a:rPr>
              <a:t>)-&gt;</a:t>
            </a:r>
            <a:r>
              <a:rPr lang="en-GB" sz="1400" dirty="0">
                <a:solidFill>
                  <a:srgbClr val="FFC66D"/>
                </a:solidFill>
                <a:effectLst/>
              </a:rPr>
              <a:t>insert</a:t>
            </a:r>
            <a:r>
              <a:rPr lang="en-GB" sz="1400" dirty="0">
                <a:solidFill>
                  <a:srgbClr val="BCBEC4"/>
                </a:solidFill>
                <a:effectLst/>
              </a:rPr>
              <a:t>(</a:t>
            </a:r>
            <a:br>
              <a:rPr lang="en-GB" sz="1400" dirty="0">
                <a:solidFill>
                  <a:srgbClr val="BCBEC4"/>
                </a:solidFill>
                <a:effectLst/>
              </a:rPr>
            </a:br>
            <a:r>
              <a:rPr lang="en-GB" sz="1400" dirty="0">
                <a:solidFill>
                  <a:srgbClr val="BCBEC4"/>
                </a:solidFill>
                <a:effectLst/>
              </a:rPr>
              <a:t>    [</a:t>
            </a:r>
            <a:br>
              <a:rPr lang="en-GB" sz="1400" dirty="0">
                <a:solidFill>
                  <a:srgbClr val="BCBEC4"/>
                </a:solidFill>
                <a:effectLst/>
              </a:rPr>
            </a:br>
            <a:r>
              <a:rPr lang="en-GB" sz="1400" dirty="0">
                <a:solidFill>
                  <a:srgbClr val="BCBEC4"/>
                </a:solidFill>
                <a:effectLst/>
              </a:rPr>
              <a:t>        </a:t>
            </a:r>
            <a:r>
              <a:rPr lang="en-GB" sz="1400" b="1" dirty="0">
                <a:solidFill>
                  <a:srgbClr val="94907F"/>
                </a:solidFill>
                <a:effectLst/>
              </a:rPr>
              <a:t>'title'              </a:t>
            </a:r>
            <a:r>
              <a:rPr lang="en-GB" sz="1400" dirty="0">
                <a:solidFill>
                  <a:srgbClr val="BCBEC4"/>
                </a:solidFill>
                <a:effectLst/>
              </a:rPr>
              <a:t>=&gt; </a:t>
            </a:r>
            <a:r>
              <a:rPr lang="en-GB" sz="1400" b="1" dirty="0">
                <a:solidFill>
                  <a:srgbClr val="94907F"/>
                </a:solidFill>
                <a:effectLst/>
              </a:rPr>
              <a:t>'Er was </a:t>
            </a:r>
            <a:r>
              <a:rPr lang="en-GB" sz="1400" b="1" dirty="0" err="1">
                <a:solidFill>
                  <a:srgbClr val="94907F"/>
                </a:solidFill>
                <a:effectLst/>
              </a:rPr>
              <a:t>eens</a:t>
            </a:r>
            <a:r>
              <a:rPr lang="en-GB" sz="1400" b="1" dirty="0">
                <a:solidFill>
                  <a:srgbClr val="94907F"/>
                </a:solidFill>
                <a:effectLst/>
              </a:rPr>
              <a:t> </a:t>
            </a:r>
            <a:r>
              <a:rPr lang="en-GB" sz="1400" b="1" dirty="0" err="1">
                <a:solidFill>
                  <a:srgbClr val="94907F"/>
                </a:solidFill>
                <a:effectLst/>
              </a:rPr>
              <a:t>een</a:t>
            </a:r>
            <a:r>
              <a:rPr lang="en-GB" sz="1400" b="1" dirty="0">
                <a:solidFill>
                  <a:srgbClr val="94907F"/>
                </a:solidFill>
                <a:effectLst/>
              </a:rPr>
              <a:t> </a:t>
            </a:r>
            <a:r>
              <a:rPr lang="en-GB" sz="1400" b="1" dirty="0" err="1">
                <a:solidFill>
                  <a:srgbClr val="94907F"/>
                </a:solidFill>
                <a:effectLst/>
              </a:rPr>
              <a:t>bericht</a:t>
            </a:r>
            <a:r>
              <a:rPr lang="en-GB" sz="1400" b="1" dirty="0">
                <a:solidFill>
                  <a:srgbClr val="94907F"/>
                </a:solidFill>
                <a:effectLst/>
              </a:rPr>
              <a:t>'</a:t>
            </a:r>
            <a:r>
              <a:rPr lang="en-GB" sz="1400" dirty="0">
                <a:solidFill>
                  <a:srgbClr val="BCBEC4"/>
                </a:solidFill>
                <a:effectLst/>
              </a:rPr>
              <a:t>,</a:t>
            </a:r>
            <a:br>
              <a:rPr lang="en-GB" sz="1400" dirty="0">
                <a:solidFill>
                  <a:srgbClr val="BCBEC4"/>
                </a:solidFill>
                <a:effectLst/>
              </a:rPr>
            </a:br>
            <a:r>
              <a:rPr lang="en-GB" sz="1400" dirty="0">
                <a:solidFill>
                  <a:srgbClr val="BCBEC4"/>
                </a:solidFill>
                <a:effectLst/>
              </a:rPr>
              <a:t>        </a:t>
            </a:r>
            <a:r>
              <a:rPr lang="en-GB" sz="1400" b="1" dirty="0">
                <a:solidFill>
                  <a:srgbClr val="94907F"/>
                </a:solidFill>
                <a:effectLst/>
              </a:rPr>
              <a:t>'intro'            </a:t>
            </a:r>
            <a:r>
              <a:rPr lang="en-GB" sz="1400" dirty="0">
                <a:solidFill>
                  <a:srgbClr val="BCBEC4"/>
                </a:solidFill>
                <a:effectLst/>
              </a:rPr>
              <a:t>=&gt; </a:t>
            </a:r>
            <a:r>
              <a:rPr lang="en-GB" sz="1400" b="1" dirty="0">
                <a:solidFill>
                  <a:srgbClr val="94907F"/>
                </a:solidFill>
                <a:effectLst/>
              </a:rPr>
              <a:t>'</a:t>
            </a:r>
            <a:r>
              <a:rPr lang="en-GB" sz="1400" b="1" dirty="0" err="1">
                <a:solidFill>
                  <a:srgbClr val="94907F"/>
                </a:solidFill>
                <a:effectLst/>
              </a:rPr>
              <a:t>Dit</a:t>
            </a:r>
            <a:r>
              <a:rPr lang="en-GB" sz="1400" b="1" dirty="0">
                <a:solidFill>
                  <a:srgbClr val="94907F"/>
                </a:solidFill>
                <a:effectLst/>
              </a:rPr>
              <a:t> </a:t>
            </a:r>
            <a:r>
              <a:rPr lang="en-GB" sz="1400" b="1" dirty="0" err="1">
                <a:solidFill>
                  <a:srgbClr val="94907F"/>
                </a:solidFill>
                <a:effectLst/>
              </a:rPr>
              <a:t>bericht</a:t>
            </a:r>
            <a:r>
              <a:rPr lang="en-GB" sz="1400" b="1" dirty="0">
                <a:solidFill>
                  <a:srgbClr val="94907F"/>
                </a:solidFill>
                <a:effectLst/>
              </a:rPr>
              <a:t> </a:t>
            </a:r>
            <a:r>
              <a:rPr lang="en-GB" sz="1400" b="1" dirty="0" err="1">
                <a:solidFill>
                  <a:srgbClr val="94907F"/>
                </a:solidFill>
                <a:effectLst/>
              </a:rPr>
              <a:t>gaat</a:t>
            </a:r>
            <a:r>
              <a:rPr lang="en-GB" sz="1400" b="1" dirty="0">
                <a:solidFill>
                  <a:srgbClr val="94907F"/>
                </a:solidFill>
                <a:effectLst/>
              </a:rPr>
              <a:t> over...'</a:t>
            </a:r>
            <a:r>
              <a:rPr lang="en-GB" sz="1400" dirty="0">
                <a:solidFill>
                  <a:srgbClr val="BCBEC4"/>
                </a:solidFill>
                <a:effectLst/>
              </a:rPr>
              <a:t>,</a:t>
            </a:r>
            <a:br>
              <a:rPr lang="en-GB" sz="1400" dirty="0">
                <a:solidFill>
                  <a:srgbClr val="BCBEC4"/>
                </a:solidFill>
                <a:effectLst/>
              </a:rPr>
            </a:br>
            <a:r>
              <a:rPr lang="en-GB" sz="1400" dirty="0">
                <a:solidFill>
                  <a:srgbClr val="BCBEC4"/>
                </a:solidFill>
                <a:effectLst/>
              </a:rPr>
              <a:t>        </a:t>
            </a:r>
            <a:r>
              <a:rPr lang="en-GB" sz="1400" b="1" dirty="0">
                <a:solidFill>
                  <a:srgbClr val="94907F"/>
                </a:solidFill>
                <a:effectLst/>
              </a:rPr>
              <a:t>'description' </a:t>
            </a:r>
            <a:r>
              <a:rPr lang="en-GB" sz="1400" dirty="0">
                <a:solidFill>
                  <a:srgbClr val="BCBEC4"/>
                </a:solidFill>
                <a:effectLst/>
              </a:rPr>
              <a:t>=&gt; </a:t>
            </a:r>
            <a:r>
              <a:rPr lang="en-GB" sz="1400" b="1" dirty="0">
                <a:solidFill>
                  <a:srgbClr val="94907F"/>
                </a:solidFill>
                <a:effectLst/>
              </a:rPr>
              <a:t>'</a:t>
            </a:r>
            <a:r>
              <a:rPr lang="en-GB" sz="1400" b="1" dirty="0" err="1">
                <a:solidFill>
                  <a:srgbClr val="94907F"/>
                </a:solidFill>
                <a:effectLst/>
              </a:rPr>
              <a:t>Mijn</a:t>
            </a:r>
            <a:r>
              <a:rPr lang="en-GB" sz="1400" b="1" dirty="0">
                <a:solidFill>
                  <a:srgbClr val="94907F"/>
                </a:solidFill>
                <a:effectLst/>
              </a:rPr>
              <a:t> </a:t>
            </a:r>
            <a:r>
              <a:rPr lang="en-GB" sz="1400" b="1" dirty="0" err="1">
                <a:solidFill>
                  <a:srgbClr val="94907F"/>
                </a:solidFill>
                <a:effectLst/>
              </a:rPr>
              <a:t>omschrijving</a:t>
            </a:r>
            <a:r>
              <a:rPr lang="en-GB" sz="1400" b="1" dirty="0">
                <a:solidFill>
                  <a:srgbClr val="94907F"/>
                </a:solidFill>
                <a:effectLst/>
              </a:rPr>
              <a:t>'</a:t>
            </a:r>
            <a:r>
              <a:rPr lang="en-GB" sz="1400" dirty="0">
                <a:solidFill>
                  <a:srgbClr val="BCBEC4"/>
                </a:solidFill>
                <a:effectLst/>
              </a:rPr>
              <a:t>,</a:t>
            </a:r>
            <a:br>
              <a:rPr lang="en-GB" sz="1400" dirty="0">
                <a:solidFill>
                  <a:srgbClr val="BCBEC4"/>
                </a:solidFill>
                <a:effectLst/>
              </a:rPr>
            </a:br>
            <a:r>
              <a:rPr lang="en-GB" sz="1400" dirty="0">
                <a:solidFill>
                  <a:srgbClr val="BCBEC4"/>
                </a:solidFill>
                <a:effectLst/>
              </a:rPr>
              <a:t>    ]);</a:t>
            </a:r>
          </a:p>
          <a:p>
            <a:pPr lvl="3"/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/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047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D62A6-0A4A-00B0-F00D-184BEBA3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1ECA0B-4E3D-633C-1895-ADA17C9A0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Vraag</a:t>
            </a:r>
            <a:r>
              <a:rPr lang="en-GB" dirty="0"/>
              <a:t> 3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C31D0FC-CB84-08EB-2135-5379861FD3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787" y="1592263"/>
            <a:ext cx="10523647" cy="3889375"/>
          </a:xfrm>
        </p:spPr>
        <p:txBody>
          <a:bodyPr/>
          <a:lstStyle/>
          <a:p>
            <a:pPr lvl="3"/>
            <a:r>
              <a:rPr lang="en-GB" sz="1600" dirty="0" err="1"/>
              <a:t>Waarom</a:t>
            </a:r>
            <a:r>
              <a:rPr lang="en-GB" sz="1600" dirty="0"/>
              <a:t> </a:t>
            </a:r>
            <a:r>
              <a:rPr lang="en-GB" sz="1600" dirty="0" err="1"/>
              <a:t>zie</a:t>
            </a:r>
            <a:r>
              <a:rPr lang="en-GB" sz="1600" dirty="0"/>
              <a:t> </a:t>
            </a:r>
            <a:r>
              <a:rPr lang="en-GB" sz="1600" dirty="0" err="1"/>
              <a:t>ik</a:t>
            </a:r>
            <a:r>
              <a:rPr lang="en-GB" sz="1600" dirty="0"/>
              <a:t> </a:t>
            </a:r>
            <a:r>
              <a:rPr lang="en-GB" sz="1600" dirty="0" err="1"/>
              <a:t>geen</a:t>
            </a:r>
            <a:r>
              <a:rPr lang="en-GB" sz="1600" dirty="0"/>
              <a:t> header in </a:t>
            </a:r>
            <a:r>
              <a:rPr lang="en-GB" sz="1600" dirty="0" err="1"/>
              <a:t>mijn</a:t>
            </a:r>
            <a:r>
              <a:rPr lang="en-GB" sz="1600" dirty="0"/>
              <a:t> browser?</a:t>
            </a:r>
          </a:p>
          <a:p>
            <a:pPr lvl="3"/>
            <a:r>
              <a:rPr lang="en-GB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Item.blade.php</a:t>
            </a:r>
            <a:endParaRPr lang="en-GB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400" dirty="0">
              <a:solidFill>
                <a:srgbClr val="D5B778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solidFill>
                  <a:srgbClr val="D5B7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&lt;div </a:t>
            </a:r>
            <a:r>
              <a:rPr lang="en-GB" sz="1400" dirty="0">
                <a:solidFill>
                  <a:srgbClr val="BABAB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GB" sz="1400" b="1" dirty="0">
                <a:solidFill>
                  <a:srgbClr val="94907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="py-12 bg-pink-700-600"</a:t>
            </a:r>
            <a:r>
              <a:rPr lang="en-GB" sz="1400" dirty="0">
                <a:solidFill>
                  <a:srgbClr val="D5B7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GB" sz="1400" dirty="0">
                <a:solidFill>
                  <a:srgbClr val="D5B7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D5B7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&lt;h2 </a:t>
            </a:r>
            <a:r>
              <a:rPr lang="en-GB" sz="1400" dirty="0">
                <a:solidFill>
                  <a:srgbClr val="BABAB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GB" sz="1400" b="1" dirty="0">
                <a:solidFill>
                  <a:srgbClr val="94907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="font-bold"</a:t>
            </a:r>
            <a:r>
              <a:rPr lang="en-GB" sz="1400" dirty="0">
                <a:solidFill>
                  <a:srgbClr val="D5B7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GB" sz="140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{{</a:t>
            </a:r>
            <a:r>
              <a:rPr lang="en-GB" sz="14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$project</a:t>
            </a:r>
            <a:r>
              <a:rPr lang="en-GB" sz="140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GB" sz="1400" b="1" dirty="0">
                <a:solidFill>
                  <a:srgbClr val="828EB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en-GB" sz="140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}}</a:t>
            </a:r>
            <a:r>
              <a:rPr lang="en-GB" sz="1400" dirty="0">
                <a:solidFill>
                  <a:srgbClr val="D5B7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&lt;/h2&gt;</a:t>
            </a:r>
            <a:br>
              <a:rPr lang="en-GB" sz="1400" dirty="0">
                <a:solidFill>
                  <a:srgbClr val="D5B7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D5B7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&lt;p </a:t>
            </a:r>
            <a:r>
              <a:rPr lang="en-GB" sz="1400" dirty="0">
                <a:solidFill>
                  <a:srgbClr val="BABAB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GB" sz="1400" b="1" dirty="0">
                <a:solidFill>
                  <a:srgbClr val="94907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="py-3"</a:t>
            </a:r>
            <a:r>
              <a:rPr lang="en-GB" sz="1400" dirty="0">
                <a:solidFill>
                  <a:srgbClr val="D5B7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GB" sz="1400" dirty="0">
                <a:solidFill>
                  <a:srgbClr val="D5B7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D5B7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{{</a:t>
            </a:r>
            <a:r>
              <a:rPr lang="en-GB" sz="14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$project</a:t>
            </a:r>
            <a:r>
              <a:rPr lang="en-GB" sz="140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GB" sz="1400" b="1" dirty="0">
                <a:solidFill>
                  <a:srgbClr val="828EB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en-GB" sz="140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}}</a:t>
            </a:r>
            <a:br>
              <a:rPr lang="en-GB" sz="140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dirty="0">
                <a:solidFill>
                  <a:srgbClr val="D5B7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&lt;/p&gt;</a:t>
            </a:r>
            <a:br>
              <a:rPr lang="en-GB" sz="1400" dirty="0">
                <a:solidFill>
                  <a:srgbClr val="D5B7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D5B7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  <a:endParaRPr lang="en-GB" sz="1400" dirty="0">
              <a:solidFill>
                <a:srgbClr val="BCBEC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/>
            <a:endParaRPr lang="en-GB" sz="1600" dirty="0"/>
          </a:p>
          <a:p>
            <a:pPr lvl="3"/>
            <a:endParaRPr lang="en-GB" sz="1600" dirty="0"/>
          </a:p>
          <a:p>
            <a:pPr lvl="3"/>
            <a:endParaRPr lang="en-GB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0E395-1405-11FB-BBCD-4CADEF89C0F7}"/>
              </a:ext>
            </a:extLst>
          </p:cNvPr>
          <p:cNvSpPr txBox="1"/>
          <p:nvPr/>
        </p:nvSpPr>
        <p:spPr>
          <a:xfrm>
            <a:off x="494270" y="44484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sz="1600" err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41FA4-696C-C391-247B-5DE75598E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790" y="3852778"/>
            <a:ext cx="5757210" cy="282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64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78122-E067-085F-67B7-08AFDAA22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C26A9D-5B7B-1569-8864-459A1B24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Simulise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D199D43-0CC2-57C0-4E64-859C5FF89F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nl-NL" sz="1800" i="0" u="none" strike="noStrike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https</a:t>
            </a:r>
            <a:r>
              <a:rPr lang="nl-NL" sz="180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://</a:t>
            </a:r>
            <a:r>
              <a:rPr lang="nl-NL" sz="1800" i="0" u="none" strike="noStrike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ma.simulise.com</a:t>
            </a:r>
            <a:r>
              <a:rPr lang="nl-NL" sz="180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/</a:t>
            </a:r>
            <a:r>
              <a:rPr lang="nl-NL" sz="1800" i="0" u="none" strike="noStrike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locate</a:t>
            </a:r>
            <a:r>
              <a:rPr lang="nl-NL" sz="180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/</a:t>
            </a:r>
            <a:r>
              <a:rPr lang="nl-NL" sz="1800" i="0" u="none" strike="noStrike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assignment</a:t>
            </a:r>
            <a:r>
              <a:rPr lang="nl-NL" sz="180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/cc2c1a32-6967-483a-a6eb-396d10d87854</a:t>
            </a:r>
          </a:p>
        </p:txBody>
      </p:sp>
    </p:spTree>
    <p:extLst>
      <p:ext uri="{BB962C8B-B14F-4D97-AF65-F5344CB8AC3E}">
        <p14:creationId xmlns:p14="http://schemas.microsoft.com/office/powerpoint/2010/main" val="2154461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60164d66829a71393ca592d7055cc57bf2196"/>
</p:tagLst>
</file>

<file path=ppt/theme/theme1.xml><?xml version="1.0" encoding="utf-8"?>
<a:theme xmlns:a="http://schemas.openxmlformats.org/drawingml/2006/main" name="Media College Amsterdam">
  <a:themeElements>
    <a:clrScheme name="Aangepast 4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CA"/>
      </a:accent1>
      <a:accent2>
        <a:srgbClr val="000000"/>
      </a:accent2>
      <a:accent3>
        <a:srgbClr val="FF00CA"/>
      </a:accent3>
      <a:accent4>
        <a:srgbClr val="000000"/>
      </a:accent4>
      <a:accent5>
        <a:srgbClr val="FF00CA"/>
      </a:accent5>
      <a:accent6>
        <a:srgbClr val="000000"/>
      </a:accent6>
      <a:hlink>
        <a:srgbClr val="FF00CA"/>
      </a:hlink>
      <a:folHlink>
        <a:srgbClr val="000000"/>
      </a:folHlink>
    </a:clrScheme>
    <a:fontScheme name="M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097125E4EC8A428C5A5B64DAADA0E4" ma:contentTypeVersion="4" ma:contentTypeDescription="Create a new document." ma:contentTypeScope="" ma:versionID="210b1044ce9208a30429bd33638cec74">
  <xsd:schema xmlns:xsd="http://www.w3.org/2001/XMLSchema" xmlns:xs="http://www.w3.org/2001/XMLSchema" xmlns:p="http://schemas.microsoft.com/office/2006/metadata/properties" xmlns:ns2="9420f446-2080-4dad-8575-923569f54e48" targetNamespace="http://schemas.microsoft.com/office/2006/metadata/properties" ma:root="true" ma:fieldsID="a42fc3531b5544716bfca7b906783c37" ns2:_="">
    <xsd:import namespace="9420f446-2080-4dad-8575-923569f54e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0f446-2080-4dad-8575-923569f54e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768F2A-F53C-476F-A46E-A510273098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0f446-2080-4dad-8575-923569f54e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CB98B93-4C33-418E-848A-EAE4273201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004B2C-B843-4F9C-9685-E2042BCA22BF}">
  <ds:schemaRefs>
    <ds:schemaRef ds:uri="http://schemas.microsoft.com/office/2006/metadata/properties"/>
    <ds:schemaRef ds:uri="http://www.w3.org/XML/1998/namespace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9420f446-2080-4dad-8575-923569f54e48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344</Words>
  <Application>Microsoft Macintosh PowerPoint</Application>
  <PresentationFormat>Widescreen</PresentationFormat>
  <Paragraphs>51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Courier New</vt:lpstr>
      <vt:lpstr>Helvetica Neue</vt:lpstr>
      <vt:lpstr>Inter var</vt:lpstr>
      <vt:lpstr>Segoe UI</vt:lpstr>
      <vt:lpstr>Segoe UI Light</vt:lpstr>
      <vt:lpstr>Media College Amsterdam</vt:lpstr>
      <vt:lpstr>SD – M7PROG – Les 5</vt:lpstr>
      <vt:lpstr>Index</vt:lpstr>
      <vt:lpstr>PowerPoint Presentation</vt:lpstr>
      <vt:lpstr>Planning</vt:lpstr>
      <vt:lpstr>Vraag 1</vt:lpstr>
      <vt:lpstr>Vraag 2</vt:lpstr>
      <vt:lpstr>Vraag 3</vt:lpstr>
      <vt:lpstr>Simulise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van de presentatie</dc:title>
  <dc:creator>Martyna Dziarnowska</dc:creator>
  <cp:keywords>www.pptsolutions.nl</cp:keywords>
  <cp:lastModifiedBy>Jasper Heidebrink</cp:lastModifiedBy>
  <cp:revision>7</cp:revision>
  <dcterms:created xsi:type="dcterms:W3CDTF">2018-03-15T13:05:51Z</dcterms:created>
  <dcterms:modified xsi:type="dcterms:W3CDTF">2025-03-24T10:39:22Z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0x01010077097125E4EC8A428C5A5B64DAADA0E4</vt:lpwstr>
  </property>
  <property fmtid="{D5CDD505-2E9C-101B-9397-08002B2CF9AE}" pid="3" name="MediaServiceImageTags">
    <vt:lpwstr/>
  </property>
</Properties>
</file>